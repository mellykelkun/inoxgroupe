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7.xml" ContentType="application/vnd.openxmlformats-officedocument.presentationml.slideMaster+xml"/>
  <Override PartName="/ppt/slideMasters/slideMaster1.xml" ContentType="application/vnd.openxmlformats-officedocument.presentationml.slideMaster+xml"/>
  <Override PartName="/ppt/slideMasters/slideMaster34.xml" ContentType="application/vnd.openxmlformats-officedocument.presentationml.slideMaster+xml"/>
  <Override PartName="/ppt/slideMasters/slideMaster57.xml" ContentType="application/vnd.openxmlformats-officedocument.presentationml.slideMaster+xml"/>
  <Override PartName="/ppt/slideMasters/slideMaster76.xml" ContentType="application/vnd.openxmlformats-officedocument.presentationml.slideMaster+xml"/>
  <Override PartName="/ppt/slideMasters/slideMaster79.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90.xml" ContentType="application/vnd.openxmlformats-officedocument.theme+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0.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9.xml" ContentType="application/vnd.openxmlformats-officedocument.presentationml.slideLayout+xml"/>
  <Override PartName="/ppt/slideLayouts/slideLayout51.xml" ContentType="application/vnd.openxmlformats-officedocument.presentationml.slideLayout+xml"/>
  <Override PartName="/ppt/slideLayouts/slideLayout8.xml" ContentType="application/vnd.openxmlformats-officedocument.presentationml.slideLayout+xml"/>
  <Override PartName="/ppt/slideLayouts/slideLayout23.xml" ContentType="application/vnd.openxmlformats-officedocument.presentationml.slideLayout+xml"/>
  <Override PartName="/ppt/slideLayouts/slideLayout49.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88.xml" ContentType="application/vnd.openxmlformats-officedocument.presentationml.slideLayout+xml"/>
  <Override PartName="/ppt/slideLayouts/slideLayout64.xml" ContentType="application/vnd.openxmlformats-officedocument.presentationml.slideLayout+xml"/>
  <Override PartName="/ppt/slideLayouts/slideLayout60.xml" ContentType="application/vnd.openxmlformats-officedocument.presentationml.slideLayout+xml"/>
  <Override PartName="/ppt/slideLayouts/slideLayout67.xml" ContentType="application/vnd.openxmlformats-officedocument.presentationml.slideLayout+xml"/>
  <Override PartName="/ppt/slideLayouts/slideLayout46.xml" ContentType="application/vnd.openxmlformats-officedocument.presentationml.slideLayout+xml"/>
  <Override PartName="/ppt/slideLayouts/slideLayout68.xml" ContentType="application/vnd.openxmlformats-officedocument.presentationml.slideLayout+xml"/>
  <Override PartName="/ppt/slideLayouts/slideLayout66.xml" ContentType="application/vnd.openxmlformats-officedocument.presentationml.slideLayout+xml"/>
  <Override PartName="/ppt/slideLayouts/slideLayout57.xml" ContentType="application/vnd.openxmlformats-officedocument.presentationml.slideLayout+xml"/>
  <Override PartName="/ppt/slideLayouts/slideLayout31.xml" ContentType="application/vnd.openxmlformats-officedocument.presentationml.slideLayout+xml"/>
  <Override PartName="/ppt/slideLayouts/slideLayout18.xml" ContentType="application/vnd.openxmlformats-officedocument.presentationml.slideLayout+xml"/>
  <Override PartName="/ppt/slideLayouts/slideLayout71.xml" ContentType="application/vnd.openxmlformats-officedocument.presentationml.slideLayout+xml"/>
  <Override PartName="/ppt/slideLayouts/slideLayout32.xml" ContentType="application/vnd.openxmlformats-officedocument.presentationml.slideLayout+xml"/>
  <Override PartName="/ppt/slideLayouts/slideLayout89.xml" ContentType="application/vnd.openxmlformats-officedocument.presentationml.slideLayout+xml"/>
  <Override PartName="/ppt/slideLayouts/slideLayout78.xml" ContentType="application/vnd.openxmlformats-officedocument.presentationml.slideLayout+xml"/>
  <Override PartName="/ppt/slideLayouts/slideLayout27.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87.xml" ContentType="application/vnd.openxmlformats-officedocument.presentationml.slideLayout+xml"/>
  <Override PartName="/ppt/slideLayouts/slideLayout63.xml" ContentType="application/vnd.openxmlformats-officedocument.presentationml.slideLayout+xml"/>
  <Override PartName="/ppt/slideLayouts/slideLayout1.xml" ContentType="application/vnd.openxmlformats-officedocument.presentationml.slideLayout+xml"/>
  <Override PartName="/ppt/slideLayouts/slideLayout59.xml" ContentType="application/vnd.openxmlformats-officedocument.presentationml.slideLayout+xml"/>
  <Override PartName="/ppt/slideLayouts/slideLayout77.xml" ContentType="application/vnd.openxmlformats-officedocument.presentationml.slideLayout+xml"/>
  <Override PartName="/ppt/slideLayouts/slideLayout41.xml" ContentType="application/vnd.openxmlformats-officedocument.presentationml.slideLayout+xml"/>
  <Override PartName="/ppt/slideLayouts/slideLayout65.xml" ContentType="application/vnd.openxmlformats-officedocument.presentationml.slideLayout+xml"/>
  <Override PartName="/ppt/slideLayouts/slideLayout52.xml" ContentType="application/vnd.openxmlformats-officedocument.presentationml.slideLayout+xml"/>
  <Override PartName="/ppt/slideLayouts/slideLayout75.xml" ContentType="application/vnd.openxmlformats-officedocument.presentationml.slideLayout+xml"/>
  <Override PartName="/ppt/slideLayouts/slideLayout58.xml" ContentType="application/vnd.openxmlformats-officedocument.presentationml.slideLayout+xml"/>
  <Override PartName="/ppt/slideLayouts/slideLayout38.xml" ContentType="application/vnd.openxmlformats-officedocument.presentationml.slideLayout+xml"/>
  <Override PartName="/ppt/slideLayouts/slideLayout19.xml" ContentType="application/vnd.openxmlformats-officedocument.presentationml.slideLayout+xml"/>
  <Override PartName="/ppt/slideLayouts/slideLayout73.xml" ContentType="application/vnd.openxmlformats-officedocument.presentationml.slideLayout+xml"/>
  <Override PartName="/ppt/slideLayouts/slideLayout85.xml" ContentType="application/vnd.openxmlformats-officedocument.presentationml.slideLayout+xml"/>
  <Override PartName="/ppt/slideLayouts/slideLayout44.xml" ContentType="application/vnd.openxmlformats-officedocument.presentationml.slideLayout+xml"/>
  <Override PartName="/ppt/slideLayouts/slideLayout17.xml" ContentType="application/vnd.openxmlformats-officedocument.presentationml.slideLayout+xml"/>
  <Override PartName="/ppt/slideLayouts/slideLayout84.xml" ContentType="application/vnd.openxmlformats-officedocument.presentationml.slideLayout+xml"/>
  <Override PartName="/ppt/slideLayouts/slideLayout76.xml" ContentType="application/vnd.openxmlformats-officedocument.presentationml.slideLayout+xml"/>
  <Override PartName="/ppt/slideLayouts/slideLayout81.xml" ContentType="application/vnd.openxmlformats-officedocument.presentationml.slideLayout+xml"/>
  <Override PartName="/ppt/slideLayouts/slideLayout3.xml" ContentType="application/vnd.openxmlformats-officedocument.presentationml.slideLayout+xml"/>
  <Override PartName="/ppt/slideLayouts/slideLayout86.xml" ContentType="application/vnd.openxmlformats-officedocument.presentationml.slideLayout+xml"/>
  <Override PartName="/ppt/slideLayouts/slideLayout26.xml" ContentType="application/vnd.openxmlformats-officedocument.presentationml.slideLayout+xml"/>
  <Override PartName="/ppt/slideLayouts/slideLayout83.xml" ContentType="application/vnd.openxmlformats-officedocument.presentationml.slideLayout+xml"/>
  <Override PartName="/ppt/slideLayouts/slideLayout29.xml" ContentType="application/vnd.openxmlformats-officedocument.presentationml.slideLayout+xml"/>
  <Override PartName="/ppt/slideLayouts/slideLayout80.xml" ContentType="application/vnd.openxmlformats-officedocument.presentationml.slideLayout+xml"/>
  <Override PartName="/ppt/slideLayouts/slideLayout24.xml" ContentType="application/vnd.openxmlformats-officedocument.presentationml.slideLayout+xml"/>
  <Override PartName="/ppt/slideLayouts/slideLayout12.xml" ContentType="application/vnd.openxmlformats-officedocument.presentationml.slideLayout+xml"/>
  <Override PartName="/ppt/slideLayouts/slideLayout72.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30.xml" ContentType="application/vnd.openxmlformats-officedocument.presentationml.slideLayout+xml"/>
  <Override PartName="/ppt/slideLayouts/slideLayout69.xml" ContentType="application/vnd.openxmlformats-officedocument.presentationml.slideLayout+xml"/>
  <Override PartName="/ppt/slideLayouts/slideLayout39.xml" ContentType="application/vnd.openxmlformats-officedocument.presentationml.slideLayout+xml"/>
  <Override PartName="/ppt/slideLayouts/slideLayout25.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45.xml" ContentType="application/vnd.openxmlformats-officedocument.presentationml.slideLayout+xml"/>
  <Override PartName="/ppt/slideLayouts/slideLayout4.xml" ContentType="application/vnd.openxmlformats-officedocument.presentationml.slideLayout+xml"/>
  <Override PartName="/ppt/slideLayouts/slideLayout20.xml" ContentType="application/vnd.openxmlformats-officedocument.presentationml.slideLayout+xml"/>
  <Override PartName="/ppt/slideLayouts/slideLayout50.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slideLayouts/slideLayout22.xml" ContentType="application/vnd.openxmlformats-officedocument.presentationml.slideLayout+xml"/>
  <Override PartName="/ppt/slideLayouts/slideLayout47.xml" ContentType="application/vnd.openxmlformats-officedocument.presentationml.slideLayout+xml"/>
  <Override PartName="/ppt/slideLayouts/slideLayout21.xml" ContentType="application/vnd.openxmlformats-officedocument.presentationml.slideLayout+xml"/>
  <Override PartName="/ppt/slideLayouts/slideLayout79.xml" ContentType="application/vnd.openxmlformats-officedocument.presentationml.slideLayout+xml"/>
  <Override PartName="/ppt/slideLayouts/slideLayout74.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82.xml" ContentType="application/vnd.openxmlformats-officedocument.presentationml.slideLayout+xml"/>
  <Override PartName="/ppt/slideLayouts/slideLayout11.xml" ContentType="application/vnd.openxmlformats-officedocument.presentationml.slideLayout+xml"/>
  <Override PartName="/ppt/slideLayouts/slideLayout70.xml" ContentType="application/vnd.openxmlformats-officedocument.presentationml.slideLayout+xml"/>
  <Override PartName="/ppt/slideLayouts/slideLayout48.xml" ContentType="application/vnd.openxmlformats-officedocument.presentationml.slideLayout+xml"/>
  <Override PartName="/ppt/presProps.xml" ContentType="application/vnd.openxmlformats-officedocument.presentationml.presProps+xml"/>
  <Override PartName="/ppt/media/image59.svg" ContentType="image/svg"/>
  <Override PartName="/ppt/media/image44.svg" ContentType="image/svg"/>
  <Override PartName="/ppt/media/image33.svg" ContentType="image/svg"/>
  <Override PartName="/ppt/media/image7.emf" ContentType="image/x-emf"/>
  <Override PartName="/ppt/media/image14.emf" ContentType="image/x-emf"/>
  <Override PartName="/ppt/media/image35.svg" ContentType="image/svg"/>
  <Override PartName="/ppt/media/image27.svg" ContentType="image/svg"/>
  <Override PartName="/ppt/media/image23.svg" ContentType="image/svg"/>
  <Override PartName="/ppt/media/image61.svg" ContentType="image/svg"/>
  <Override PartName="/ppt/media/image29.svg" ContentType="image/svg"/>
  <Override PartName="/ppt/media/image31.svg" ContentType="image/svg"/>
  <Override PartName="/ppt/media/image3.emf" ContentType="image/x-emf"/>
  <Override PartName="/ppt/media/image101.svg" ContentType="image/svg"/>
  <Override PartName="/ppt/media/image99.svg" ContentType="image/svg"/>
  <Override PartName="/ppt/media/image95.svg" ContentType="image/svg"/>
  <Override PartName="/ppt/media/image25.svg" ContentType="image/svg"/>
  <Override PartName="/ppt/media/image97.svg" ContentType="image/svg"/>
  <Override PartName="/ppt/media/image37.svg" ContentType="image/svg"/>
  <Override PartName="/ppt/media/image63.svg" ContentType="image/svg"/>
  <Override PartName="/ppt/media/image42.svg" ContentType="image/svg"/>
  <Override PartName="/ppt/media/image46.svg" ContentType="image/svg"/>
  <Override PartName="/ppt/media/image20.svg" ContentType="image/svg"/>
  <Override PartName="/ppt/media/image16.emf" ContentType="image/x-emf"/>
  <Override PartName="/ppt/media/image65.svg" ContentType="image/svg"/>
  <Override PartName="/ppt/media/image12.svg" ContentType="image/svg"/>
  <Override PartName="/ppt/media/image40.svg" ContentType="image/svg"/>
  <Override PartName="/ppt/media/image48.svg" ContentType="image/svg"/>
  <Override PartName="/ppt/media/image57.svg" ContentType="image/svg"/>
  <Override PartName="/ppt/notesMasters/notesMaster1.xml" ContentType="application/vnd.openxmlformats-officedocument.presentationml.notesMaster+xml"/>
  <Override PartName="/ppt/slides/slide12.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5" r:id="rId3"/>
    <p:sldMasterId id="2147483683" r:id="rId4"/>
    <p:sldMasterId id="2147483707" r:id="rId5"/>
    <p:sldMasterId id="2147483727" r:id="rId6"/>
    <p:sldMasterId id="214748373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7.xml"/><Relationship Id="rId4" Type="http://schemas.openxmlformats.org/officeDocument/2006/relationships/slideMaster" Target="slideMasters/slideMaster34.xml"/><Relationship Id="rId5" Type="http://schemas.openxmlformats.org/officeDocument/2006/relationships/slideMaster" Target="slideMasters/slideMaster57.xml"/><Relationship Id="rId6" Type="http://schemas.openxmlformats.org/officeDocument/2006/relationships/slideMaster" Target="slideMasters/slideMaster76.xml"/><Relationship Id="rId7" Type="http://schemas.openxmlformats.org/officeDocument/2006/relationships/slideMaster" Target="slideMasters/slideMaster79.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9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2"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fr-FR" sz="1800" b="0" u="none" strike="noStrike">
                <a:solidFill>
                  <a:schemeClr val="dk1"/>
                </a:solidFill>
                <a:effectLst/>
                <a:uFillTx/>
                <a:latin typeface="Arial"/>
              </a:rPr>
              <a:t>Click to move the slide</a:t>
            </a:r>
            <a:endParaRPr lang="fr-FR" sz="1800" b="0" u="none" strike="noStrike">
              <a:solidFill>
                <a:schemeClr val="dk1"/>
              </a:solidFill>
              <a:effectLst/>
              <a:uFillTx/>
              <a:latin typeface="Arial"/>
            </a:endParaRPr>
          </a:p>
        </p:txBody>
      </p:sp>
      <p:sp>
        <p:nvSpPr>
          <p:cNvPr id="80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804"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805" name="PlaceHolder 4"/>
          <p:cNvSpPr>
            <a:spLocks noGrp="1"/>
          </p:cNvSpPr>
          <p:nvPr>
            <p:ph type="dt" idx="57"/>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806" name="PlaceHolder 5"/>
          <p:cNvSpPr>
            <a:spLocks noGrp="1"/>
          </p:cNvSpPr>
          <p:nvPr>
            <p:ph type="ftr" idx="58"/>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807" name="PlaceHolder 6"/>
          <p:cNvSpPr>
            <a:spLocks noGrp="1"/>
          </p:cNvSpPr>
          <p:nvPr>
            <p:ph type="sldNum" idx="59"/>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9ADA9F2-2EEA-4748-87A0-5338E327BDD6}"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4" name="PlaceHolder 1"/>
          <p:cNvSpPr>
            <a:spLocks noGrp="1"/>
          </p:cNvSpPr>
          <p:nvPr>
            <p:ph type="sldImg"/>
          </p:nvPr>
        </p:nvSpPr>
        <p:spPr>
          <a:xfrm>
            <a:off x="685800" y="1143000"/>
            <a:ext cx="5486040" cy="3085920"/>
          </a:xfrm>
          <a:prstGeom prst="rect">
            <a:avLst/>
          </a:prstGeom>
          <a:ln w="0">
            <a:noFill/>
          </a:ln>
        </p:spPr>
      </p:sp>
      <p:sp>
        <p:nvSpPr>
          <p:cNvPr id="13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06"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u="none" strike="noStrike">
                <a:solidFill>
                  <a:srgbClr val="000000"/>
                </a:solidFill>
                <a:effectLst/>
                <a:uFillTx/>
                <a:latin typeface="Times New Roman"/>
              </a:defRPr>
            </a:lvl1pPr>
          </a:lstStyle>
          <a:p>
            <a:pPr indent="0" algn="r">
              <a:lnSpc>
                <a:spcPct val="100000"/>
              </a:lnSpc>
              <a:buNone/>
            </a:pPr>
            <a:fld id="{16390A5B-F47D-405F-89CF-8C1CACF6B2AB}" type="slidenum">
              <a:rPr lang="fr-FR"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7" name="PlaceHolder 1"/>
          <p:cNvSpPr>
            <a:spLocks noGrp="1"/>
          </p:cNvSpPr>
          <p:nvPr>
            <p:ph type="sldImg"/>
          </p:nvPr>
        </p:nvSpPr>
        <p:spPr>
          <a:xfrm>
            <a:off x="685800" y="1143000"/>
            <a:ext cx="5486040" cy="3085920"/>
          </a:xfrm>
          <a:prstGeom prst="rect">
            <a:avLst/>
          </a:prstGeom>
          <a:ln w="0">
            <a:noFill/>
          </a:ln>
        </p:spPr>
      </p:sp>
      <p:sp>
        <p:nvSpPr>
          <p:cNvPr id="13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Fondée en 2021, INOX TECHNOLOGIES est un intégrateur de solutions informatiques spécialisé dans les NTIC. Nous avons accompagné de nombreuses structures dans leur transformation digitale en apportant expertise, innovation et accompagnement personnalisé.</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fr-FR" sz="2000" b="0" u="none" strike="noStrike">
                <a:solidFill>
                  <a:srgbClr val="000000"/>
                </a:solidFill>
                <a:effectLst/>
                <a:uFillTx/>
                <a:latin typeface="Arial"/>
              </a:rPr>
              <a:t>Chez INOX TECHNOLOGIES, nous croyons en la flexibilité. C’est pourquoi nous maîtrisons différents modes de déploiement : que ce soit sous forme d’appliance, en environnement virtualisé, hébergé ou dans le cloud, nous nous adaptons à vos contraintes techniques et à vos objectifs métier. Nous allons même plus loin avec des agents et des solutions containerisées pour une agilité maximale.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i="1" u="none" strike="noStrike">
                <a:solidFill>
                  <a:srgbClr val="000000"/>
                </a:solidFill>
                <a:effectLst/>
                <a:uFillTx/>
                <a:latin typeface="Arial"/>
              </a:rPr>
              <a:t>Notre vision est simple mais ambitieuse : améliorer la performance et la compétitivité de nos clients. Pour cela, nous explorons en permanence de nouveaux domaines afin d’élargir notre offre de services. Cette démarche proactive nous permet de rester à la pointe de la technologie tout en gardant une approche humaine et orientée client.</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u="none" strike="noStrike">
                <a:solidFill>
                  <a:srgbClr val="000000"/>
                </a:solidFill>
                <a:effectLst/>
                <a:uFillTx/>
                <a:latin typeface="Arial"/>
              </a:rPr>
              <a:t>Ce qui fait notre force, c’est notre capacité à capitaliser sur l’expérience. Nous tirons des enseignements concrets de chaque projet pour offrir à nos clients une réelle valeur ajoutée, tant sur le plan stratégique que technique.</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1309"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Calibri"/>
                <a:ea typeface="+mn-ea"/>
              </a:defRPr>
            </a:lvl1pPr>
          </a:lstStyle>
          <a:p>
            <a:pPr indent="0" algn="r" defTabSz="914400">
              <a:lnSpc>
                <a:spcPct val="100000"/>
              </a:lnSpc>
              <a:buNone/>
              <a:tabLst>
                <a:tab pos="0" algn="l"/>
              </a:tabLst>
            </a:pPr>
            <a:fld id="{C04B67E0-67CB-44BE-A00B-4F9254E8CABA}" type="slidenum">
              <a:rPr lang="en-US" sz="1200" b="0" u="none" strike="noStrike">
                <a:solidFill>
                  <a:srgbClr val="000000"/>
                </a:solidFill>
                <a:effectLst/>
                <a:uFillTx/>
                <a:latin typeface="Calibri"/>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0" name="PlaceHolder 1"/>
          <p:cNvSpPr>
            <a:spLocks noGrp="1"/>
          </p:cNvSpPr>
          <p:nvPr>
            <p:ph type="sldImg"/>
          </p:nvPr>
        </p:nvSpPr>
        <p:spPr>
          <a:xfrm>
            <a:off x="685800" y="1143000"/>
            <a:ext cx="5486040" cy="3085920"/>
          </a:xfrm>
          <a:prstGeom prst="rect">
            <a:avLst/>
          </a:prstGeom>
          <a:ln w="0">
            <a:noFill/>
          </a:ln>
        </p:spPr>
      </p:sp>
      <p:sp>
        <p:nvSpPr>
          <p:cNvPr id="13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Notre force réside dans notre capacité à structurer notre savoir-faire autour de </a:t>
            </a:r>
            <a:r>
              <a:rPr lang="fr-FR" sz="2000" b="1" u="none" strike="noStrike">
                <a:solidFill>
                  <a:srgbClr val="000000"/>
                </a:solidFill>
                <a:effectLst/>
                <a:uFillTx/>
                <a:latin typeface="Arial"/>
              </a:rPr>
              <a:t>quatre pôles de compétences complémentaires</a:t>
            </a:r>
            <a:r>
              <a:rPr lang="fr-FR" sz="2000" b="0" u="none" strike="noStrike">
                <a:solidFill>
                  <a:srgbClr val="000000"/>
                </a:solidFill>
                <a:effectLst/>
                <a:uFillTx/>
                <a:latin typeface="Arial"/>
              </a:rPr>
              <a:t>, Chacun de ces pôles représente un centre d'expertise unique: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fr-FR" sz="2000" b="1" u="none" strike="noStrike">
                <a:solidFill>
                  <a:srgbClr val="000000"/>
                </a:solidFill>
                <a:effectLst/>
                <a:uFillTx/>
                <a:latin typeface="Arial"/>
              </a:rPr>
              <a:t>🟣 Datacenter, Cloud Computing &amp; Productivité</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fr-FR" sz="2000" b="1" u="none" strike="noStrike">
                <a:solidFill>
                  <a:srgbClr val="000000"/>
                </a:solidFill>
                <a:effectLst/>
                <a:uFillTx/>
                <a:latin typeface="Arial"/>
              </a:rPr>
              <a:t>🟢 Réseaux &amp; Sécurité</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fr-FR" sz="2000" b="1" u="none" strike="noStrike">
                <a:solidFill>
                  <a:srgbClr val="000000"/>
                </a:solidFill>
                <a:effectLst/>
                <a:uFillTx/>
                <a:latin typeface="Arial"/>
              </a:rPr>
              <a:t>🔵 Digitalisation, Développement &amp; Intégration de Logiciels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fr-FR" sz="2000" b="1" u="none" strike="noStrike">
                <a:solidFill>
                  <a:srgbClr val="000000"/>
                </a:solidFill>
                <a:effectLst/>
                <a:uFillTx/>
                <a:latin typeface="Arial"/>
              </a:rPr>
              <a:t>🟠 Formation &amp; Support / Infogérance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fr-FR" sz="2000" b="0" u="none" strike="noStrike">
                <a:solidFill>
                  <a:srgbClr val="000000"/>
                </a:solidFill>
                <a:effectLst/>
                <a:uFillTx/>
                <a:latin typeface="Arial"/>
              </a:rPr>
              <a:t>Permettez-nous de vous présenter chacun d'eux plus en détail.</a:t>
            </a:r>
            <a:endParaRPr lang="en-US" sz="2000" b="0" u="none" strike="noStrike">
              <a:solidFill>
                <a:srgbClr val="000000"/>
              </a:solidFill>
              <a:effectLst/>
              <a:uFillTx/>
              <a:latin typeface="Arial"/>
            </a:endParaRPr>
          </a:p>
        </p:txBody>
      </p:sp>
      <p:sp>
        <p:nvSpPr>
          <p:cNvPr id="1312"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Calibri"/>
                <a:ea typeface="+mn-ea"/>
              </a:defRPr>
            </a:lvl1pPr>
          </a:lstStyle>
          <a:p>
            <a:pPr indent="0" algn="r" defTabSz="914400">
              <a:lnSpc>
                <a:spcPct val="100000"/>
              </a:lnSpc>
              <a:buNone/>
              <a:tabLst>
                <a:tab pos="0" algn="l"/>
              </a:tabLst>
            </a:pPr>
            <a:fld id="{330A6126-4B49-46A3-803A-88A35EC21519}" type="slidenum">
              <a:rPr lang="en-US" sz="1200" b="0" u="none" strike="noStrike">
                <a:solidFill>
                  <a:srgbClr val="000000"/>
                </a:solidFill>
                <a:effectLst/>
                <a:uFillTx/>
                <a:latin typeface="Calibri"/>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3" name="PlaceHolder 1"/>
          <p:cNvSpPr>
            <a:spLocks noGrp="1"/>
          </p:cNvSpPr>
          <p:nvPr>
            <p:ph type="sldImg"/>
          </p:nvPr>
        </p:nvSpPr>
        <p:spPr>
          <a:xfrm>
            <a:off x="685800" y="1143000"/>
            <a:ext cx="5486040" cy="3085920"/>
          </a:xfrm>
          <a:prstGeom prst="rect">
            <a:avLst/>
          </a:prstGeom>
          <a:ln w="0">
            <a:noFill/>
          </a:ln>
        </p:spPr>
      </p:sp>
      <p:sp>
        <p:nvSpPr>
          <p:cNvPr id="13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fr-FR" sz="2000" b="0" i="1" u="none" strike="noStrike">
                <a:solidFill>
                  <a:srgbClr val="000000"/>
                </a:solidFill>
                <a:effectLst/>
                <a:uFillTx/>
                <a:latin typeface="Arial"/>
              </a:rPr>
              <a:t>Le datacenter est aujourd’hui la pierre angulaire de toute infrastructure IT performante.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u="none" strike="noStrike">
                <a:solidFill>
                  <a:srgbClr val="000000"/>
                </a:solidFill>
                <a:effectLst/>
                <a:uFillTx/>
                <a:latin typeface="Arial"/>
              </a:rPr>
              <a:t>Nous concevons et déployons des datacenters performants, sécurisés et évolutifs. Chaque infrastructure est pensée pour répondre à vos besoins actuels, tout en anticipant ceux de demain. Notre objectif : fiabilité, sécurité, disponibilité et performance.</a:t>
            </a:r>
            <a:br>
              <a:rPr sz="2000"/>
            </a:b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u="none" strike="noStrike">
                <a:solidFill>
                  <a:srgbClr val="000000"/>
                </a:solidFill>
                <a:effectLst/>
                <a:uFillTx/>
                <a:latin typeface="Arial"/>
              </a:rPr>
              <a:t>Nous proposons également un accompagnement personnalisé dans votre transition vers le cloud. Qu’il s’agisse d’un environnement privé, public ou hybride, nous déployons des solutions sur mesure qui vous permettent de rester agile et compétitif.</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u="none" strike="noStrike">
                <a:solidFill>
                  <a:srgbClr val="000000"/>
                </a:solidFill>
                <a:effectLst/>
                <a:uFillTx/>
                <a:latin typeface="Arial"/>
              </a:rPr>
              <a:t>Les données sont un capital stratégique. Nous mettons en œuvre des dispositifs de sécurité robustes pour les protéger, tout en assurant la continuité de vos services critiques, même en cas de panne ou d’incident.</a:t>
            </a:r>
            <a:endParaRPr lang="en-US" sz="2000" b="0" u="none" strike="noStrike">
              <a:solidFill>
                <a:srgbClr val="000000"/>
              </a:solidFill>
              <a:effectLst/>
              <a:uFillTx/>
              <a:latin typeface="Arial"/>
            </a:endParaRPr>
          </a:p>
        </p:txBody>
      </p:sp>
      <p:sp>
        <p:nvSpPr>
          <p:cNvPr id="1315"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E6FC439-5430-4C75-BBB6-BE59D59CA27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6" name="PlaceHolder 1"/>
          <p:cNvSpPr>
            <a:spLocks noGrp="1"/>
          </p:cNvSpPr>
          <p:nvPr>
            <p:ph type="sldImg"/>
          </p:nvPr>
        </p:nvSpPr>
        <p:spPr>
          <a:xfrm>
            <a:off x="685800" y="1143000"/>
            <a:ext cx="5486040" cy="3085920"/>
          </a:xfrm>
          <a:prstGeom prst="rect">
            <a:avLst/>
          </a:prstGeom>
          <a:ln w="0">
            <a:noFill/>
          </a:ln>
        </p:spPr>
      </p:sp>
      <p:sp>
        <p:nvSpPr>
          <p:cNvPr id="13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fr-FR" sz="2000" b="0" i="1" u="none" strike="noStrike">
                <a:solidFill>
                  <a:srgbClr val="000000"/>
                </a:solidFill>
                <a:effectLst/>
                <a:uFillTx/>
                <a:latin typeface="Arial"/>
              </a:rPr>
              <a:t>Un système d’information n’a de la valeur que s’il est bien connecté et sécurisé. </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fr-FR" sz="2000" b="0" u="none" strike="noStrike">
                <a:solidFill>
                  <a:srgbClr val="000000"/>
                </a:solidFill>
                <a:effectLst/>
                <a:uFillTx/>
                <a:latin typeface="Arial"/>
              </a:rPr>
              <a:t>Nos ingénieurs conçoivent des réseaux </a:t>
            </a:r>
            <a:r>
              <a:rPr lang="fr-FR" sz="2000" b="1" u="none" strike="noStrike">
                <a:solidFill>
                  <a:srgbClr val="000000"/>
                </a:solidFill>
                <a:effectLst/>
                <a:uFillTx/>
                <a:latin typeface="Arial"/>
              </a:rPr>
              <a:t>résilients</a:t>
            </a:r>
            <a:r>
              <a:rPr lang="fr-FR" sz="2000" b="0" u="none" strike="noStrike">
                <a:solidFill>
                  <a:srgbClr val="000000"/>
                </a:solidFill>
                <a:effectLst/>
                <a:uFillTx/>
                <a:latin typeface="Arial"/>
              </a:rPr>
              <a:t>, </a:t>
            </a:r>
            <a:r>
              <a:rPr lang="fr-FR" sz="2000" b="1" u="none" strike="noStrike">
                <a:solidFill>
                  <a:srgbClr val="000000"/>
                </a:solidFill>
                <a:effectLst/>
                <a:uFillTx/>
                <a:latin typeface="Arial"/>
              </a:rPr>
              <a:t>tolérants aux pannes</a:t>
            </a:r>
            <a:r>
              <a:rPr lang="fr-FR" sz="2000" b="0" u="none" strike="noStrike">
                <a:solidFill>
                  <a:srgbClr val="000000"/>
                </a:solidFill>
                <a:effectLst/>
                <a:uFillTx/>
                <a:latin typeface="Arial"/>
              </a:rPr>
              <a:t> et </a:t>
            </a:r>
            <a:r>
              <a:rPr lang="fr-FR" sz="2000" b="1" u="none" strike="noStrike">
                <a:solidFill>
                  <a:srgbClr val="000000"/>
                </a:solidFill>
                <a:effectLst/>
                <a:uFillTx/>
                <a:latin typeface="Arial"/>
              </a:rPr>
              <a:t>évolutifs</a:t>
            </a:r>
            <a:r>
              <a:rPr lang="fr-FR" sz="2000" b="0" u="none" strike="noStrike">
                <a:solidFill>
                  <a:srgbClr val="000000"/>
                </a:solidFill>
                <a:effectLst/>
                <a:uFillTx/>
                <a:latin typeface="Arial"/>
              </a:rPr>
              <a:t>, capables de soutenir vos ambitions sans interruption.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fr-FR" sz="2000" b="0" u="none" strike="noStrike">
                <a:solidFill>
                  <a:srgbClr val="000000"/>
                </a:solidFill>
                <a:effectLst/>
                <a:uFillTx/>
                <a:latin typeface="Arial"/>
              </a:rPr>
              <a:t>Face à l’évolution constante des menaces, la sécurité doit être dynamique et multicouche. Nous déployons des solutions de </a:t>
            </a:r>
            <a:r>
              <a:rPr lang="fr-FR" sz="2000" b="1" u="none" strike="noStrike">
                <a:solidFill>
                  <a:srgbClr val="000000"/>
                </a:solidFill>
                <a:effectLst/>
                <a:uFillTx/>
                <a:latin typeface="Arial"/>
              </a:rPr>
              <a:t>cybersécurité de nouvelle génération</a:t>
            </a:r>
            <a:r>
              <a:rPr lang="fr-FR" sz="2000" b="0" u="none" strike="noStrike">
                <a:solidFill>
                  <a:srgbClr val="000000"/>
                </a:solidFill>
                <a:effectLst/>
                <a:uFillTx/>
                <a:latin typeface="Arial"/>
              </a:rPr>
              <a:t>, adaptées à votre contexte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fr-FR" sz="2000" b="0" u="none" strike="noStrike">
                <a:solidFill>
                  <a:srgbClr val="000000"/>
                </a:solidFill>
                <a:effectLst/>
                <a:uFillTx/>
                <a:latin typeface="Arial"/>
              </a:rPr>
              <a:t>La performance ne suffit pas si elle n’est pas durable. C’est pourquoi nous assurons une </a:t>
            </a:r>
            <a:r>
              <a:rPr lang="fr-FR" sz="2000" b="1" u="none" strike="noStrike">
                <a:solidFill>
                  <a:srgbClr val="000000"/>
                </a:solidFill>
                <a:effectLst/>
                <a:uFillTx/>
                <a:latin typeface="Arial"/>
              </a:rPr>
              <a:t>surveillance continue</a:t>
            </a:r>
            <a:r>
              <a:rPr lang="fr-FR" sz="2000" b="0" u="none" strike="noStrike">
                <a:solidFill>
                  <a:srgbClr val="000000"/>
                </a:solidFill>
                <a:effectLst/>
                <a:uFillTx/>
                <a:latin typeface="Arial"/>
              </a:rPr>
              <a:t> de votre infrastructure et mettons en place une </a:t>
            </a:r>
            <a:r>
              <a:rPr lang="fr-FR" sz="2000" b="1" u="none" strike="noStrike">
                <a:solidFill>
                  <a:srgbClr val="000000"/>
                </a:solidFill>
                <a:effectLst/>
                <a:uFillTx/>
                <a:latin typeface="Arial"/>
              </a:rPr>
              <a:t>réactivité immédiate</a:t>
            </a:r>
            <a:r>
              <a:rPr lang="fr-FR" sz="2000" b="0" u="none" strike="noStrike">
                <a:solidFill>
                  <a:srgbClr val="000000"/>
                </a:solidFill>
                <a:effectLst/>
                <a:uFillTx/>
                <a:latin typeface="Arial"/>
              </a:rPr>
              <a:t> face aux incidents.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fr-FR" sz="2000" b="0" u="none" strike="noStrike">
                <a:solidFill>
                  <a:srgbClr val="000000"/>
                </a:solidFill>
                <a:effectLst/>
                <a:uFillTx/>
                <a:latin typeface="Arial"/>
              </a:rPr>
              <a:t>La </a:t>
            </a:r>
            <a:r>
              <a:rPr lang="fr-FR" sz="2000" b="1" u="none" strike="noStrike">
                <a:solidFill>
                  <a:srgbClr val="000000"/>
                </a:solidFill>
                <a:effectLst/>
                <a:uFillTx/>
                <a:latin typeface="Arial"/>
              </a:rPr>
              <a:t>robustesse</a:t>
            </a:r>
            <a:r>
              <a:rPr lang="fr-FR" sz="2000" b="0" u="none" strike="noStrike">
                <a:solidFill>
                  <a:srgbClr val="000000"/>
                </a:solidFill>
                <a:effectLst/>
                <a:uFillTx/>
                <a:latin typeface="Arial"/>
              </a:rPr>
              <a:t>, la </a:t>
            </a:r>
            <a:r>
              <a:rPr lang="fr-FR" sz="2000" b="1" u="none" strike="noStrike">
                <a:solidFill>
                  <a:srgbClr val="000000"/>
                </a:solidFill>
                <a:effectLst/>
                <a:uFillTx/>
                <a:latin typeface="Arial"/>
              </a:rPr>
              <a:t>protection intelligente</a:t>
            </a:r>
            <a:r>
              <a:rPr lang="fr-FR" sz="2000" b="0" u="none" strike="noStrike">
                <a:solidFill>
                  <a:srgbClr val="000000"/>
                </a:solidFill>
                <a:effectLst/>
                <a:uFillTx/>
                <a:latin typeface="Arial"/>
              </a:rPr>
              <a:t>, et la </a:t>
            </a:r>
            <a:r>
              <a:rPr lang="fr-FR" sz="2000" b="1" u="none" strike="noStrike">
                <a:solidFill>
                  <a:srgbClr val="000000"/>
                </a:solidFill>
                <a:effectLst/>
                <a:uFillTx/>
                <a:latin typeface="Arial"/>
              </a:rPr>
              <a:t>veille proactive</a:t>
            </a:r>
            <a:r>
              <a:rPr lang="fr-FR" sz="2000" b="0" u="none" strike="noStrike">
                <a:solidFill>
                  <a:srgbClr val="000000"/>
                </a:solidFill>
                <a:effectLst/>
                <a:uFillTx/>
                <a:latin typeface="Arial"/>
              </a:rPr>
              <a:t>. Trois piliers pour faire de votre infrastructure un atout stratégique.</a:t>
            </a:r>
            <a:endParaRPr lang="en-US" sz="2000" b="0" u="none" strike="noStrike">
              <a:solidFill>
                <a:srgbClr val="000000"/>
              </a:solidFill>
              <a:effectLst/>
              <a:uFillTx/>
              <a:latin typeface="Arial"/>
            </a:endParaRPr>
          </a:p>
        </p:txBody>
      </p:sp>
      <p:sp>
        <p:nvSpPr>
          <p:cNvPr id="1318"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9E678D5-0AF4-4415-9E31-5C028C234C9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9" name="PlaceHolder 1"/>
          <p:cNvSpPr>
            <a:spLocks noGrp="1"/>
          </p:cNvSpPr>
          <p:nvPr>
            <p:ph type="sldImg"/>
          </p:nvPr>
        </p:nvSpPr>
        <p:spPr>
          <a:xfrm>
            <a:off x="685800" y="1143000"/>
            <a:ext cx="5486040" cy="3085920"/>
          </a:xfrm>
          <a:prstGeom prst="rect">
            <a:avLst/>
          </a:prstGeom>
          <a:ln w="0">
            <a:noFill/>
          </a:ln>
        </p:spPr>
      </p:sp>
      <p:sp>
        <p:nvSpPr>
          <p:cNvPr id="13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fr-FR" sz="2000" b="0" i="1" u="none" strike="noStrike">
                <a:solidFill>
                  <a:srgbClr val="000000"/>
                </a:solidFill>
                <a:effectLst/>
                <a:uFillTx/>
                <a:latin typeface="Arial"/>
              </a:rPr>
              <a:t>La digitalisation des processus métier est un levier stratégique de compétitivité.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i="1" u="none" strike="noStrike">
                <a:solidFill>
                  <a:srgbClr val="000000"/>
                </a:solidFill>
                <a:effectLst/>
                <a:uFillTx/>
                <a:latin typeface="Arial"/>
              </a:rPr>
              <a:t>Ce pôle est dédié à la conception de solutions sur mesure : du développement web ou mobile à l’intégration d’outils digitaux dans vos processus existants.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i="1" u="none" strike="noStrike">
                <a:solidFill>
                  <a:srgbClr val="000000"/>
                </a:solidFill>
                <a:effectLst/>
                <a:uFillTx/>
                <a:latin typeface="Arial"/>
              </a:rPr>
              <a:t>Notre objectif est de rendre vos systèmes interopérables, performants et orientés utilisateur.</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1321"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0BF53AD-E4C5-410C-AA2F-BAEA3F0FF8B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2" name="PlaceHolder 1"/>
          <p:cNvSpPr>
            <a:spLocks noGrp="1"/>
          </p:cNvSpPr>
          <p:nvPr>
            <p:ph type="sldImg"/>
          </p:nvPr>
        </p:nvSpPr>
        <p:spPr>
          <a:xfrm>
            <a:off x="685800" y="1143000"/>
            <a:ext cx="5486040" cy="3085920"/>
          </a:xfrm>
          <a:prstGeom prst="rect">
            <a:avLst/>
          </a:prstGeom>
          <a:ln w="0">
            <a:noFill/>
          </a:ln>
        </p:spPr>
      </p:sp>
      <p:sp>
        <p:nvSpPr>
          <p:cNvPr id="13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Ce pôle est structuré autour de trois axes majeurs : </a:t>
            </a:r>
            <a:endParaRPr lang="en-US" sz="2000" b="0" u="none" strike="noStrike">
              <a:solidFill>
                <a:srgbClr val="000000"/>
              </a:solidFill>
              <a:effectLst/>
              <a:uFillTx/>
              <a:latin typeface="Arial"/>
            </a:endParaRPr>
          </a:p>
          <a:p>
            <a:pPr indent="0" algn="l">
              <a:lnSpc>
                <a:spcPct val="100000"/>
              </a:lnSpc>
              <a:buNone/>
            </a:pPr>
            <a:r>
              <a:rPr lang="fr-FR" sz="2000" b="0" u="none" strike="noStrike">
                <a:solidFill>
                  <a:srgbClr val="000000"/>
                </a:solidFill>
                <a:effectLst/>
                <a:uFillTx/>
                <a:latin typeface="Arial"/>
              </a:rPr>
              <a:t>formation IT de haut niveau, </a:t>
            </a:r>
            <a:endParaRPr lang="en-US" sz="2000" b="0" u="none" strike="noStrike">
              <a:solidFill>
                <a:srgbClr val="000000"/>
              </a:solidFill>
              <a:effectLst/>
              <a:uFillTx/>
              <a:latin typeface="Arial"/>
            </a:endParaRPr>
          </a:p>
          <a:p>
            <a:pPr indent="0" algn="l">
              <a:lnSpc>
                <a:spcPct val="100000"/>
              </a:lnSpc>
              <a:buNone/>
            </a:pPr>
            <a:r>
              <a:rPr lang="fr-FR" sz="2000" b="0" u="none" strike="noStrike">
                <a:solidFill>
                  <a:srgbClr val="000000"/>
                </a:solidFill>
                <a:effectLst/>
                <a:uFillTx/>
                <a:latin typeface="Arial"/>
              </a:rPr>
              <a:t>support technique réactif et évolutif,</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u="none" strike="noStrike">
                <a:solidFill>
                  <a:srgbClr val="000000"/>
                </a:solidFill>
                <a:effectLst/>
                <a:uFillTx/>
                <a:latin typeface="Arial"/>
              </a:rPr>
              <a:t>Et l’ l’infogérance complète du SI.</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1" u="none" strike="noStrike">
                <a:solidFill>
                  <a:srgbClr val="000000"/>
                </a:solidFill>
                <a:effectLst/>
                <a:uFillTx/>
                <a:latin typeface="Arial"/>
              </a:rPr>
              <a:t>Ensemble, ces quatre pôles forment le socle de notre offre. Ils nous permettent d’adresser les défis technologiques actuels avec agilité, innovation et excellence.</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1324"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47FA78B-A011-4C54-8474-70B44AECA59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5" name="PlaceHolder 1"/>
          <p:cNvSpPr>
            <a:spLocks noGrp="1"/>
          </p:cNvSpPr>
          <p:nvPr>
            <p:ph type="sldImg"/>
          </p:nvPr>
        </p:nvSpPr>
        <p:spPr>
          <a:xfrm>
            <a:off x="685800" y="1143000"/>
            <a:ext cx="5486040" cy="3085920"/>
          </a:xfrm>
          <a:prstGeom prst="rect">
            <a:avLst/>
          </a:prstGeom>
          <a:ln w="0">
            <a:noFill/>
          </a:ln>
        </p:spPr>
      </p:sp>
      <p:sp>
        <p:nvSpPr>
          <p:cNvPr id="13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27"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rgbClr val="000000"/>
                </a:solidFill>
                <a:effectLst/>
                <a:uFillTx/>
                <a:latin typeface="Aptos"/>
                <a:ea typeface="+mn-ea"/>
              </a:defRPr>
            </a:lvl1pPr>
          </a:lstStyle>
          <a:p>
            <a:pPr indent="0" algn="r" defTabSz="914400">
              <a:lnSpc>
                <a:spcPct val="100000"/>
              </a:lnSpc>
              <a:buNone/>
              <a:tabLst>
                <a:tab pos="0" algn="l"/>
              </a:tabLst>
            </a:pPr>
            <a:fld id="{3F2F0B25-1361-4886-BDA5-89B1A6C02155}" type="slidenum">
              <a:rPr lang="fr-FR" sz="1200" b="0" u="none" strike="noStrike">
                <a:solidFill>
                  <a:srgbClr val="000000"/>
                </a:solidFill>
                <a:effectLst/>
                <a:uFillTx/>
                <a:latin typeface="Aptos"/>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8" name="PlaceHolder 1"/>
          <p:cNvSpPr>
            <a:spLocks noGrp="1"/>
          </p:cNvSpPr>
          <p:nvPr>
            <p:ph type="sldImg"/>
          </p:nvPr>
        </p:nvSpPr>
        <p:spPr>
          <a:xfrm>
            <a:off x="685800" y="1143000"/>
            <a:ext cx="5486040" cy="3085920"/>
          </a:xfrm>
          <a:prstGeom prst="rect">
            <a:avLst/>
          </a:prstGeom>
          <a:ln w="0">
            <a:noFill/>
          </a:ln>
        </p:spPr>
      </p:sp>
      <p:sp>
        <p:nvSpPr>
          <p:cNvPr id="13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fr-FR" sz="2000" b="0" i="1" u="none" strike="noStrike">
                <a:solidFill>
                  <a:srgbClr val="000000"/>
                </a:solidFill>
                <a:effectLst/>
                <a:uFillTx/>
                <a:latin typeface="Arial"/>
              </a:rPr>
              <a:t>Derrière chaque projet réussi, il y a une équipe.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i="1" u="none" strike="noStrike">
                <a:solidFill>
                  <a:srgbClr val="000000"/>
                </a:solidFill>
                <a:effectLst/>
                <a:uFillTx/>
                <a:latin typeface="Arial"/>
              </a:rPr>
              <a:t>Chez INOX, nous réunissons des experts aux compétences complémentaires, passionnés par la technologie et engagés pour la réussite de nos clients.</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i="1" u="none" strike="noStrike">
                <a:solidFill>
                  <a:srgbClr val="000000"/>
                </a:solidFill>
                <a:effectLst/>
                <a:uFillTx/>
                <a:latin typeface="Arial"/>
              </a:rPr>
              <a:t> </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i="1" u="none" strike="noStrike">
                <a:solidFill>
                  <a:srgbClr val="000000"/>
                </a:solidFill>
                <a:effectLst/>
                <a:uFillTx/>
                <a:latin typeface="Arial"/>
              </a:rPr>
              <a:t>C’est cette synergie qui nous permet de transformer vos ambitions en réalité.</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marL="171360" indent="-171360" algn="l" defTabSz="914400">
              <a:lnSpc>
                <a:spcPct val="100000"/>
              </a:lnSpc>
              <a:buClr>
                <a:srgbClr val="000000"/>
              </a:buClr>
              <a:buFont typeface="Arial"/>
              <a:buChar char="•"/>
              <a:tabLst>
                <a:tab pos="0" algn="l"/>
              </a:tabLst>
            </a:pPr>
            <a:r>
              <a:rPr lang="fr-FR" sz="2000" b="1" u="none" strike="noStrike">
                <a:solidFill>
                  <a:srgbClr val="000000"/>
                </a:solidFill>
                <a:effectLst/>
                <a:uFillTx/>
                <a:latin typeface="Arial"/>
              </a:rPr>
              <a:t>Nous avons des ingénieurs cybersécurité</a:t>
            </a:r>
            <a:r>
              <a:rPr lang="fr-FR" sz="2000" b="0" u="none" strike="noStrike">
                <a:solidFill>
                  <a:srgbClr val="000000"/>
                </a:solidFill>
                <a:effectLst/>
                <a:uFillTx/>
                <a:latin typeface="Arial"/>
              </a:rPr>
              <a:t>, qui sont les garants de la protection de vos actifs critiques.</a:t>
            </a:r>
            <a:endParaRPr lang="en-US" sz="2000" b="0" u="none" strike="noStrike">
              <a:solidFill>
                <a:srgbClr val="000000"/>
              </a:solidFill>
              <a:effectLst/>
              <a:uFillTx/>
              <a:latin typeface="Arial"/>
            </a:endParaRPr>
          </a:p>
          <a:p>
            <a:pPr marL="171360" indent="-171360" algn="l" defTabSz="914400">
              <a:lnSpc>
                <a:spcPct val="100000"/>
              </a:lnSpc>
              <a:buClr>
                <a:srgbClr val="000000"/>
              </a:buClr>
              <a:buFont typeface="Arial"/>
              <a:buChar char="•"/>
              <a:tabLst>
                <a:tab pos="0" algn="l"/>
              </a:tabLst>
            </a:pPr>
            <a:r>
              <a:rPr lang="fr-FR" sz="2000" b="1" u="none" strike="noStrike">
                <a:solidFill>
                  <a:srgbClr val="000000"/>
                </a:solidFill>
                <a:effectLst/>
                <a:uFillTx/>
                <a:latin typeface="Arial"/>
              </a:rPr>
              <a:t>Nos architectes Système &amp; Cloud </a:t>
            </a:r>
            <a:r>
              <a:rPr lang="fr-FR" sz="2000" b="0" u="none" strike="noStrike">
                <a:solidFill>
                  <a:srgbClr val="000000"/>
                </a:solidFill>
                <a:effectLst/>
                <a:uFillTx/>
                <a:latin typeface="Arial"/>
              </a:rPr>
              <a:t>conçoivent des architectures agiles et sécurisées.</a:t>
            </a:r>
            <a:endParaRPr lang="en-US" sz="2000" b="0" u="none" strike="noStrike">
              <a:solidFill>
                <a:srgbClr val="000000"/>
              </a:solidFill>
              <a:effectLst/>
              <a:uFillTx/>
              <a:latin typeface="Arial"/>
            </a:endParaRPr>
          </a:p>
          <a:p>
            <a:pPr marL="171360" indent="-171360" algn="l" defTabSz="914400">
              <a:lnSpc>
                <a:spcPct val="100000"/>
              </a:lnSpc>
              <a:buClr>
                <a:srgbClr val="000000"/>
              </a:buClr>
              <a:buFont typeface="Arial"/>
              <a:buChar char="•"/>
              <a:tabLst>
                <a:tab pos="0" algn="l"/>
              </a:tabLst>
            </a:pPr>
            <a:r>
              <a:rPr lang="fr-FR" sz="2000" b="1" u="none" strike="noStrike">
                <a:solidFill>
                  <a:srgbClr val="000000"/>
                </a:solidFill>
                <a:effectLst/>
                <a:uFillTx/>
                <a:latin typeface="Arial"/>
              </a:rPr>
              <a:t>Et enfin, nos experts en gouvernance IT et transformation digitale </a:t>
            </a:r>
            <a:r>
              <a:rPr lang="fr-FR" sz="2000" b="0" u="none" strike="noStrike">
                <a:solidFill>
                  <a:srgbClr val="000000"/>
                </a:solidFill>
                <a:effectLst/>
                <a:uFillTx/>
                <a:latin typeface="Arial"/>
              </a:rPr>
              <a:t>orchestrent votre stratégie pour une transformation durable et alignée.«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u="none" strike="noStrike">
                <a:solidFill>
                  <a:srgbClr val="000000"/>
                </a:solidFill>
                <a:effectLst/>
                <a:uFillTx/>
                <a:latin typeface="Arial"/>
              </a:rPr>
              <a:t>Il s’agit donc d’une véritable synergie de compétences au service de vos ambitions.</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1330"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Calibri"/>
                <a:ea typeface="+mn-ea"/>
              </a:defRPr>
            </a:lvl1pPr>
          </a:lstStyle>
          <a:p>
            <a:pPr indent="0" algn="r" defTabSz="914400">
              <a:lnSpc>
                <a:spcPct val="100000"/>
              </a:lnSpc>
              <a:buNone/>
              <a:tabLst>
                <a:tab pos="0" algn="l"/>
              </a:tabLst>
            </a:pPr>
            <a:fld id="{B4367B06-34EA-4F5B-876B-7F209D46E241}" type="slidenum">
              <a:rPr lang="en-US" sz="1200" b="0" u="none" strike="noStrike">
                <a:solidFill>
                  <a:srgbClr val="000000"/>
                </a:solidFill>
                <a:effectLst/>
                <a:uFillTx/>
                <a:latin typeface="Calibri"/>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1" name="PlaceHolder 1"/>
          <p:cNvSpPr>
            <a:spLocks noGrp="1"/>
          </p:cNvSpPr>
          <p:nvPr>
            <p:ph type="sldImg"/>
          </p:nvPr>
        </p:nvSpPr>
        <p:spPr>
          <a:xfrm>
            <a:off x="685800" y="1143000"/>
            <a:ext cx="5486040" cy="3085920"/>
          </a:xfrm>
          <a:prstGeom prst="rect">
            <a:avLst/>
          </a:prstGeom>
          <a:ln w="0">
            <a:noFill/>
          </a:ln>
        </p:spPr>
      </p:sp>
      <p:sp>
        <p:nvSpPr>
          <p:cNvPr id="13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Cette diapositive est une source de grande fierté pour nous. Elle présente quelques-unes des entreprises qui nous font confiance. </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fr-FR" sz="2000" b="0" u="none" strike="noStrike">
                <a:solidFill>
                  <a:srgbClr val="000000"/>
                </a:solidFill>
                <a:effectLst/>
                <a:uFillTx/>
                <a:latin typeface="Arial"/>
              </a:rPr>
              <a:t>Notre expertise nous a permis de travailler avec des acteurs majeurs, notamment dans le secteur de l’assurance, de la finance, du transport et de la logistique. </a:t>
            </a:r>
            <a:endParaRPr lang="en-US" sz="2000" b="0" u="none" strike="noStrike">
              <a:solidFill>
                <a:srgbClr val="000000"/>
              </a:solidFill>
              <a:effectLst/>
              <a:uFillTx/>
              <a:latin typeface="Arial"/>
            </a:endParaRPr>
          </a:p>
          <a:p>
            <a:pPr indent="0" algn="l">
              <a:lnSpc>
                <a:spcPct val="100000"/>
              </a:lnSpc>
              <a:buNone/>
            </a:pPr>
            <a:r>
              <a:rPr lang="fr-FR" sz="2000" b="0" u="none" strike="noStrike">
                <a:solidFill>
                  <a:srgbClr val="000000"/>
                </a:solidFill>
                <a:effectLst/>
                <a:uFillTx/>
                <a:latin typeface="Arial"/>
              </a:rPr>
              <a:t>Ces expériences nous ont permis de comprendre en profondeur les besoins spécifiques de ces domaines, et de proposer des solutions à forte valeur ajoutée.</a:t>
            </a:r>
            <a:endParaRPr lang="en-US" sz="2000" b="0" u="none" strike="noStrike">
              <a:solidFill>
                <a:srgbClr val="000000"/>
              </a:solidFill>
              <a:effectLst/>
              <a:uFillTx/>
              <a:latin typeface="Arial"/>
            </a:endParaRPr>
          </a:p>
        </p:txBody>
      </p:sp>
      <p:sp>
        <p:nvSpPr>
          <p:cNvPr id="1333"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Calibri"/>
                <a:ea typeface="+mn-ea"/>
              </a:defRPr>
            </a:lvl1pPr>
          </a:lstStyle>
          <a:p>
            <a:pPr indent="0" algn="r" defTabSz="914400">
              <a:lnSpc>
                <a:spcPct val="100000"/>
              </a:lnSpc>
              <a:buNone/>
              <a:tabLst>
                <a:tab pos="0" algn="l"/>
              </a:tabLst>
            </a:pPr>
            <a:fld id="{57665FE8-99DC-4CED-BADC-4DC00B4E9E06}" type="slidenum">
              <a:rPr lang="en-US" sz="1200" b="0" u="none" strike="noStrike">
                <a:solidFill>
                  <a:srgbClr val="000000"/>
                </a:solidFill>
                <a:effectLst/>
                <a:uFillTx/>
                <a:latin typeface="Calibri"/>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4" name="PlaceHolder 1"/>
          <p:cNvSpPr>
            <a:spLocks noGrp="1"/>
          </p:cNvSpPr>
          <p:nvPr>
            <p:ph type="sldImg"/>
          </p:nvPr>
        </p:nvSpPr>
        <p:spPr>
          <a:xfrm>
            <a:off x="685800" y="1143000"/>
            <a:ext cx="5486040" cy="3085920"/>
          </a:xfrm>
          <a:prstGeom prst="rect">
            <a:avLst/>
          </a:prstGeom>
          <a:ln w="0">
            <a:noFill/>
          </a:ln>
        </p:spPr>
      </p:sp>
      <p:sp>
        <p:nvSpPr>
          <p:cNvPr id="13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36"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94B2991-5145-4032-BF43-23C800C2859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7" name="PlaceHolder 1"/>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p>
            <a:pPr indent="0" algn="l" defTabSz="914400">
              <a:lnSpc>
                <a:spcPct val="100000"/>
              </a:lnSpc>
              <a:buNone/>
              <a:tabLst>
                <a:tab pos="0" algn="l"/>
              </a:tabLst>
            </a:pPr>
            <a:r>
              <a:rPr lang="fr-FR" sz="2000" b="0" u="none" strike="noStrike">
                <a:solidFill>
                  <a:srgbClr val="000000"/>
                </a:solidFill>
                <a:effectLst/>
                <a:uFillTx/>
                <a:latin typeface="Arial"/>
              </a:rPr>
              <a:t>Nous nous appuyons sur un écosystème de partenaires solides et reconnus. </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fr-FR" sz="2000" b="0" u="none" strike="noStrike">
                <a:solidFill>
                  <a:srgbClr val="000000"/>
                </a:solidFill>
                <a:effectLst/>
                <a:uFillTx/>
                <a:latin typeface="Arial"/>
              </a:rPr>
              <a:t>Grâce à ces collaborations, nous garantissons à nos clients des solutions éprouvées, performantes et toujours alignées avec les meilleures pratiques du marché.</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1338" name="PlaceHolder 2"/>
          <p:cNvSpPr>
            <a:spLocks noGrp="1"/>
          </p:cNvSpPr>
          <p:nvPr>
            <p:ph type="sldImg"/>
          </p:nvPr>
        </p:nvSpPr>
        <p:spPr>
          <a:xfrm>
            <a:off x="380880" y="685800"/>
            <a:ext cx="6095520" cy="3428640"/>
          </a:xfrm>
          <a:prstGeom prst="rect">
            <a:avLst/>
          </a:prstGeom>
          <a:ln w="0">
            <a:noFill/>
          </a:ln>
        </p:spPr>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9" name="PlaceHolder 1"/>
          <p:cNvSpPr>
            <a:spLocks noGrp="1"/>
          </p:cNvSpPr>
          <p:nvPr>
            <p:ph type="sldImg"/>
          </p:nvPr>
        </p:nvSpPr>
        <p:spPr>
          <a:xfrm>
            <a:off x="685800" y="1143000"/>
            <a:ext cx="5486040" cy="3085920"/>
          </a:xfrm>
          <a:prstGeom prst="rect">
            <a:avLst/>
          </a:prstGeom>
          <a:ln w="0">
            <a:noFill/>
          </a:ln>
        </p:spPr>
      </p:sp>
      <p:sp>
        <p:nvSpPr>
          <p:cNvPr id="13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41" name="PlaceHolder 3"/>
          <p:cNvSpPr>
            <a:spLocks noGrp="1"/>
          </p:cNvSpPr>
          <p:nvPr>
            <p:ph type="sldNum" idx="7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fr-FR" sz="1200" b="0" u="none" strike="noStrike">
                <a:solidFill>
                  <a:srgbClr val="000000"/>
                </a:solidFill>
                <a:effectLst/>
                <a:uFillTx/>
                <a:latin typeface="Times New Roman"/>
              </a:defRPr>
            </a:lvl1pPr>
          </a:lstStyle>
          <a:p>
            <a:pPr indent="0" algn="r">
              <a:lnSpc>
                <a:spcPct val="100000"/>
              </a:lnSpc>
              <a:buNone/>
            </a:pPr>
            <a:fld id="{FADE9BB4-51B9-4043-8F24-9F3810A0E938}" type="slidenum">
              <a:rPr lang="fr-FR"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emf"/><Relationship Id="rId4" Type="http://schemas.openxmlformats.org/officeDocument/2006/relationships/image" Target="../media/image4.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emf"/><Relationship Id="rId6" Type="http://schemas.openxmlformats.org/officeDocument/2006/relationships/image" Target="../media/image7.emf"/><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4.png"/><Relationship Id="rId10" Type="http://schemas.openxmlformats.org/officeDocument/2006/relationships/image" Target="../media/image7.emf"/><Relationship Id="rId11" Type="http://schemas.openxmlformats.org/officeDocument/2006/relationships/image" Target="../media/image9.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emf"/><Relationship Id="rId5" Type="http://schemas.openxmlformats.org/officeDocument/2006/relationships/image" Target="../media/image7.emf"/><Relationship Id="rId6" Type="http://schemas.openxmlformats.org/officeDocument/2006/relationships/image" Target="../media/image8.png"/><Relationship Id="rId7" Type="http://schemas.openxmlformats.org/officeDocument/2006/relationships/image" Target="../media/image7.emf"/><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sv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emf"/>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 Id="rId3" Type="http://schemas.openxmlformats.org/officeDocument/2006/relationships/image" Target="../media/image7.emf"/><Relationship Id="rId4" Type="http://schemas.openxmlformats.org/officeDocument/2006/relationships/image" Target="../media/image3.emf"/><Relationship Id="rId5" Type="http://schemas.openxmlformats.org/officeDocument/2006/relationships/image" Target="../media/image7.emf"/><Relationship Id="rId6" Type="http://schemas.openxmlformats.org/officeDocument/2006/relationships/image" Target="../media/image3.emf"/>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emf"/><Relationship Id="rId5" Type="http://schemas.openxmlformats.org/officeDocument/2006/relationships/image" Target="../media/image7.emf"/><Relationship Id="rId6" Type="http://schemas.openxmlformats.org/officeDocument/2006/relationships/image" Target="../media/image13.png"/><Relationship Id="rId7" Type="http://schemas.openxmlformats.org/officeDocument/2006/relationships/image" Target="../media/image7.emf"/><Relationship Id="rId8" Type="http://schemas.openxmlformats.org/officeDocument/2006/relationships/image" Target="../media/image9.png"/><Relationship Id="rId9" Type="http://schemas.openxmlformats.org/officeDocument/2006/relationships/image" Target="../media/image11.png"/><Relationship Id="rId10" Type="http://schemas.openxmlformats.org/officeDocument/2006/relationships/image" Target="../media/image12.sv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Relationship Id="rId4" Type="http://schemas.openxmlformats.org/officeDocument/2006/relationships/image" Target="../media/image15.png"/><Relationship Id="rId5" Type="http://schemas.openxmlformats.org/officeDocument/2006/relationships/image" Target="../media/image16.emf"/><Relationship Id="rId6" Type="http://schemas.openxmlformats.org/officeDocument/2006/relationships/image" Target="../media/image7.emf"/><Relationship Id="rId7" Type="http://schemas.openxmlformats.org/officeDocument/2006/relationships/image" Target="../media/image7.emf"/><Relationship Id="rId8" Type="http://schemas.openxmlformats.org/officeDocument/2006/relationships/image" Target="../media/image7.emf"/><Relationship Id="rId9" Type="http://schemas.openxmlformats.org/officeDocument/2006/relationships/image" Target="../media/image17.png"/><Relationship Id="rId10" Type="http://schemas.openxmlformats.org/officeDocument/2006/relationships/image" Target="../media/image3.emf"/><Relationship Id="rId11" Type="http://schemas.openxmlformats.org/officeDocument/2006/relationships/image" Target="../media/image7.emf"/>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Relationship Id="rId4" Type="http://schemas.openxmlformats.org/officeDocument/2006/relationships/image" Target="../media/image16.emf"/><Relationship Id="rId5" Type="http://schemas.openxmlformats.org/officeDocument/2006/relationships/image" Target="../media/image7.emf"/>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Relationship Id="rId4" Type="http://schemas.openxmlformats.org/officeDocument/2006/relationships/image" Target="../media/image16.emf"/><Relationship Id="rId5" Type="http://schemas.openxmlformats.org/officeDocument/2006/relationships/image" Target="../media/image7.emf"/>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Relationship Id="rId4" Type="http://schemas.openxmlformats.org/officeDocument/2006/relationships/image" Target="../media/image16.emf"/><Relationship Id="rId5" Type="http://schemas.openxmlformats.org/officeDocument/2006/relationships/image" Target="../media/image7.emf"/>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Relationship Id="rId4" Type="http://schemas.openxmlformats.org/officeDocument/2006/relationships/image" Target="../media/image3.emf"/><Relationship Id="rId5" Type="http://schemas.openxmlformats.org/officeDocument/2006/relationships/image" Target="../media/image7.emf"/>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14.emf"/><Relationship Id="rId3" Type="http://schemas.openxmlformats.org/officeDocument/2006/relationships/image" Target="../media/image7.emf"/>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image" Target="../media/image3.emf"/><Relationship Id="rId5" Type="http://schemas.openxmlformats.org/officeDocument/2006/relationships/image" Target="../media/image7.emf"/>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57.xml"/><Relationship Id="rId2" Type="http://schemas.openxmlformats.org/officeDocument/2006/relationships/image" Target="../media/image18.png"/><Relationship Id="rId3" Type="http://schemas.openxmlformats.org/officeDocument/2006/relationships/image" Target="../media/image1.png"/>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image" Target="../media/image21.png"/><Relationship Id="rId5" Type="http://schemas.openxmlformats.org/officeDocument/2006/relationships/image" Target="../media/image1.png"/>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image" Target="../media/image6.png"/><Relationship Id="rId5" Type="http://schemas.openxmlformats.org/officeDocument/2006/relationships/image" Target="../media/image7.emf"/>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6.xml"/><Relationship Id="rId2" Type="http://schemas.openxmlformats.org/officeDocument/2006/relationships/image" Target="../media/image19.png"/><Relationship Id="rId3" Type="http://schemas.openxmlformats.org/officeDocument/2006/relationships/image" Target="../media/image20.svg"/>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9.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9.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9.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9.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9.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9.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79.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79.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79.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79.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7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p:bg>
      <p:bgPr>
        <a:solidFill>
          <a:srgbClr val="F0F0F0"/>
        </a:solidFill>
      </p:bgPr>
    </p:bg>
    <p:spTree>
      <p:nvGrpSpPr>
        <p:cNvPr id="1" name=""/>
        <p:cNvGrpSpPr/>
        <p:nvPr/>
      </p:nvGrpSpPr>
      <p:grpSpPr>
        <a:xfrm>
          <a:off x="0" y="0"/>
          <a:ext cx="0" cy="0"/>
          <a:chOff x="0" y="0"/>
          <a:chExt cx="0" cy="0"/>
        </a:xfrm>
      </p:grpSpPr>
      <p:sp>
        <p:nvSpPr>
          <p:cNvPr id="2"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2DD84D27-2AA3-45A5-861C-2B0A00790EEB}"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3"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4"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5" name="PlaceHolder 1"/>
          <p:cNvSpPr>
            <a:spLocks noGrp="1"/>
          </p:cNvSpPr>
          <p:nvPr>
            <p:ph type="title"/>
          </p:nvPr>
        </p:nvSpPr>
        <p:spPr>
          <a:xfrm>
            <a:off x="242280" y="264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a:t>
            </a:r>
            <a:r>
              <a:rPr lang="en-US" sz="3200" b="1" u="none" strike="noStrike">
                <a:solidFill>
                  <a:schemeClr val="dk1"/>
                </a:solidFill>
                <a:effectLst/>
                <a:uFillTx/>
                <a:latin typeface="Arial"/>
              </a:rPr>
              <a:t>to edit </a:t>
            </a:r>
            <a:r>
              <a:rPr lang="en-US" sz="3200" b="1" u="none" strike="noStrike">
                <a:solidFill>
                  <a:schemeClr val="dk1"/>
                </a:solidFill>
                <a:effectLst/>
                <a:uFillTx/>
                <a:latin typeface="Arial"/>
              </a:rPr>
              <a:t>Maste</a:t>
            </a:r>
            <a:r>
              <a:rPr lang="en-US" sz="3200" b="1" u="none" strike="noStrike">
                <a:solidFill>
                  <a:schemeClr val="dk1"/>
                </a:solidFill>
                <a:effectLst/>
                <a:uFillTx/>
                <a:latin typeface="Arial"/>
              </a:rPr>
              <a:t>r title </a:t>
            </a:r>
            <a:r>
              <a:rPr lang="en-US" sz="3200" b="1" u="none" strike="noStrike">
                <a:solidFill>
                  <a:schemeClr val="dk1"/>
                </a:solidFill>
                <a:effectLst/>
                <a:uFillTx/>
                <a:latin typeface="Arial"/>
              </a:rPr>
              <a:t>style</a:t>
            </a:r>
            <a:endParaRPr lang="fr-FR" sz="3200" b="1" u="none" strike="noStrike">
              <a:solidFill>
                <a:schemeClr val="dk1"/>
              </a:solidFill>
              <a:effectLst/>
              <a:uFillTx/>
              <a:latin typeface="Arial"/>
            </a:endParaRP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fr-FR" sz="2200" b="0" u="none" strike="noStrike">
                <a:solidFill>
                  <a:schemeClr val="dk1"/>
                </a:solidFill>
                <a:effectLst/>
                <a:uFillTx/>
                <a:latin typeface="Arial"/>
              </a:defRPr>
            </a:lvl1pPr>
            <a:lvl2pPr lvl="1" algn="l">
              <a:lnSpc>
                <a:spcPct val="90000"/>
              </a:lnSpc>
              <a:spcBef>
                <a:spcPts val="1134"/>
              </a:spcBef>
              <a:buClr>
                <a:srgbClr val="000000"/>
              </a:buClr>
              <a:buSzPct val="75000"/>
              <a:buFont typeface="Symbol" charset="2"/>
              <a:buChar char=""/>
              <a:defRPr lang="fr-FR" sz="1600" b="0" u="none" strike="noStrike">
                <a:solidFill>
                  <a:schemeClr val="dk1"/>
                </a:solidFill>
                <a:effectLst/>
                <a:uFillTx/>
                <a:latin typeface="Arial"/>
              </a:defRPr>
            </a:lvl2pPr>
            <a:lvl3pPr lvl="2" algn="l">
              <a:lnSpc>
                <a:spcPct val="90000"/>
              </a:lnSpc>
              <a:spcBef>
                <a:spcPts val="850"/>
              </a:spcBef>
              <a:buClr>
                <a:srgbClr val="000000"/>
              </a:buClr>
              <a:buSzPct val="45000"/>
              <a:buFont typeface="Wingdings" charset="2"/>
              <a:buChar char=""/>
              <a:defRPr lang="fr-FR" sz="1800" b="0" u="none" strike="noStrike">
                <a:solidFill>
                  <a:schemeClr val="dk1"/>
                </a:solidFill>
                <a:effectLst/>
                <a:uFillTx/>
                <a:latin typeface="Arial"/>
              </a:defRPr>
            </a:lvl3pPr>
            <a:lvl4pPr lvl="3" algn="l">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rial"/>
              </a:defRPr>
            </a:lvl4pPr>
            <a:lvl5pPr lvl="4"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5pPr>
            <a:lvl6pPr lvl="5"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6pPr>
            <a:lvl7pPr lvl="6"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7pPr>
          </a:lstStyle>
          <a:p>
            <a:pPr marL="432000" indent="-324000" algn="l">
              <a:lnSpc>
                <a:spcPct val="90000"/>
              </a:lnSpc>
              <a:spcBef>
                <a:spcPts val="1417"/>
              </a:spcBef>
              <a:buClr>
                <a:srgbClr val="000000"/>
              </a:buClr>
              <a:buSzPct val="45000"/>
              <a:buFont typeface="Wingdings" charset="2"/>
              <a:buChar char=""/>
            </a:pPr>
            <a:r>
              <a:rPr lang="fr-FR" sz="2200" b="0" u="none" strike="noStrike">
                <a:solidFill>
                  <a:schemeClr val="dk1"/>
                </a:solidFill>
                <a:effectLst/>
                <a:uFillTx/>
                <a:latin typeface="Arial"/>
              </a:rPr>
              <a:t>Click to edit the outline text format</a:t>
            </a:r>
            <a:endParaRPr lang="fr-FR" sz="2200" b="0" u="none" strike="noStrike">
              <a:solidFill>
                <a:schemeClr val="dk1"/>
              </a:solidFill>
              <a:effectLst/>
              <a:uFillTx/>
              <a:latin typeface="Arial"/>
            </a:endParaRPr>
          </a:p>
          <a:p>
            <a:pPr marL="864000" lvl="1" indent="-324000" algn="l">
              <a:lnSpc>
                <a:spcPct val="90000"/>
              </a:lnSpc>
              <a:spcBef>
                <a:spcPts val="1134"/>
              </a:spcBef>
              <a:buClr>
                <a:srgbClr val="000000"/>
              </a:buClr>
              <a:buSzPct val="75000"/>
              <a:buFont typeface="Symbol" charset="2"/>
              <a:buChar char=""/>
            </a:pPr>
            <a:r>
              <a:rPr lang="fr-FR" sz="1600" b="0" u="none" strike="noStrike">
                <a:solidFill>
                  <a:schemeClr val="dk1"/>
                </a:solidFill>
                <a:effectLst/>
                <a:uFillTx/>
                <a:latin typeface="Arial"/>
              </a:rPr>
              <a:t>Second Outline Level</a:t>
            </a:r>
            <a:endParaRPr lang="fr-FR" sz="1600" b="0" u="none" strike="noStrike">
              <a:solidFill>
                <a:schemeClr val="dk1"/>
              </a:solidFill>
              <a:effectLst/>
              <a:uFillTx/>
              <a:latin typeface="Arial"/>
            </a:endParaRPr>
          </a:p>
          <a:p>
            <a:pPr marL="1296000" lvl="2" indent="-288000" algn="l">
              <a:lnSpc>
                <a:spcPct val="90000"/>
              </a:lnSpc>
              <a:spcBef>
                <a:spcPts val="850"/>
              </a:spcBef>
              <a:buClr>
                <a:srgbClr val="000000"/>
              </a:buClr>
              <a:buSzPct val="45000"/>
              <a:buFont typeface="Wingdings" charset="2"/>
              <a:buChar char=""/>
            </a:pPr>
            <a:r>
              <a:rPr lang="fr-FR" sz="1800" b="0" u="none" strike="noStrike">
                <a:solidFill>
                  <a:schemeClr val="dk1"/>
                </a:solidFill>
                <a:effectLst/>
                <a:uFillTx/>
                <a:latin typeface="Arial"/>
              </a:rPr>
              <a:t>Third Outline Level</a:t>
            </a:r>
            <a:endParaRPr lang="fr-FR" sz="1800" b="0" u="none" strike="noStrike">
              <a:solidFill>
                <a:schemeClr val="dk1"/>
              </a:solidFill>
              <a:effectLst/>
              <a:uFillTx/>
              <a:latin typeface="Arial"/>
            </a:endParaRPr>
          </a:p>
          <a:p>
            <a:pPr marL="1728000" lvl="3" indent="-216000" algn="l">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rial"/>
              </a:rPr>
              <a:t>Fourth Outline Level</a:t>
            </a:r>
            <a:endParaRPr lang="fr-FR" sz="1800" b="0" u="none" strike="noStrike">
              <a:solidFill>
                <a:schemeClr val="dk1"/>
              </a:solidFill>
              <a:effectLst/>
              <a:uFillTx/>
              <a:latin typeface="Arial"/>
            </a:endParaRPr>
          </a:p>
          <a:p>
            <a:pPr marL="2160000" lvl="4"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Fifth Outline Level</a:t>
            </a:r>
            <a:endParaRPr lang="fr-FR" sz="2000" b="0" u="none" strike="noStrike">
              <a:solidFill>
                <a:schemeClr val="dk1"/>
              </a:solidFill>
              <a:effectLst/>
              <a:uFillTx/>
              <a:latin typeface="Arial"/>
            </a:endParaRPr>
          </a:p>
          <a:p>
            <a:pPr marL="2592000" lvl="5"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Sixth Outline Level</a:t>
            </a:r>
            <a:endParaRPr lang="fr-FR" sz="2000" b="0" u="none" strike="noStrike">
              <a:solidFill>
                <a:schemeClr val="dk1"/>
              </a:solidFill>
              <a:effectLst/>
              <a:uFillTx/>
              <a:latin typeface="Arial"/>
            </a:endParaRPr>
          </a:p>
          <a:p>
            <a:pPr marL="3024000" lvl="6"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Seventh Outline Level</a:t>
            </a:r>
            <a:endParaRPr lang="fr-FR" sz="2000" b="0" u="none" strike="noStrike">
              <a:solidFill>
                <a:schemeClr val="dk1"/>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ubtitle">
    <p:bg>
      <p:bgPr>
        <a:solidFill>
          <a:srgbClr val="F0F0F0"/>
        </a:solidFill>
      </p:bgPr>
    </p:bg>
    <p:spTree>
      <p:nvGrpSpPr>
        <p:cNvPr id="1" name=""/>
        <p:cNvGrpSpPr/>
        <p:nvPr/>
      </p:nvGrpSpPr>
      <p:grpSpPr>
        <a:xfrm>
          <a:off x="0" y="0"/>
          <a:ext cx="0" cy="0"/>
          <a:chOff x="0" y="0"/>
          <a:chExt cx="0" cy="0"/>
        </a:xfrm>
      </p:grpSpPr>
      <p:sp>
        <p:nvSpPr>
          <p:cNvPr id="7"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2F15BFA1-F27D-4DD7-9583-F6F287347395}"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8"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a:t>
            </a:r>
            <a:r>
              <a:rPr lang="fr-FR" sz="1000" b="0" u="none" strike="noStrike">
                <a:solidFill>
                  <a:schemeClr val="dk1">
                    <a:tint val="75000"/>
                  </a:schemeClr>
                </a:solidFill>
                <a:effectLst/>
                <a:uFillTx/>
                <a:latin typeface="Arial"/>
              </a:rPr>
              <a:t>TECH. Tous </a:t>
            </a:r>
            <a:r>
              <a:rPr lang="fr-FR" sz="1000" b="0" u="none" strike="noStrike">
                <a:solidFill>
                  <a:schemeClr val="dk1">
                    <a:tint val="75000"/>
                  </a:schemeClr>
                </a:solidFill>
                <a:effectLst/>
                <a:uFillTx/>
                <a:latin typeface="Arial"/>
              </a:rPr>
              <a:t>droits </a:t>
            </a:r>
            <a:r>
              <a:rPr lang="fr-FR" sz="1000" b="0" u="none" strike="noStrike">
                <a:solidFill>
                  <a:schemeClr val="dk1">
                    <a:tint val="75000"/>
                  </a:schemeClr>
                </a:solidFill>
                <a:effectLst/>
                <a:uFillTx/>
                <a:latin typeface="Arial"/>
              </a:rPr>
              <a:t>réservés.</a:t>
            </a:r>
            <a:endParaRPr lang="en-US" sz="1000" b="0" u="none" strike="noStrike">
              <a:solidFill>
                <a:srgbClr val="000000"/>
              </a:solidFill>
              <a:effectLst/>
              <a:uFillTx/>
              <a:latin typeface="Arial"/>
            </a:endParaRPr>
          </a:p>
        </p:txBody>
      </p:sp>
      <p:pic>
        <p:nvPicPr>
          <p:cNvPr id="9"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pic>
        <p:nvPicPr>
          <p:cNvPr id="10" name="Picture 1"/>
          <p:cNvPicPr/>
          <p:nvPr/>
        </p:nvPicPr>
        <p:blipFill>
          <a:blip r:embed="rId3"/>
          <a:stretch/>
        </p:blipFill>
        <p:spPr>
          <a:xfrm>
            <a:off x="0" y="0"/>
            <a:ext cx="12191760" cy="6857640"/>
          </a:xfrm>
          <a:prstGeom prst="rect">
            <a:avLst/>
          </a:prstGeom>
          <a:noFill/>
          <a:ln w="0">
            <a:noFill/>
          </a:ln>
        </p:spPr>
      </p:pic>
      <p:sp>
        <p:nvSpPr>
          <p:cNvPr id="11" name="Rectangle 2"/>
          <p:cNvSpPr/>
          <p:nvPr/>
        </p:nvSpPr>
        <p:spPr>
          <a:xfrm>
            <a:off x="0" y="0"/>
            <a:ext cx="12191760" cy="6857640"/>
          </a:xfrm>
          <a:prstGeom prst="rect">
            <a:avLst/>
          </a:prstGeom>
          <a:solidFill>
            <a:schemeClr val="lt1">
              <a:lumMod val="95000"/>
              <a:alpha val="76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0F0F0"/>
        </a:solidFill>
      </p:bgPr>
    </p:bg>
    <p:spTree>
      <p:nvGrpSpPr>
        <p:cNvPr id="1" name=""/>
        <p:cNvGrpSpPr/>
        <p:nvPr/>
      </p:nvGrpSpPr>
      <p:grpSpPr>
        <a:xfrm>
          <a:off x="0" y="0"/>
          <a:ext cx="0" cy="0"/>
          <a:chOff x="0" y="0"/>
          <a:chExt cx="0" cy="0"/>
        </a:xfrm>
      </p:grpSpPr>
      <p:sp>
        <p:nvSpPr>
          <p:cNvPr id="12"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662E03C2-14D4-4CD3-AD42-E7A1E8FE4EBD}"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13"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14"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1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fr-FR" sz="1800" b="0" u="none" strike="noStrike">
                <a:solidFill>
                  <a:schemeClr val="dk1"/>
                </a:solidFill>
                <a:effectLst/>
                <a:uFillTx/>
                <a:latin typeface="Arial"/>
              </a:defRPr>
            </a:lvl1pPr>
          </a:lstStyle>
          <a:p>
            <a:pPr indent="0" algn="l">
              <a:buNone/>
            </a:pPr>
            <a:r>
              <a:rPr lang="fr-FR" sz="1800" b="0" u="none" strike="noStrike">
                <a:solidFill>
                  <a:schemeClr val="dk1"/>
                </a:solidFill>
                <a:effectLst/>
                <a:uFillTx/>
                <a:latin typeface="Arial"/>
              </a:rPr>
              <a:t>Click to edit the title text format</a:t>
            </a:r>
            <a:endParaRPr lang="fr-FR" sz="1800" b="0" u="none" strike="noStrike">
              <a:solidFill>
                <a:schemeClr val="dk1"/>
              </a:solidFill>
              <a:effectLst/>
              <a:uFillTx/>
              <a:latin typeface="Arial"/>
            </a:endParaRPr>
          </a:p>
        </p:txBody>
      </p:sp>
      <p:sp>
        <p:nvSpPr>
          <p:cNvPr id="1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fr-FR" sz="2200" b="0" u="none" strike="noStrike">
                <a:solidFill>
                  <a:schemeClr val="dk1"/>
                </a:solidFill>
                <a:effectLst/>
                <a:uFillTx/>
                <a:latin typeface="Arial"/>
              </a:defRPr>
            </a:lvl1pPr>
            <a:lvl2pPr lvl="1" algn="l">
              <a:lnSpc>
                <a:spcPct val="90000"/>
              </a:lnSpc>
              <a:spcBef>
                <a:spcPts val="1134"/>
              </a:spcBef>
              <a:buClr>
                <a:srgbClr val="000000"/>
              </a:buClr>
              <a:buSzPct val="75000"/>
              <a:buFont typeface="Symbol" charset="2"/>
              <a:buChar char=""/>
              <a:defRPr lang="fr-FR" sz="1600" b="0" u="none" strike="noStrike">
                <a:solidFill>
                  <a:schemeClr val="dk1"/>
                </a:solidFill>
                <a:effectLst/>
                <a:uFillTx/>
                <a:latin typeface="Arial"/>
              </a:defRPr>
            </a:lvl2pPr>
            <a:lvl3pPr lvl="2" algn="l">
              <a:lnSpc>
                <a:spcPct val="90000"/>
              </a:lnSpc>
              <a:spcBef>
                <a:spcPts val="850"/>
              </a:spcBef>
              <a:buClr>
                <a:srgbClr val="000000"/>
              </a:buClr>
              <a:buSzPct val="45000"/>
              <a:buFont typeface="Wingdings" charset="2"/>
              <a:buChar char=""/>
              <a:defRPr lang="fr-FR" sz="1800" b="0" u="none" strike="noStrike">
                <a:solidFill>
                  <a:schemeClr val="dk1"/>
                </a:solidFill>
                <a:effectLst/>
                <a:uFillTx/>
                <a:latin typeface="Arial"/>
              </a:defRPr>
            </a:lvl3pPr>
            <a:lvl4pPr lvl="3" algn="l">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rial"/>
              </a:defRPr>
            </a:lvl4pPr>
            <a:lvl5pPr lvl="4"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5pPr>
            <a:lvl6pPr lvl="5"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6pPr>
            <a:lvl7pPr lvl="6"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7pPr>
          </a:lstStyle>
          <a:p>
            <a:pPr marL="432000" indent="-324000" algn="l">
              <a:lnSpc>
                <a:spcPct val="90000"/>
              </a:lnSpc>
              <a:spcBef>
                <a:spcPts val="1417"/>
              </a:spcBef>
              <a:buClr>
                <a:srgbClr val="000000"/>
              </a:buClr>
              <a:buSzPct val="45000"/>
              <a:buFont typeface="Wingdings" charset="2"/>
              <a:buChar char=""/>
            </a:pPr>
            <a:r>
              <a:rPr lang="fr-FR" sz="2200" b="0" u="none" strike="noStrike">
                <a:solidFill>
                  <a:schemeClr val="dk1"/>
                </a:solidFill>
                <a:effectLst/>
                <a:uFillTx/>
                <a:latin typeface="Arial"/>
              </a:rPr>
              <a:t>Click to edit the outline text format</a:t>
            </a:r>
            <a:endParaRPr lang="fr-FR" sz="2200" b="0" u="none" strike="noStrike">
              <a:solidFill>
                <a:schemeClr val="dk1"/>
              </a:solidFill>
              <a:effectLst/>
              <a:uFillTx/>
              <a:latin typeface="Arial"/>
            </a:endParaRPr>
          </a:p>
          <a:p>
            <a:pPr marL="864000" lvl="1" indent="-324000" algn="l">
              <a:lnSpc>
                <a:spcPct val="90000"/>
              </a:lnSpc>
              <a:spcBef>
                <a:spcPts val="1134"/>
              </a:spcBef>
              <a:buClr>
                <a:srgbClr val="000000"/>
              </a:buClr>
              <a:buSzPct val="75000"/>
              <a:buFont typeface="Symbol" charset="2"/>
              <a:buChar char=""/>
            </a:pPr>
            <a:r>
              <a:rPr lang="fr-FR" sz="1600" b="0" u="none" strike="noStrike">
                <a:solidFill>
                  <a:schemeClr val="dk1"/>
                </a:solidFill>
                <a:effectLst/>
                <a:uFillTx/>
                <a:latin typeface="Arial"/>
              </a:rPr>
              <a:t>Second Outline Level</a:t>
            </a:r>
            <a:endParaRPr lang="fr-FR" sz="1600" b="0" u="none" strike="noStrike">
              <a:solidFill>
                <a:schemeClr val="dk1"/>
              </a:solidFill>
              <a:effectLst/>
              <a:uFillTx/>
              <a:latin typeface="Arial"/>
            </a:endParaRPr>
          </a:p>
          <a:p>
            <a:pPr marL="1296000" lvl="2" indent="-288000" algn="l">
              <a:lnSpc>
                <a:spcPct val="90000"/>
              </a:lnSpc>
              <a:spcBef>
                <a:spcPts val="850"/>
              </a:spcBef>
              <a:buClr>
                <a:srgbClr val="000000"/>
              </a:buClr>
              <a:buSzPct val="45000"/>
              <a:buFont typeface="Wingdings" charset="2"/>
              <a:buChar char=""/>
            </a:pPr>
            <a:r>
              <a:rPr lang="fr-FR" sz="1800" b="0" u="none" strike="noStrike">
                <a:solidFill>
                  <a:schemeClr val="dk1"/>
                </a:solidFill>
                <a:effectLst/>
                <a:uFillTx/>
                <a:latin typeface="Arial"/>
              </a:rPr>
              <a:t>Third Outline Level</a:t>
            </a:r>
            <a:endParaRPr lang="fr-FR" sz="1800" b="0" u="none" strike="noStrike">
              <a:solidFill>
                <a:schemeClr val="dk1"/>
              </a:solidFill>
              <a:effectLst/>
              <a:uFillTx/>
              <a:latin typeface="Arial"/>
            </a:endParaRPr>
          </a:p>
          <a:p>
            <a:pPr marL="1728000" lvl="3" indent="-216000" algn="l">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rial"/>
              </a:rPr>
              <a:t>Fourth Outline Level</a:t>
            </a:r>
            <a:endParaRPr lang="fr-FR" sz="1800" b="0" u="none" strike="noStrike">
              <a:solidFill>
                <a:schemeClr val="dk1"/>
              </a:solidFill>
              <a:effectLst/>
              <a:uFillTx/>
              <a:latin typeface="Arial"/>
            </a:endParaRPr>
          </a:p>
          <a:p>
            <a:pPr marL="2160000" lvl="4"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Fifth Outline Level</a:t>
            </a:r>
            <a:endParaRPr lang="fr-FR" sz="2000" b="0" u="none" strike="noStrike">
              <a:solidFill>
                <a:schemeClr val="dk1"/>
              </a:solidFill>
              <a:effectLst/>
              <a:uFillTx/>
              <a:latin typeface="Arial"/>
            </a:endParaRPr>
          </a:p>
          <a:p>
            <a:pPr marL="2592000" lvl="5"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Sixth Outline Level</a:t>
            </a:r>
            <a:endParaRPr lang="fr-FR" sz="2000" b="0" u="none" strike="noStrike">
              <a:solidFill>
                <a:schemeClr val="dk1"/>
              </a:solidFill>
              <a:effectLst/>
              <a:uFillTx/>
              <a:latin typeface="Arial"/>
            </a:endParaRPr>
          </a:p>
          <a:p>
            <a:pPr marL="3024000" lvl="6"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Seventh Outline Level</a:t>
            </a:r>
            <a:endParaRPr lang="fr-FR" sz="2000" b="0" u="none" strike="noStrike">
              <a:solidFill>
                <a:schemeClr val="dk1"/>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 Slide">
    <p:bg>
      <p:bgPr>
        <a:solidFill>
          <a:srgbClr val="F0F0F0"/>
        </a:solidFill>
      </p:bgPr>
    </p:bg>
    <p:spTree>
      <p:nvGrpSpPr>
        <p:cNvPr id="1" name=""/>
        <p:cNvGrpSpPr/>
        <p:nvPr/>
      </p:nvGrpSpPr>
      <p:grpSpPr>
        <a:xfrm>
          <a:off x="0" y="0"/>
          <a:ext cx="0" cy="0"/>
          <a:chOff x="0" y="0"/>
          <a:chExt cx="0" cy="0"/>
        </a:xfrm>
      </p:grpSpPr>
      <p:sp>
        <p:nvSpPr>
          <p:cNvPr id="17" name="Rectangle 26" hidden="1"/>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A4723834-F401-4ED8-B0CE-E64A9B9673E9}"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18" name="Footer Placeholder 20" hidden="1"/>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19" name="Picture 2" descr="Inox Technologies" hidden="1"/>
          <p:cNvPicPr/>
          <p:nvPr/>
        </p:nvPicPr>
        <p:blipFill>
          <a:blip r:embed="rId2"/>
          <a:srcRect l="9689" t="12401" r="7064" b="18725"/>
          <a:stretch/>
        </p:blipFill>
        <p:spPr>
          <a:xfrm>
            <a:off x="166680" y="6462000"/>
            <a:ext cx="330840" cy="273600"/>
          </a:xfrm>
          <a:prstGeom prst="rect">
            <a:avLst/>
          </a:prstGeom>
          <a:noFill/>
          <a:ln w="0">
            <a:noFill/>
          </a:ln>
        </p:spPr>
      </p:pic>
      <p:pic>
        <p:nvPicPr>
          <p:cNvPr id="20" name="Picture 2"/>
          <p:cNvPicPr/>
          <p:nvPr/>
        </p:nvPicPr>
        <p:blipFill>
          <a:blip r:embed="rId3"/>
          <a:stretch/>
        </p:blipFill>
        <p:spPr>
          <a:xfrm>
            <a:off x="4038840" y="3193560"/>
            <a:ext cx="4113720" cy="470520"/>
          </a:xfrm>
          <a:prstGeom prst="rect">
            <a:avLst/>
          </a:prstGeom>
          <a:noFill/>
          <a:ln w="0">
            <a:noFill/>
          </a:ln>
        </p:spPr>
      </p:pic>
      <p:pic>
        <p:nvPicPr>
          <p:cNvPr id="21" name="Picture 3"/>
          <p:cNvPicPr/>
          <p:nvPr/>
        </p:nvPicPr>
        <p:blipFill>
          <a:blip r:embed="rId4"/>
          <a:stretch/>
        </p:blipFill>
        <p:spPr>
          <a:xfrm>
            <a:off x="10589760" y="-6120"/>
            <a:ext cx="1602000" cy="1602000"/>
          </a:xfrm>
          <a:prstGeom prst="rect">
            <a:avLst/>
          </a:prstGeom>
          <a:noFill/>
          <a:ln w="0">
            <a:noFill/>
          </a:ln>
        </p:spPr>
      </p:pic>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Content No Bullets">
    <p:bg>
      <p:bgPr>
        <a:solidFill>
          <a:srgbClr val="F0F0F0"/>
        </a:solidFill>
      </p:bgPr>
    </p:bg>
    <p:spTree>
      <p:nvGrpSpPr>
        <p:cNvPr id="1" name=""/>
        <p:cNvGrpSpPr/>
        <p:nvPr/>
      </p:nvGrpSpPr>
      <p:grpSpPr>
        <a:xfrm>
          <a:off x="0" y="0"/>
          <a:ext cx="0" cy="0"/>
          <a:chOff x="0" y="0"/>
          <a:chExt cx="0" cy="0"/>
        </a:xfrm>
      </p:grpSpPr>
      <p:sp>
        <p:nvSpPr>
          <p:cNvPr id="22"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588E1A0B-06E2-4BD6-A7B1-FB5FC8DAFC48}"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23"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4"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25" name="PlaceHolder 1"/>
          <p:cNvSpPr>
            <a:spLocks noGrp="1"/>
          </p:cNvSpPr>
          <p:nvPr>
            <p:ph type="body" hasCustomPrompt="1"/>
          </p:nvPr>
        </p:nvSpPr>
        <p:spPr>
          <a:xfrm>
            <a:off x="270000" y="1292400"/>
            <a:ext cx="10830960" cy="4382640"/>
          </a:xfrm>
          <a:prstGeom prst="rect">
            <a:avLst/>
          </a:prstGeom>
          <a:noFill/>
          <a:ln w="0">
            <a:noFill/>
          </a:ln>
        </p:spPr>
        <p:txBody>
          <a:bodyPr lIns="90000" tIns="45000" rIns="90000" bIns="45000" anchor="t">
            <a:noAutofit/>
          </a:bodyPr>
          <a:lstStyle>
            <a:lvl1pPr indent="0" algn="l" defTabSz="914400">
              <a:lnSpc>
                <a:spcPct val="90000"/>
              </a:lnSpc>
              <a:spcBef>
                <a:spcPts val="1199"/>
              </a:spcBef>
              <a:spcAft>
                <a:spcPts val="1001"/>
              </a:spcAft>
              <a:buNone/>
              <a:tabLst>
                <a:tab pos="0" algn="l"/>
              </a:tabLst>
              <a:defRPr lang="en-US" sz="2100" b="0" u="none" strike="noStrike">
                <a:solidFill>
                  <a:srgbClr val="000000"/>
                </a:solidFill>
                <a:effectLst/>
                <a:uFillTx/>
                <a:latin typeface="Arial"/>
                <a:ea typeface="Inter"/>
              </a:defRPr>
            </a:lvl1pPr>
            <a:lvl2pPr indent="0" algn="l" defTabSz="914400">
              <a:lnSpc>
                <a:spcPct val="90000"/>
              </a:lnSpc>
              <a:spcBef>
                <a:spcPts val="1199"/>
              </a:spcBef>
              <a:spcAft>
                <a:spcPts val="1001"/>
              </a:spcAft>
              <a:buNone/>
              <a:tabLst>
                <a:tab pos="0" algn="l"/>
              </a:tabLst>
              <a:defRPr lang="en-US" sz="2100" b="0" u="none" strike="noStrike">
                <a:solidFill>
                  <a:srgbClr val="000000"/>
                </a:solidFill>
                <a:effectLst/>
                <a:uFillTx/>
                <a:latin typeface="Arial"/>
                <a:ea typeface="Inter"/>
              </a:defRPr>
            </a:lvl2pPr>
          </a:lstStyle>
          <a:p>
            <a:pPr indent="0" algn="l" defTabSz="914400">
              <a:lnSpc>
                <a:spcPct val="90000"/>
              </a:lnSpc>
              <a:spcBef>
                <a:spcPts val="1199"/>
              </a:spcBef>
              <a:spcAft>
                <a:spcPts val="1001"/>
              </a:spcAft>
              <a:buNone/>
              <a:tabLst>
                <a:tab pos="0" algn="l"/>
              </a:tabLst>
            </a:pPr>
            <a:r>
              <a:rPr lang="en-US" sz="2100" b="0" u="none" strike="noStrike">
                <a:solidFill>
                  <a:srgbClr val="000000"/>
                </a:solidFill>
                <a:effectLst/>
                <a:uFillTx/>
                <a:latin typeface="Arial"/>
                <a:ea typeface="Inter"/>
              </a:rPr>
              <a:t>Lorem ipsum dolor sit amet, consectetur adipiscing eli. Ut enim ad minim veniam, quis nostrud exercitation. Ullamco laboris nisi ut aliquip ex ea commodo consequat. Duis aute irure dolor in reprehenderit in voluptate.</a:t>
            </a:r>
            <a:endParaRPr lang="fr-FR" sz="2100" b="0" u="none" strike="noStrike">
              <a:solidFill>
                <a:srgbClr val="000000"/>
              </a:solidFill>
              <a:effectLst/>
              <a:uFillTx/>
              <a:latin typeface="Arial"/>
            </a:endParaRPr>
          </a:p>
          <a:p>
            <a:pPr indent="0" algn="l" defTabSz="914400">
              <a:lnSpc>
                <a:spcPct val="90000"/>
              </a:lnSpc>
              <a:spcBef>
                <a:spcPts val="1199"/>
              </a:spcBef>
              <a:spcAft>
                <a:spcPts val="1001"/>
              </a:spcAft>
              <a:buNone/>
              <a:tabLst>
                <a:tab pos="0" algn="l"/>
              </a:tabLst>
            </a:pPr>
            <a:r>
              <a:rPr lang="en-US" sz="2100" b="0" u="none" strike="noStrike">
                <a:solidFill>
                  <a:srgbClr val="000000"/>
                </a:solidFill>
                <a:effectLst/>
                <a:uFillTx/>
                <a:latin typeface="Arial"/>
                <a:ea typeface="Inter"/>
              </a:rPr>
              <a:t>Lorem ipsum dolor sit amet, consectetur adipiscing eli. Ut enim ad minim veniam, quis nostrud exercitation. Ullamco laboris nisi ut aliquip ex ea commodo consequat. Duis aute irure dolor in reprehenderit in voluptate.</a:t>
            </a:r>
            <a:endParaRPr lang="fr-FR" sz="2100" b="0" u="none" strike="noStrike">
              <a:solidFill>
                <a:srgbClr val="000000"/>
              </a:solidFill>
              <a:effectLst/>
              <a:uFillTx/>
              <a:latin typeface="Arial"/>
            </a:endParaRPr>
          </a:p>
        </p:txBody>
      </p:sp>
      <p:sp>
        <p:nvSpPr>
          <p:cNvPr id="26" name="PlaceHolder 2"/>
          <p:cNvSpPr>
            <a:spLocks noGrp="1"/>
          </p:cNvSpPr>
          <p:nvPr>
            <p:ph type="title" hasCustomPrompt="1"/>
          </p:nvPr>
        </p:nvSpPr>
        <p:spPr>
          <a:xfrm>
            <a:off x="270000" y="176040"/>
            <a:ext cx="10836720" cy="726120"/>
          </a:xfrm>
          <a:prstGeom prst="rect">
            <a:avLst/>
          </a:prstGeom>
          <a:noFill/>
          <a:ln w="0">
            <a:noFill/>
          </a:ln>
        </p:spPr>
        <p:txBody>
          <a:bodyPr lIns="90000" tIns="45000" rIns="90000" bIns="45000" anchor="ctr">
            <a:noAutofit/>
          </a:bodyPr>
          <a:lstStyle>
            <a:lvl1pPr indent="0" algn="l" defTabSz="914400">
              <a:lnSpc>
                <a:spcPct val="90000"/>
              </a:lnSpc>
              <a:buNone/>
              <a:defRPr lang="en-US" sz="3400" b="1" u="none" strike="noStrike">
                <a:solidFill>
                  <a:srgbClr val="000000"/>
                </a:solidFill>
                <a:effectLst/>
                <a:uFillTx/>
                <a:latin typeface="Arial"/>
                <a:ea typeface="Inter"/>
              </a:defRPr>
            </a:lvl1pPr>
          </a:lstStyle>
          <a:p>
            <a:pPr indent="0" algn="l" defTabSz="914400">
              <a:lnSpc>
                <a:spcPct val="90000"/>
              </a:lnSpc>
              <a:buNone/>
            </a:pPr>
            <a:r>
              <a:rPr lang="en-US" sz="3400" b="1" u="none" strike="noStrike">
                <a:solidFill>
                  <a:srgbClr val="000000"/>
                </a:solidFill>
                <a:effectLst/>
                <a:uFillTx/>
                <a:latin typeface="Arial"/>
                <a:ea typeface="Inter"/>
              </a:rPr>
              <a:t>Slide Title</a:t>
            </a:r>
            <a:endParaRPr lang="fr-FR" sz="3400" b="1"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bg>
      <p:bgPr>
        <a:solidFill>
          <a:srgbClr val="F0F0F0"/>
        </a:solidFill>
      </p:bgPr>
    </p:bg>
    <p:spTree>
      <p:nvGrpSpPr>
        <p:cNvPr id="1" name=""/>
        <p:cNvGrpSpPr/>
        <p:nvPr/>
      </p:nvGrpSpPr>
      <p:grpSpPr>
        <a:xfrm>
          <a:off x="0" y="0"/>
          <a:ext cx="0" cy="0"/>
          <a:chOff x="0" y="0"/>
          <a:chExt cx="0" cy="0"/>
        </a:xfrm>
      </p:grpSpPr>
      <p:sp>
        <p:nvSpPr>
          <p:cNvPr id="27"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4BA75727-4B74-4ED7-8BE6-EF7908C4350F}"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28"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9"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30" name="PlaceHolder 1"/>
          <p:cNvSpPr>
            <a:spLocks noGrp="1"/>
          </p:cNvSpPr>
          <p:nvPr>
            <p:ph type="body"/>
          </p:nvPr>
        </p:nvSpPr>
        <p:spPr>
          <a:xfrm>
            <a:off x="353160" y="1046520"/>
            <a:ext cx="11314800" cy="484920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31" name="PlaceHolder 2"/>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bg>
      <p:bgPr>
        <a:solidFill>
          <a:srgbClr val="F0F0F0"/>
        </a:solidFill>
      </p:bgPr>
    </p:bg>
    <p:spTree>
      <p:nvGrpSpPr>
        <p:cNvPr id="1" name=""/>
        <p:cNvGrpSpPr/>
        <p:nvPr/>
      </p:nvGrpSpPr>
      <p:grpSpPr>
        <a:xfrm>
          <a:off x="0" y="0"/>
          <a:ext cx="0" cy="0"/>
          <a:chOff x="0" y="0"/>
          <a:chExt cx="0" cy="0"/>
        </a:xfrm>
      </p:grpSpPr>
      <p:sp>
        <p:nvSpPr>
          <p:cNvPr id="32" name="Rectangle 26" hidden="1"/>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56BC3D18-B484-4B3A-BFB5-A6AA9C0550F2}"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33" name="Straight Connector 12"/>
          <p:cNvCxnSpPr/>
          <p:nvPr/>
        </p:nvCxnSpPr>
        <p:spPr>
          <a:xfrm>
            <a:off x="11667600" y="6454080"/>
            <a:ext cx="360" cy="183240"/>
          </a:xfrm>
          <a:prstGeom prst="straightConnector1">
            <a:avLst/>
          </a:prstGeom>
          <a:ln>
            <a:solidFill>
              <a:srgbClr val="FFFFFF">
                <a:lumMod val="65000"/>
              </a:srgbClr>
            </a:solidFill>
          </a:ln>
        </p:spPr>
      </p:cxnSp>
      <p:sp>
        <p:nvSpPr>
          <p:cNvPr id="34" name="Footer Placeholder 20" hidden="1"/>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35" name="Picture 2" descr="Inox Technologies" hidden="1"/>
          <p:cNvPicPr/>
          <p:nvPr/>
        </p:nvPicPr>
        <p:blipFill>
          <a:blip r:embed="rId2"/>
          <a:srcRect l="9689" t="12401" r="7064" b="18725"/>
          <a:stretch/>
        </p:blipFill>
        <p:spPr>
          <a:xfrm>
            <a:off x="166680" y="6462000"/>
            <a:ext cx="330840" cy="273600"/>
          </a:xfrm>
          <a:prstGeom prst="rect">
            <a:avLst/>
          </a:prstGeom>
          <a:noFill/>
          <a:ln w="0">
            <a:noFill/>
          </a:ln>
        </p:spPr>
      </p:pic>
      <p:sp>
        <p:nvSpPr>
          <p:cNvPr id="36" name="Freeform 5" hidden="1"/>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pic>
        <p:nvPicPr>
          <p:cNvPr id="37" name="Picture 21"/>
          <p:cNvPicPr/>
          <p:nvPr/>
        </p:nvPicPr>
        <p:blipFill>
          <a:blip r:embed="rId3">
            <a:alphaModFix amt="45000"/>
          </a:blip>
          <a:stretch/>
        </p:blipFill>
        <p:spPr>
          <a:xfrm>
            <a:off x="440280" y="2963880"/>
            <a:ext cx="1963080" cy="2560680"/>
          </a:xfrm>
          <a:prstGeom prst="rect">
            <a:avLst/>
          </a:prstGeom>
          <a:noFill/>
          <a:ln w="0">
            <a:noFill/>
          </a:ln>
        </p:spPr>
      </p:pic>
      <p:sp>
        <p:nvSpPr>
          <p:cNvPr id="38" name="PlaceHolder 1"/>
          <p:cNvSpPr>
            <a:spLocks noGrp="1"/>
          </p:cNvSpPr>
          <p:nvPr>
            <p:ph type="title" hasCustomPrompt="1"/>
          </p:nvPr>
        </p:nvSpPr>
        <p:spPr>
          <a:xfrm>
            <a:off x="1776600" y="3201840"/>
            <a:ext cx="8337240" cy="1534680"/>
          </a:xfrm>
          <a:prstGeom prst="rect">
            <a:avLst/>
          </a:prstGeom>
          <a:noFill/>
          <a:ln w="0">
            <a:noFill/>
          </a:ln>
        </p:spPr>
        <p:txBody>
          <a:bodyPr lIns="90000" tIns="45000" rIns="90000" bIns="45000" anchor="b">
            <a:noAutofit/>
          </a:bodyPr>
          <a:lstStyle>
            <a:lvl1pPr indent="0" algn="l" defTabSz="914400">
              <a:lnSpc>
                <a:spcPct val="90000"/>
              </a:lnSpc>
              <a:buNone/>
              <a:defRPr lang="en-US" sz="5000" b="1" u="none" strike="noStrike">
                <a:solidFill>
                  <a:schemeClr val="dk1"/>
                </a:solidFill>
                <a:effectLst/>
                <a:uFillTx/>
                <a:latin typeface="Arial"/>
                <a:ea typeface="Inter"/>
              </a:defRPr>
            </a:lvl1pPr>
          </a:lstStyle>
          <a:p>
            <a:pPr indent="0" algn="l" defTabSz="914400">
              <a:lnSpc>
                <a:spcPct val="90000"/>
              </a:lnSpc>
              <a:buNone/>
            </a:pPr>
            <a:r>
              <a:rPr lang="en-US" sz="5000" b="1" u="none" strike="noStrike">
                <a:solidFill>
                  <a:schemeClr val="dk1"/>
                </a:solidFill>
                <a:effectLst/>
                <a:uFillTx/>
                <a:latin typeface="Arial"/>
                <a:ea typeface="Inter"/>
              </a:rPr>
              <a:t>Pre</a:t>
            </a:r>
            <a:r>
              <a:rPr lang="en-US" sz="5000" b="1" u="none" strike="noStrike">
                <a:solidFill>
                  <a:schemeClr val="dk1"/>
                </a:solidFill>
                <a:effectLst/>
                <a:uFillTx/>
                <a:latin typeface="Arial"/>
                <a:ea typeface="Inter"/>
              </a:rPr>
              <a:t>sen</a:t>
            </a:r>
            <a:r>
              <a:rPr lang="en-US" sz="5000" b="1" u="none" strike="noStrike">
                <a:solidFill>
                  <a:schemeClr val="dk1"/>
                </a:solidFill>
                <a:effectLst/>
                <a:uFillTx/>
                <a:latin typeface="Arial"/>
                <a:ea typeface="Inter"/>
              </a:rPr>
              <a:t>tati</a:t>
            </a:r>
            <a:r>
              <a:rPr lang="en-US" sz="5000" b="1" u="none" strike="noStrike">
                <a:solidFill>
                  <a:schemeClr val="dk1"/>
                </a:solidFill>
                <a:effectLst/>
                <a:uFillTx/>
                <a:latin typeface="Arial"/>
                <a:ea typeface="Inter"/>
              </a:rPr>
              <a:t>on</a:t>
            </a:r>
            <a:br>
              <a:rPr sz="5000"/>
            </a:br>
            <a:r>
              <a:rPr lang="en-US" sz="5000" b="1" u="none" strike="noStrike">
                <a:solidFill>
                  <a:schemeClr val="dk1"/>
                </a:solidFill>
                <a:effectLst/>
                <a:uFillTx/>
                <a:latin typeface="Arial"/>
                <a:ea typeface="Inter"/>
              </a:rPr>
              <a:t>Titl</a:t>
            </a:r>
            <a:r>
              <a:rPr lang="en-US" sz="5000" b="1" u="none" strike="noStrike">
                <a:solidFill>
                  <a:schemeClr val="dk1"/>
                </a:solidFill>
                <a:effectLst/>
                <a:uFillTx/>
                <a:latin typeface="Arial"/>
                <a:ea typeface="Inter"/>
              </a:rPr>
              <a:t>e</a:t>
            </a:r>
            <a:endParaRPr lang="fr-FR" sz="5000" b="1" u="none" strike="noStrike">
              <a:solidFill>
                <a:schemeClr val="dk1"/>
              </a:solidFill>
              <a:effectLst/>
              <a:uFillTx/>
              <a:latin typeface="Arial"/>
            </a:endParaRPr>
          </a:p>
        </p:txBody>
      </p:sp>
      <p:pic>
        <p:nvPicPr>
          <p:cNvPr id="39" name="Picture 24"/>
          <p:cNvPicPr/>
          <p:nvPr/>
        </p:nvPicPr>
        <p:blipFill>
          <a:blip r:embed="rId4"/>
          <a:stretch/>
        </p:blipFill>
        <p:spPr>
          <a:xfrm>
            <a:off x="1935360" y="2562120"/>
            <a:ext cx="2631600" cy="294480"/>
          </a:xfrm>
          <a:prstGeom prst="rect">
            <a:avLst/>
          </a:prstGeom>
          <a:noFill/>
          <a:ln w="0">
            <a:noFill/>
          </a:ln>
        </p:spPr>
      </p:pic>
      <p:pic>
        <p:nvPicPr>
          <p:cNvPr id="40" name="Picture 26"/>
          <p:cNvPicPr/>
          <p:nvPr/>
        </p:nvPicPr>
        <p:blipFill>
          <a:blip r:embed="rId5"/>
          <a:stretch/>
        </p:blipFill>
        <p:spPr>
          <a:xfrm rot="10800000">
            <a:off x="1884960" y="6151680"/>
            <a:ext cx="1493280" cy="240480"/>
          </a:xfrm>
          <a:prstGeom prst="rect">
            <a:avLst/>
          </a:prstGeom>
          <a:solidFill>
            <a:schemeClr val="accent6"/>
          </a:solidFill>
          <a:ln w="0">
            <a:noFill/>
          </a:ln>
        </p:spPr>
      </p:pic>
      <p:pic>
        <p:nvPicPr>
          <p:cNvPr id="41" name="Picture 27"/>
          <p:cNvPicPr/>
          <p:nvPr/>
        </p:nvPicPr>
        <p:blipFill>
          <a:blip r:embed="rId6"/>
          <a:stretch/>
        </p:blipFill>
        <p:spPr>
          <a:xfrm rot="10800000">
            <a:off x="442080" y="-8640"/>
            <a:ext cx="1493280" cy="240480"/>
          </a:xfrm>
          <a:prstGeom prst="rect">
            <a:avLst/>
          </a:prstGeom>
          <a:solidFill>
            <a:schemeClr val="accent6"/>
          </a:solidFill>
          <a:ln w="0">
            <a:noFill/>
          </a:ln>
        </p:spPr>
      </p:pic>
      <p:sp>
        <p:nvSpPr>
          <p:cNvPr id="42" name="Rectangle 28"/>
          <p:cNvSpPr/>
          <p:nvPr/>
        </p:nvSpPr>
        <p:spPr>
          <a:xfrm>
            <a:off x="8433000" y="0"/>
            <a:ext cx="1041480" cy="1512720"/>
          </a:xfrm>
          <a:prstGeom prst="rect">
            <a:avLst/>
          </a:prstGeom>
          <a:solidFill>
            <a:schemeClr val="lt1">
              <a:alpha val="43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pic>
        <p:nvPicPr>
          <p:cNvPr id="43" name="Picture 29"/>
          <p:cNvPicPr/>
          <p:nvPr/>
        </p:nvPicPr>
        <p:blipFill>
          <a:blip r:embed="rId7"/>
          <a:stretch/>
        </p:blipFill>
        <p:spPr>
          <a:xfrm>
            <a:off x="9765000" y="4963320"/>
            <a:ext cx="1949040" cy="1657440"/>
          </a:xfrm>
          <a:prstGeom prst="rect">
            <a:avLst/>
          </a:prstGeom>
          <a:noFill/>
          <a:ln w="0">
            <a:noFill/>
          </a:ln>
        </p:spPr>
      </p:pic>
      <p:pic>
        <p:nvPicPr>
          <p:cNvPr id="44" name="Picture 30"/>
          <p:cNvPicPr/>
          <p:nvPr/>
        </p:nvPicPr>
        <p:blipFill>
          <a:blip r:embed="rId8"/>
          <a:stretch/>
        </p:blipFill>
        <p:spPr>
          <a:xfrm>
            <a:off x="7459920" y="5447880"/>
            <a:ext cx="2529720" cy="1015560"/>
          </a:xfrm>
          <a:prstGeom prst="rect">
            <a:avLst/>
          </a:prstGeom>
          <a:noFill/>
          <a:ln w="0">
            <a:noFill/>
          </a:ln>
        </p:spPr>
      </p:pic>
      <p:pic>
        <p:nvPicPr>
          <p:cNvPr id="45" name="Picture 31"/>
          <p:cNvPicPr/>
          <p:nvPr/>
        </p:nvPicPr>
        <p:blipFill>
          <a:blip r:embed="rId9"/>
          <a:stretch/>
        </p:blipFill>
        <p:spPr>
          <a:xfrm>
            <a:off x="10589760" y="-6120"/>
            <a:ext cx="1602000" cy="1602000"/>
          </a:xfrm>
          <a:prstGeom prst="rect">
            <a:avLst/>
          </a:prstGeom>
          <a:noFill/>
          <a:ln w="0">
            <a:noFill/>
          </a:ln>
        </p:spPr>
      </p:pic>
      <p:sp>
        <p:nvSpPr>
          <p:cNvPr id="46" name="Rectangle 32"/>
          <p:cNvSpPr/>
          <p:nvPr/>
        </p:nvSpPr>
        <p:spPr>
          <a:xfrm>
            <a:off x="9765000" y="6190560"/>
            <a:ext cx="1949040" cy="670680"/>
          </a:xfrm>
          <a:prstGeom prst="rect">
            <a:avLst/>
          </a:prstGeom>
          <a:solidFill>
            <a:schemeClr val="lt1">
              <a:lumMod val="85000"/>
              <a:alpha val="47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47" name="Rectangle 33"/>
          <p:cNvSpPr/>
          <p:nvPr/>
        </p:nvSpPr>
        <p:spPr>
          <a:xfrm>
            <a:off x="441720" y="5146920"/>
            <a:ext cx="1962000" cy="1004040"/>
          </a:xfrm>
          <a:prstGeom prst="rect">
            <a:avLst/>
          </a:prstGeom>
          <a:solidFill>
            <a:schemeClr val="dk2">
              <a:lumMod val="75000"/>
              <a:alpha val="13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48" name="Rectangle 34"/>
          <p:cNvSpPr/>
          <p:nvPr/>
        </p:nvSpPr>
        <p:spPr>
          <a:xfrm>
            <a:off x="9474840" y="3826800"/>
            <a:ext cx="579960" cy="1856880"/>
          </a:xfrm>
          <a:prstGeom prst="rect">
            <a:avLst/>
          </a:prstGeom>
          <a:solidFill>
            <a:srgbClr val="9C9C9C">
              <a:alpha val="57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pic>
        <p:nvPicPr>
          <p:cNvPr id="49" name="Picture 49"/>
          <p:cNvPicPr/>
          <p:nvPr/>
        </p:nvPicPr>
        <p:blipFill>
          <a:blip r:embed="rId10"/>
          <a:stretch/>
        </p:blipFill>
        <p:spPr>
          <a:xfrm rot="10800000">
            <a:off x="9018360" y="1272600"/>
            <a:ext cx="1493280" cy="240480"/>
          </a:xfrm>
          <a:prstGeom prst="rect">
            <a:avLst/>
          </a:prstGeom>
          <a:solidFill>
            <a:schemeClr val="accent6"/>
          </a:solidFill>
          <a:ln w="0">
            <a:noFill/>
          </a:ln>
        </p:spPr>
      </p:pic>
      <p:pic>
        <p:nvPicPr>
          <p:cNvPr id="50" name="Picture 16"/>
          <p:cNvPicPr/>
          <p:nvPr/>
        </p:nvPicPr>
        <p:blipFill>
          <a:blip r:embed="rId11"/>
          <a:stretch/>
        </p:blipFill>
        <p:spPr>
          <a:xfrm>
            <a:off x="1930680" y="450000"/>
            <a:ext cx="2529720" cy="1015560"/>
          </a:xfrm>
          <a:prstGeom prst="rect">
            <a:avLst/>
          </a:prstGeom>
          <a:noFill/>
          <a:ln w="0">
            <a:noFill/>
          </a:ln>
        </p:spPr>
      </p:pic>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ee Pictures with Captions">
    <p:bg>
      <p:bgPr>
        <a:solidFill>
          <a:srgbClr val="F0F0F0"/>
        </a:solidFill>
      </p:bgPr>
    </p:bg>
    <p:spTree>
      <p:nvGrpSpPr>
        <p:cNvPr id="1" name=""/>
        <p:cNvGrpSpPr/>
        <p:nvPr/>
      </p:nvGrpSpPr>
      <p:grpSpPr>
        <a:xfrm>
          <a:off x="0" y="0"/>
          <a:ext cx="0" cy="0"/>
          <a:chOff x="0" y="0"/>
          <a:chExt cx="0" cy="0"/>
        </a:xfrm>
      </p:grpSpPr>
      <p:sp>
        <p:nvSpPr>
          <p:cNvPr id="51"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EF85EF05-714A-46BA-A25D-1F91CEB71856}"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52" name="Straight Connector 12"/>
          <p:cNvCxnSpPr/>
          <p:nvPr/>
        </p:nvCxnSpPr>
        <p:spPr>
          <a:xfrm>
            <a:off x="11667600" y="6454080"/>
            <a:ext cx="360" cy="183240"/>
          </a:xfrm>
          <a:prstGeom prst="straightConnector1">
            <a:avLst/>
          </a:prstGeom>
          <a:ln>
            <a:solidFill>
              <a:srgbClr val="FFFFFF">
                <a:lumMod val="65000"/>
              </a:srgbClr>
            </a:solidFill>
          </a:ln>
        </p:spPr>
      </p:cxnSp>
      <p:sp>
        <p:nvSpPr>
          <p:cNvPr id="53"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54"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55"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56" name="PlaceHolder 1"/>
          <p:cNvSpPr>
            <a:spLocks noGrp="1"/>
          </p:cNvSpPr>
          <p:nvPr>
            <p:ph type="pic"/>
          </p:nvPr>
        </p:nvSpPr>
        <p:spPr>
          <a:xfrm>
            <a:off x="343080" y="1565640"/>
            <a:ext cx="3720960" cy="346968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a:t>
            </a:r>
            <a:r>
              <a:rPr lang="en-US" sz="1800" b="0" u="none" strike="noStrike">
                <a:solidFill>
                  <a:srgbClr val="000000"/>
                </a:solidFill>
                <a:effectLst/>
                <a:uFillTx/>
                <a:latin typeface="Arial"/>
              </a:rPr>
              <a:t>-click </a:t>
            </a:r>
            <a:r>
              <a:rPr lang="en-US" sz="1800" b="0" u="none" strike="noStrike">
                <a:solidFill>
                  <a:srgbClr val="000000"/>
                </a:solidFill>
                <a:effectLst/>
                <a:uFillTx/>
                <a:latin typeface="Arial"/>
              </a:rPr>
              <a:t>to add </a:t>
            </a:r>
            <a:r>
              <a:rPr lang="en-US" sz="1800" b="0" u="none" strike="noStrike">
                <a:solidFill>
                  <a:srgbClr val="000000"/>
                </a:solidFill>
                <a:effectLst/>
                <a:uFillTx/>
                <a:latin typeface="Arial"/>
              </a:rPr>
              <a:t>an </a:t>
            </a:r>
            <a:r>
              <a:rPr lang="en-US" sz="1800" b="0" u="none" strike="noStrike">
                <a:solidFill>
                  <a:srgbClr val="000000"/>
                </a:solidFill>
                <a:effectLst/>
                <a:uFillTx/>
                <a:latin typeface="Arial"/>
              </a:rPr>
              <a:t>Image</a:t>
            </a:r>
            <a:endParaRPr lang="en-US" sz="1800" b="0" u="none" strike="noStrike">
              <a:solidFill>
                <a:srgbClr val="000000"/>
              </a:solidFill>
              <a:effectLst/>
              <a:uFillTx/>
              <a:latin typeface="Arial"/>
            </a:endParaRPr>
          </a:p>
        </p:txBody>
      </p:sp>
      <p:sp>
        <p:nvSpPr>
          <p:cNvPr id="57" name="PlaceHolder 2"/>
          <p:cNvSpPr>
            <a:spLocks noGrp="1"/>
          </p:cNvSpPr>
          <p:nvPr>
            <p:ph type="pic"/>
          </p:nvPr>
        </p:nvSpPr>
        <p:spPr>
          <a:xfrm>
            <a:off x="4235400" y="1565640"/>
            <a:ext cx="3720960" cy="346968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a:t>
            </a:r>
            <a:r>
              <a:rPr lang="en-US" sz="1800" b="0" u="none" strike="noStrike">
                <a:solidFill>
                  <a:srgbClr val="000000"/>
                </a:solidFill>
                <a:effectLst/>
                <a:uFillTx/>
                <a:latin typeface="Arial"/>
              </a:rPr>
              <a:t>click to add </a:t>
            </a:r>
            <a:r>
              <a:rPr lang="en-US" sz="1800" b="0" u="none" strike="noStrike">
                <a:solidFill>
                  <a:srgbClr val="000000"/>
                </a:solidFill>
                <a:effectLst/>
                <a:uFillTx/>
                <a:latin typeface="Arial"/>
              </a:rPr>
              <a:t>an Image</a:t>
            </a:r>
            <a:endParaRPr lang="en-US" sz="1800" b="0" u="none" strike="noStrike">
              <a:solidFill>
                <a:srgbClr val="000000"/>
              </a:solidFill>
              <a:effectLst/>
              <a:uFillTx/>
              <a:latin typeface="Arial"/>
            </a:endParaRPr>
          </a:p>
        </p:txBody>
      </p:sp>
      <p:sp>
        <p:nvSpPr>
          <p:cNvPr id="58" name="PlaceHolder 3"/>
          <p:cNvSpPr>
            <a:spLocks noGrp="1"/>
          </p:cNvSpPr>
          <p:nvPr>
            <p:ph type="body"/>
          </p:nvPr>
        </p:nvSpPr>
        <p:spPr>
          <a:xfrm>
            <a:off x="8128080" y="5043240"/>
            <a:ext cx="3720960" cy="98064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59" name="PlaceHolder 4"/>
          <p:cNvSpPr>
            <a:spLocks noGrp="1"/>
          </p:cNvSpPr>
          <p:nvPr>
            <p:ph type="pic"/>
          </p:nvPr>
        </p:nvSpPr>
        <p:spPr>
          <a:xfrm>
            <a:off x="8128080" y="1565640"/>
            <a:ext cx="3720960" cy="346968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a:t>
            </a:r>
            <a:r>
              <a:rPr lang="en-US" sz="1800" b="0" u="none" strike="noStrike">
                <a:solidFill>
                  <a:srgbClr val="000000"/>
                </a:solidFill>
                <a:effectLst/>
                <a:uFillTx/>
                <a:latin typeface="Arial"/>
              </a:rPr>
              <a:t>click to add </a:t>
            </a:r>
            <a:r>
              <a:rPr lang="en-US" sz="1800" b="0" u="none" strike="noStrike">
                <a:solidFill>
                  <a:srgbClr val="000000"/>
                </a:solidFill>
                <a:effectLst/>
                <a:uFillTx/>
                <a:latin typeface="Arial"/>
              </a:rPr>
              <a:t>an Image</a:t>
            </a:r>
            <a:endParaRPr lang="en-US" sz="1800" b="0" u="none" strike="noStrike">
              <a:solidFill>
                <a:srgbClr val="000000"/>
              </a:solidFill>
              <a:effectLst/>
              <a:uFillTx/>
              <a:latin typeface="Arial"/>
            </a:endParaRPr>
          </a:p>
        </p:txBody>
      </p:sp>
      <p:sp>
        <p:nvSpPr>
          <p:cNvPr id="60" name="PlaceHolder 5"/>
          <p:cNvSpPr>
            <a:spLocks noGrp="1"/>
          </p:cNvSpPr>
          <p:nvPr>
            <p:ph type="body"/>
          </p:nvPr>
        </p:nvSpPr>
        <p:spPr>
          <a:xfrm>
            <a:off x="343080" y="5043240"/>
            <a:ext cx="3720960" cy="98064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61" name="PlaceHolder 6"/>
          <p:cNvSpPr>
            <a:spLocks noGrp="1"/>
          </p:cNvSpPr>
          <p:nvPr>
            <p:ph type="body"/>
          </p:nvPr>
        </p:nvSpPr>
        <p:spPr>
          <a:xfrm>
            <a:off x="4235400" y="5043240"/>
            <a:ext cx="3720960" cy="98064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62" name="PlaceHolder 7"/>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a:t>
            </a:r>
            <a:r>
              <a:rPr lang="en-US" sz="3200" b="1" u="none" strike="noStrike">
                <a:solidFill>
                  <a:schemeClr val="dk1"/>
                </a:solidFill>
                <a:effectLst/>
                <a:uFillTx/>
                <a:latin typeface="Arial"/>
              </a:rPr>
              <a:t>to edit </a:t>
            </a:r>
            <a:r>
              <a:rPr lang="en-US" sz="3200" b="1" u="none" strike="noStrike">
                <a:solidFill>
                  <a:schemeClr val="dk1"/>
                </a:solidFill>
                <a:effectLst/>
                <a:uFillTx/>
                <a:latin typeface="Arial"/>
              </a:rPr>
              <a:t>Maste</a:t>
            </a:r>
            <a:r>
              <a:rPr lang="en-US" sz="3200" b="1" u="none" strike="noStrike">
                <a:solidFill>
                  <a:schemeClr val="dk1"/>
                </a:solidFill>
                <a:effectLst/>
                <a:uFillTx/>
                <a:latin typeface="Arial"/>
              </a:rPr>
              <a:t>r title </a:t>
            </a:r>
            <a:r>
              <a:rPr lang="en-US" sz="3200" b="1" u="none" strike="noStrike">
                <a:solidFill>
                  <a:schemeClr val="dk1"/>
                </a:solidFill>
                <a:effectLst/>
                <a:uFillTx/>
                <a:latin typeface="Arial"/>
              </a:rPr>
              <a:t>style</a:t>
            </a:r>
            <a:endParaRPr lang="fr-FR" sz="3200" b="1" u="none" strike="noStrike">
              <a:solidFill>
                <a:schemeClr val="dk1"/>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our Pictures with Captions">
    <p:bg>
      <p:bgPr>
        <a:solidFill>
          <a:srgbClr val="F0F0F0"/>
        </a:solidFill>
      </p:bgPr>
    </p:bg>
    <p:spTree>
      <p:nvGrpSpPr>
        <p:cNvPr id="1" name=""/>
        <p:cNvGrpSpPr/>
        <p:nvPr/>
      </p:nvGrpSpPr>
      <p:grpSpPr>
        <a:xfrm>
          <a:off x="0" y="0"/>
          <a:ext cx="0" cy="0"/>
          <a:chOff x="0" y="0"/>
          <a:chExt cx="0" cy="0"/>
        </a:xfrm>
      </p:grpSpPr>
      <p:sp>
        <p:nvSpPr>
          <p:cNvPr id="63"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2092DD60-73F0-4DC6-A184-C2E018E4C7D7}"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64" name="Straight Connector 12"/>
          <p:cNvCxnSpPr/>
          <p:nvPr/>
        </p:nvCxnSpPr>
        <p:spPr>
          <a:xfrm>
            <a:off x="11667600" y="6454080"/>
            <a:ext cx="360" cy="183240"/>
          </a:xfrm>
          <a:prstGeom prst="straightConnector1">
            <a:avLst/>
          </a:prstGeom>
          <a:ln>
            <a:solidFill>
              <a:srgbClr val="FFFFFF">
                <a:lumMod val="65000"/>
              </a:srgbClr>
            </a:solidFill>
          </a:ln>
        </p:spPr>
      </p:cxnSp>
      <p:sp>
        <p:nvSpPr>
          <p:cNvPr id="65"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6"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67"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68" name="PlaceHolder 1"/>
          <p:cNvSpPr>
            <a:spLocks noGrp="1"/>
          </p:cNvSpPr>
          <p:nvPr>
            <p:ph type="pic"/>
          </p:nvPr>
        </p:nvSpPr>
        <p:spPr>
          <a:xfrm>
            <a:off x="343080" y="1565640"/>
            <a:ext cx="2761920" cy="257544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69" name="PlaceHolder 2"/>
          <p:cNvSpPr>
            <a:spLocks noGrp="1"/>
          </p:cNvSpPr>
          <p:nvPr>
            <p:ph type="pic"/>
          </p:nvPr>
        </p:nvSpPr>
        <p:spPr>
          <a:xfrm>
            <a:off x="3257640" y="1565640"/>
            <a:ext cx="2761920" cy="257544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70" name="PlaceHolder 3"/>
          <p:cNvSpPr>
            <a:spLocks noGrp="1"/>
          </p:cNvSpPr>
          <p:nvPr>
            <p:ph type="body"/>
          </p:nvPr>
        </p:nvSpPr>
        <p:spPr>
          <a:xfrm>
            <a:off x="9086760" y="4164120"/>
            <a:ext cx="2761920" cy="72792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71" name="PlaceHolder 4"/>
          <p:cNvSpPr>
            <a:spLocks noGrp="1"/>
          </p:cNvSpPr>
          <p:nvPr>
            <p:ph type="pic"/>
          </p:nvPr>
        </p:nvSpPr>
        <p:spPr>
          <a:xfrm>
            <a:off x="9086760" y="1565640"/>
            <a:ext cx="2761920" cy="257544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72" name="PlaceHolder 5"/>
          <p:cNvSpPr>
            <a:spLocks noGrp="1"/>
          </p:cNvSpPr>
          <p:nvPr>
            <p:ph type="body"/>
          </p:nvPr>
        </p:nvSpPr>
        <p:spPr>
          <a:xfrm>
            <a:off x="343080" y="4164120"/>
            <a:ext cx="2761920" cy="72792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73" name="PlaceHolder 6"/>
          <p:cNvSpPr>
            <a:spLocks noGrp="1"/>
          </p:cNvSpPr>
          <p:nvPr>
            <p:ph type="body"/>
          </p:nvPr>
        </p:nvSpPr>
        <p:spPr>
          <a:xfrm>
            <a:off x="3257640" y="4164120"/>
            <a:ext cx="2761920" cy="72792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74" name="PlaceHolder 7"/>
          <p:cNvSpPr>
            <a:spLocks noGrp="1"/>
          </p:cNvSpPr>
          <p:nvPr>
            <p:ph type="pic"/>
          </p:nvPr>
        </p:nvSpPr>
        <p:spPr>
          <a:xfrm>
            <a:off x="6172200" y="1565640"/>
            <a:ext cx="2761920" cy="257544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75" name="PlaceHolder 8"/>
          <p:cNvSpPr>
            <a:spLocks noGrp="1"/>
          </p:cNvSpPr>
          <p:nvPr>
            <p:ph type="body"/>
          </p:nvPr>
        </p:nvSpPr>
        <p:spPr>
          <a:xfrm>
            <a:off x="6172200" y="4164120"/>
            <a:ext cx="2761920" cy="72792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76" name="PlaceHolder 9"/>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p:bg>
      <p:bgPr>
        <a:solidFill>
          <a:srgbClr val="F0F0F0"/>
        </a:solidFill>
      </p:bgPr>
    </p:bg>
    <p:spTree>
      <p:nvGrpSpPr>
        <p:cNvPr id="1" name=""/>
        <p:cNvGrpSpPr/>
        <p:nvPr/>
      </p:nvGrpSpPr>
      <p:grpSpPr>
        <a:xfrm>
          <a:off x="0" y="0"/>
          <a:ext cx="0" cy="0"/>
          <a:chOff x="0" y="0"/>
          <a:chExt cx="0" cy="0"/>
        </a:xfrm>
      </p:grpSpPr>
      <p:sp>
        <p:nvSpPr>
          <p:cNvPr id="77"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F153CF3E-2DD5-4281-85C7-DE1233CA6118}"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78" name="Straight Connector 12"/>
          <p:cNvCxnSpPr/>
          <p:nvPr/>
        </p:nvCxnSpPr>
        <p:spPr>
          <a:xfrm>
            <a:off x="11667600" y="6454080"/>
            <a:ext cx="360" cy="183240"/>
          </a:xfrm>
          <a:prstGeom prst="straightConnector1">
            <a:avLst/>
          </a:prstGeom>
          <a:ln>
            <a:solidFill>
              <a:srgbClr val="FFFFFF">
                <a:lumMod val="65000"/>
              </a:srgbClr>
            </a:solidFill>
          </a:ln>
        </p:spPr>
      </p:cxnSp>
      <p:sp>
        <p:nvSpPr>
          <p:cNvPr id="79"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80"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81"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82" name="PlaceHolder 1"/>
          <p:cNvSpPr>
            <a:spLocks noGrp="1"/>
          </p:cNvSpPr>
          <p:nvPr>
            <p:ph type="body"/>
          </p:nvPr>
        </p:nvSpPr>
        <p:spPr>
          <a:xfrm>
            <a:off x="353160" y="1499760"/>
            <a:ext cx="5480640" cy="462888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83" name="PlaceHolder 2"/>
          <p:cNvSpPr>
            <a:spLocks noGrp="1"/>
          </p:cNvSpPr>
          <p:nvPr>
            <p:ph type="body"/>
          </p:nvPr>
        </p:nvSpPr>
        <p:spPr>
          <a:xfrm>
            <a:off x="6172200" y="1499760"/>
            <a:ext cx="5490360" cy="462888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84" name="PlaceHolder 3"/>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85" name="PlaceHolder 4"/>
          <p:cNvSpPr>
            <a:spLocks noGrp="1"/>
          </p:cNvSpPr>
          <p:nvPr>
            <p:ph type="body"/>
          </p:nvPr>
        </p:nvSpPr>
        <p:spPr>
          <a:xfrm>
            <a:off x="353160" y="76176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Headers">
    <p:bg>
      <p:bgPr>
        <a:solidFill>
          <a:srgbClr val="F0F0F0"/>
        </a:solidFill>
      </p:bgPr>
    </p:bg>
    <p:spTree>
      <p:nvGrpSpPr>
        <p:cNvPr id="1" name=""/>
        <p:cNvGrpSpPr/>
        <p:nvPr/>
      </p:nvGrpSpPr>
      <p:grpSpPr>
        <a:xfrm>
          <a:off x="0" y="0"/>
          <a:ext cx="0" cy="0"/>
          <a:chOff x="0" y="0"/>
          <a:chExt cx="0" cy="0"/>
        </a:xfrm>
      </p:grpSpPr>
      <p:sp>
        <p:nvSpPr>
          <p:cNvPr id="86"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0FE1F4CA-0D34-4252-AEAF-32AC95079602}"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87" name="Straight Connector 12"/>
          <p:cNvCxnSpPr/>
          <p:nvPr/>
        </p:nvCxnSpPr>
        <p:spPr>
          <a:xfrm>
            <a:off x="11667600" y="6454080"/>
            <a:ext cx="360" cy="183240"/>
          </a:xfrm>
          <a:prstGeom prst="straightConnector1">
            <a:avLst/>
          </a:prstGeom>
          <a:ln>
            <a:solidFill>
              <a:srgbClr val="FFFFFF">
                <a:lumMod val="65000"/>
              </a:srgbClr>
            </a:solidFill>
          </a:ln>
        </p:spPr>
      </p:cxnSp>
      <p:sp>
        <p:nvSpPr>
          <p:cNvPr id="88"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89"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90"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91" name="PlaceHolder 1"/>
          <p:cNvSpPr>
            <a:spLocks noGrp="1"/>
          </p:cNvSpPr>
          <p:nvPr>
            <p:ph type="body"/>
          </p:nvPr>
        </p:nvSpPr>
        <p:spPr>
          <a:xfrm>
            <a:off x="353160" y="2028240"/>
            <a:ext cx="5454720" cy="414360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92" name="PlaceHolder 2"/>
          <p:cNvSpPr>
            <a:spLocks noGrp="1"/>
          </p:cNvSpPr>
          <p:nvPr>
            <p:ph type="body"/>
          </p:nvPr>
        </p:nvSpPr>
        <p:spPr>
          <a:xfrm>
            <a:off x="6172200" y="2028240"/>
            <a:ext cx="5464440" cy="414360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93" name="PlaceHolder 3"/>
          <p:cNvSpPr>
            <a:spLocks noGrp="1"/>
          </p:cNvSpPr>
          <p:nvPr>
            <p:ph type="body"/>
          </p:nvPr>
        </p:nvSpPr>
        <p:spPr>
          <a:xfrm>
            <a:off x="353160" y="1422000"/>
            <a:ext cx="5464440" cy="491760"/>
          </a:xfrm>
          <a:prstGeom prst="rect">
            <a:avLst/>
          </a:prstGeom>
          <a:noFill/>
          <a:ln w="0">
            <a:noFill/>
          </a:ln>
        </p:spPr>
        <p:txBody>
          <a:bodyPr lIns="90000" tIns="45000" rIns="90000" bIns="45000" anchor="b">
            <a:noAutofit/>
          </a:bodyPr>
          <a:lstStyle>
            <a:lvl1pPr indent="0" algn="l" defTabSz="914400">
              <a:lnSpc>
                <a:spcPct val="90000"/>
              </a:lnSpc>
              <a:spcBef>
                <a:spcPts val="1400"/>
              </a:spcBef>
              <a:buNone/>
              <a:tabLst>
                <a:tab pos="0" algn="l"/>
              </a:tabLst>
              <a:defRPr lang="en-US" sz="24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400" b="1" u="none" strike="noStrike">
                <a:solidFill>
                  <a:schemeClr val="dk1"/>
                </a:solidFill>
                <a:effectLst/>
                <a:uFillTx/>
                <a:latin typeface="Arial"/>
              </a:rPr>
              <a:t>Click to edit Master text styles</a:t>
            </a:r>
            <a:endParaRPr lang="fr-FR" sz="2400" b="0" u="none" strike="noStrike">
              <a:solidFill>
                <a:srgbClr val="7F7F7F"/>
              </a:solidFill>
              <a:effectLst/>
              <a:uFillTx/>
              <a:latin typeface="Arial"/>
            </a:endParaRPr>
          </a:p>
        </p:txBody>
      </p:sp>
      <p:sp>
        <p:nvSpPr>
          <p:cNvPr id="94" name="PlaceHolder 4"/>
          <p:cNvSpPr>
            <a:spLocks noGrp="1"/>
          </p:cNvSpPr>
          <p:nvPr>
            <p:ph type="body"/>
          </p:nvPr>
        </p:nvSpPr>
        <p:spPr>
          <a:xfrm>
            <a:off x="6172200" y="1422000"/>
            <a:ext cx="5464440" cy="491760"/>
          </a:xfrm>
          <a:prstGeom prst="rect">
            <a:avLst/>
          </a:prstGeom>
          <a:noFill/>
          <a:ln w="0">
            <a:noFill/>
          </a:ln>
        </p:spPr>
        <p:txBody>
          <a:bodyPr lIns="90000" tIns="45000" rIns="90000" bIns="45000" anchor="b">
            <a:noAutofit/>
          </a:bodyPr>
          <a:lstStyle>
            <a:lvl1pPr indent="0" algn="l" defTabSz="914400">
              <a:lnSpc>
                <a:spcPct val="90000"/>
              </a:lnSpc>
              <a:spcBef>
                <a:spcPts val="1400"/>
              </a:spcBef>
              <a:buNone/>
              <a:tabLst>
                <a:tab pos="0" algn="l"/>
              </a:tabLst>
              <a:defRPr lang="en-US" sz="24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400" b="1" u="none" strike="noStrike">
                <a:solidFill>
                  <a:schemeClr val="dk1"/>
                </a:solidFill>
                <a:effectLst/>
                <a:uFillTx/>
                <a:latin typeface="Arial"/>
              </a:rPr>
              <a:t>Click to edit Master text styles</a:t>
            </a:r>
            <a:endParaRPr lang="fr-FR" sz="2400" b="0" u="none" strike="noStrike">
              <a:solidFill>
                <a:srgbClr val="7F7F7F"/>
              </a:solidFill>
              <a:effectLst/>
              <a:uFillTx/>
              <a:latin typeface="Arial"/>
            </a:endParaRPr>
          </a:p>
        </p:txBody>
      </p:sp>
      <p:sp>
        <p:nvSpPr>
          <p:cNvPr id="95" name="PlaceHolder 5"/>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a:t>
            </a:r>
            <a:r>
              <a:rPr lang="en-US" sz="3200" b="1" u="none" strike="noStrike">
                <a:solidFill>
                  <a:schemeClr val="dk1"/>
                </a:solidFill>
                <a:effectLst/>
                <a:uFillTx/>
                <a:latin typeface="Arial"/>
              </a:rPr>
              <a:t>title style</a:t>
            </a:r>
            <a:endParaRPr lang="fr-FR" sz="3200" b="1" u="none" strike="noStrike">
              <a:solidFill>
                <a:schemeClr val="dk1"/>
              </a:solidFill>
              <a:effectLst/>
              <a:uFillTx/>
              <a:latin typeface="Arial"/>
            </a:endParaRPr>
          </a:p>
        </p:txBody>
      </p:sp>
      <p:sp>
        <p:nvSpPr>
          <p:cNvPr id="96" name="PlaceHolder 6"/>
          <p:cNvSpPr>
            <a:spLocks noGrp="1"/>
          </p:cNvSpPr>
          <p:nvPr>
            <p:ph type="body"/>
          </p:nvPr>
        </p:nvSpPr>
        <p:spPr>
          <a:xfrm>
            <a:off x="353160" y="76176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ntent Headers">
    <p:bg>
      <p:bgPr>
        <a:solidFill>
          <a:srgbClr val="F0F0F0"/>
        </a:solidFill>
      </p:bgPr>
    </p:bg>
    <p:spTree>
      <p:nvGrpSpPr>
        <p:cNvPr id="1" name=""/>
        <p:cNvGrpSpPr/>
        <p:nvPr/>
      </p:nvGrpSpPr>
      <p:grpSpPr>
        <a:xfrm>
          <a:off x="0" y="0"/>
          <a:ext cx="0" cy="0"/>
          <a:chOff x="0" y="0"/>
          <a:chExt cx="0" cy="0"/>
        </a:xfrm>
      </p:grpSpPr>
      <p:sp>
        <p:nvSpPr>
          <p:cNvPr id="97"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67EE3D97-FF0D-4ED5-8D12-AFF9DC010074}"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98" name="Straight Connector 12"/>
          <p:cNvCxnSpPr/>
          <p:nvPr/>
        </p:nvCxnSpPr>
        <p:spPr>
          <a:xfrm>
            <a:off x="11667600" y="6454080"/>
            <a:ext cx="360" cy="183240"/>
          </a:xfrm>
          <a:prstGeom prst="straightConnector1">
            <a:avLst/>
          </a:prstGeom>
          <a:ln>
            <a:solidFill>
              <a:srgbClr val="FFFFFF">
                <a:lumMod val="65000"/>
              </a:srgbClr>
            </a:solidFill>
          </a:ln>
        </p:spPr>
      </p:cxnSp>
      <p:sp>
        <p:nvSpPr>
          <p:cNvPr id="99"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100"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101"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102" name="PlaceHolder 1"/>
          <p:cNvSpPr>
            <a:spLocks noGrp="1"/>
          </p:cNvSpPr>
          <p:nvPr>
            <p:ph type="body"/>
          </p:nvPr>
        </p:nvSpPr>
        <p:spPr>
          <a:xfrm>
            <a:off x="353160" y="2002320"/>
            <a:ext cx="3730320" cy="4169520"/>
          </a:xfrm>
          <a:prstGeom prst="rect">
            <a:avLst/>
          </a:prstGeom>
          <a:noFill/>
          <a:ln w="0">
            <a:noFill/>
          </a:ln>
        </p:spPr>
        <p:txBody>
          <a:bodyPr lIns="90000" tIns="45000" rIns="0" bIns="4500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103" name="PlaceHolder 2"/>
          <p:cNvSpPr>
            <a:spLocks noGrp="1"/>
          </p:cNvSpPr>
          <p:nvPr>
            <p:ph type="body"/>
          </p:nvPr>
        </p:nvSpPr>
        <p:spPr>
          <a:xfrm>
            <a:off x="4229280" y="2002320"/>
            <a:ext cx="3733560" cy="4169520"/>
          </a:xfrm>
          <a:prstGeom prst="rect">
            <a:avLst/>
          </a:prstGeom>
          <a:noFill/>
          <a:ln w="0">
            <a:noFill/>
          </a:ln>
        </p:spPr>
        <p:txBody>
          <a:bodyPr lIns="90000" tIns="45000" rIns="0" bIns="4500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104" name="PlaceHolder 3"/>
          <p:cNvSpPr>
            <a:spLocks noGrp="1"/>
          </p:cNvSpPr>
          <p:nvPr>
            <p:ph type="body"/>
          </p:nvPr>
        </p:nvSpPr>
        <p:spPr>
          <a:xfrm>
            <a:off x="352800" y="1386720"/>
            <a:ext cx="3730320" cy="491760"/>
          </a:xfrm>
          <a:prstGeom prst="rect">
            <a:avLst/>
          </a:prstGeom>
          <a:noFill/>
          <a:ln w="0">
            <a:noFill/>
          </a:ln>
        </p:spPr>
        <p:txBody>
          <a:bodyPr lIns="90000" tIns="45000" rIns="0" bIns="4500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p:txBody>
      </p:sp>
      <p:sp>
        <p:nvSpPr>
          <p:cNvPr id="105" name="PlaceHolder 4"/>
          <p:cNvSpPr>
            <a:spLocks noGrp="1"/>
          </p:cNvSpPr>
          <p:nvPr>
            <p:ph type="body"/>
          </p:nvPr>
        </p:nvSpPr>
        <p:spPr>
          <a:xfrm>
            <a:off x="4229280" y="1386720"/>
            <a:ext cx="3733560" cy="491760"/>
          </a:xfrm>
          <a:prstGeom prst="rect">
            <a:avLst/>
          </a:prstGeom>
          <a:noFill/>
          <a:ln w="0">
            <a:noFill/>
          </a:ln>
        </p:spPr>
        <p:txBody>
          <a:bodyPr lIns="90000" tIns="45000" rIns="0" bIns="4500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p:txBody>
      </p:sp>
      <p:sp>
        <p:nvSpPr>
          <p:cNvPr id="106" name="PlaceHolder 5"/>
          <p:cNvSpPr>
            <a:spLocks noGrp="1"/>
          </p:cNvSpPr>
          <p:nvPr>
            <p:ph type="body"/>
          </p:nvPr>
        </p:nvSpPr>
        <p:spPr>
          <a:xfrm>
            <a:off x="352800" y="76068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1" u="none" strike="noStrike">
              <a:solidFill>
                <a:schemeClr val="dk1"/>
              </a:solidFill>
              <a:effectLst/>
              <a:uFillTx/>
              <a:latin typeface="Arial"/>
            </a:endParaRPr>
          </a:p>
        </p:txBody>
      </p:sp>
      <p:sp>
        <p:nvSpPr>
          <p:cNvPr id="107" name="PlaceHolder 6"/>
          <p:cNvSpPr>
            <a:spLocks noGrp="1"/>
          </p:cNvSpPr>
          <p:nvPr>
            <p:ph type="body"/>
          </p:nvPr>
        </p:nvSpPr>
        <p:spPr>
          <a:xfrm>
            <a:off x="8115480" y="2002320"/>
            <a:ext cx="3733560" cy="4169520"/>
          </a:xfrm>
          <a:prstGeom prst="rect">
            <a:avLst/>
          </a:prstGeom>
          <a:noFill/>
          <a:ln w="0">
            <a:noFill/>
          </a:ln>
        </p:spPr>
        <p:txBody>
          <a:bodyPr lIns="90000" tIns="45000" rIns="0" bIns="45000" anchor="t">
            <a:noAutofit/>
          </a:bodyPr>
          <a:lstStyle>
            <a:lvl1pPr algn="l" defTabSz="914400">
              <a:lnSpc>
                <a:spcPct val="90000"/>
              </a:lnSpc>
              <a:spcBef>
                <a:spcPts val="1400"/>
              </a:spcBef>
              <a:buClr>
                <a:srgbClr val="000000"/>
              </a:buClr>
              <a:buFont typeface="Arial"/>
              <a:buChar char="•"/>
              <a:tabLst>
                <a:tab pos="0" algn="l"/>
              </a:tabLst>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tabLst>
                <a:tab pos="0" algn="l"/>
              </a:tabLst>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tabLst>
                <a:tab pos="0" algn="l"/>
              </a:tabLst>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tabLst>
                <a:tab pos="0" algn="l"/>
              </a:tabLst>
            </a:pPr>
            <a:r>
              <a:rPr lang="en-US" sz="2000" b="0"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tabLst>
                <a:tab pos="0" algn="l"/>
              </a:tabLst>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tabLst>
                <a:tab pos="0" algn="l"/>
              </a:tabLst>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108" name="PlaceHolder 7"/>
          <p:cNvSpPr>
            <a:spLocks noGrp="1"/>
          </p:cNvSpPr>
          <p:nvPr>
            <p:ph type="body"/>
          </p:nvPr>
        </p:nvSpPr>
        <p:spPr>
          <a:xfrm>
            <a:off x="8115480" y="1386720"/>
            <a:ext cx="3733560" cy="491760"/>
          </a:xfrm>
          <a:prstGeom prst="rect">
            <a:avLst/>
          </a:prstGeom>
          <a:noFill/>
          <a:ln w="0">
            <a:noFill/>
          </a:ln>
        </p:spPr>
        <p:txBody>
          <a:bodyPr lIns="90000" tIns="45000" rIns="0" bIns="4500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p:txBody>
      </p:sp>
      <p:sp>
        <p:nvSpPr>
          <p:cNvPr id="109" name="PlaceHolder 8"/>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ntent">
    <p:bg>
      <p:bgPr>
        <a:solidFill>
          <a:srgbClr val="F0F0F0"/>
        </a:solidFill>
      </p:bgPr>
    </p:bg>
    <p:spTree>
      <p:nvGrpSpPr>
        <p:cNvPr id="1" name=""/>
        <p:cNvGrpSpPr/>
        <p:nvPr/>
      </p:nvGrpSpPr>
      <p:grpSpPr>
        <a:xfrm>
          <a:off x="0" y="0"/>
          <a:ext cx="0" cy="0"/>
          <a:chOff x="0" y="0"/>
          <a:chExt cx="0" cy="0"/>
        </a:xfrm>
      </p:grpSpPr>
      <p:sp>
        <p:nvSpPr>
          <p:cNvPr id="110"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006F897D-2B75-4BB5-B821-EF3F857C19E0}"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111" name="Straight Connector 12"/>
          <p:cNvCxnSpPr/>
          <p:nvPr/>
        </p:nvCxnSpPr>
        <p:spPr>
          <a:xfrm>
            <a:off x="11667600" y="6454080"/>
            <a:ext cx="360" cy="183240"/>
          </a:xfrm>
          <a:prstGeom prst="straightConnector1">
            <a:avLst/>
          </a:prstGeom>
          <a:ln>
            <a:solidFill>
              <a:srgbClr val="FFFFFF">
                <a:lumMod val="65000"/>
              </a:srgbClr>
            </a:solidFill>
          </a:ln>
        </p:spPr>
      </p:cxnSp>
      <p:sp>
        <p:nvSpPr>
          <p:cNvPr id="112"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a:t>
            </a:r>
            <a:r>
              <a:rPr lang="fr-FR" sz="1000" b="0" u="none" strike="noStrike">
                <a:solidFill>
                  <a:schemeClr val="dk1">
                    <a:tint val="75000"/>
                  </a:schemeClr>
                </a:solidFill>
                <a:effectLst/>
                <a:uFillTx/>
                <a:latin typeface="Arial"/>
              </a:rPr>
              <a:t>réservés.</a:t>
            </a:r>
            <a:endParaRPr lang="en-US" sz="1000" b="0" u="none" strike="noStrike">
              <a:solidFill>
                <a:srgbClr val="000000"/>
              </a:solidFill>
              <a:effectLst/>
              <a:uFillTx/>
              <a:latin typeface="Arial"/>
            </a:endParaRPr>
          </a:p>
        </p:txBody>
      </p:sp>
      <p:pic>
        <p:nvPicPr>
          <p:cNvPr id="113"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114"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115" name="PlaceHolder 1"/>
          <p:cNvSpPr>
            <a:spLocks noGrp="1"/>
          </p:cNvSpPr>
          <p:nvPr>
            <p:ph type="body"/>
          </p:nvPr>
        </p:nvSpPr>
        <p:spPr>
          <a:xfrm>
            <a:off x="353160" y="1509480"/>
            <a:ext cx="3723480" cy="466236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116" name="PlaceHolder 2"/>
          <p:cNvSpPr>
            <a:spLocks noGrp="1"/>
          </p:cNvSpPr>
          <p:nvPr>
            <p:ph type="body"/>
          </p:nvPr>
        </p:nvSpPr>
        <p:spPr>
          <a:xfrm>
            <a:off x="4229280" y="1509480"/>
            <a:ext cx="3733560" cy="466236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117" name="PlaceHolder 3"/>
          <p:cNvSpPr>
            <a:spLocks noGrp="1"/>
          </p:cNvSpPr>
          <p:nvPr>
            <p:ph type="body"/>
          </p:nvPr>
        </p:nvSpPr>
        <p:spPr>
          <a:xfrm>
            <a:off x="8115480" y="1509480"/>
            <a:ext cx="3733560" cy="466236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118" name="PlaceHolder 4"/>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119" name="PlaceHolder 5"/>
          <p:cNvSpPr>
            <a:spLocks noGrp="1"/>
          </p:cNvSpPr>
          <p:nvPr>
            <p:ph type="body"/>
          </p:nvPr>
        </p:nvSpPr>
        <p:spPr>
          <a:xfrm>
            <a:off x="353160" y="76176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rt with Content Layout">
    <p:bg>
      <p:bgPr>
        <a:solidFill>
          <a:srgbClr val="F0F0F0"/>
        </a:solidFill>
      </p:bgPr>
    </p:bg>
    <p:spTree>
      <p:nvGrpSpPr>
        <p:cNvPr id="1" name=""/>
        <p:cNvGrpSpPr/>
        <p:nvPr/>
      </p:nvGrpSpPr>
      <p:grpSpPr>
        <a:xfrm>
          <a:off x="0" y="0"/>
          <a:ext cx="0" cy="0"/>
          <a:chOff x="0" y="0"/>
          <a:chExt cx="0" cy="0"/>
        </a:xfrm>
      </p:grpSpPr>
      <p:sp>
        <p:nvSpPr>
          <p:cNvPr id="120"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7056E1B9-2784-4CFF-BEE8-A42011E18834}"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121" name="Straight Connector 12"/>
          <p:cNvCxnSpPr/>
          <p:nvPr/>
        </p:nvCxnSpPr>
        <p:spPr>
          <a:xfrm>
            <a:off x="11667600" y="6454080"/>
            <a:ext cx="360" cy="183240"/>
          </a:xfrm>
          <a:prstGeom prst="straightConnector1">
            <a:avLst/>
          </a:prstGeom>
          <a:ln>
            <a:solidFill>
              <a:srgbClr val="FFFFFF">
                <a:lumMod val="65000"/>
              </a:srgbClr>
            </a:solidFill>
          </a:ln>
        </p:spPr>
      </p:cxnSp>
      <p:sp>
        <p:nvSpPr>
          <p:cNvPr id="122"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123"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124"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125" name="PlaceHolder 1"/>
          <p:cNvSpPr>
            <a:spLocks noGrp="1"/>
          </p:cNvSpPr>
          <p:nvPr>
            <p:ph type="body"/>
          </p:nvPr>
        </p:nvSpPr>
        <p:spPr>
          <a:xfrm>
            <a:off x="353160" y="76032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chemeClr val="dk1"/>
              </a:solidFill>
              <a:effectLst/>
              <a:uFillTx/>
              <a:latin typeface="Arial"/>
            </a:endParaRPr>
          </a:p>
        </p:txBody>
      </p:sp>
      <p:sp>
        <p:nvSpPr>
          <p:cNvPr id="126" name="PlaceHolder 2"/>
          <p:cNvSpPr>
            <a:spLocks noGrp="1"/>
          </p:cNvSpPr>
          <p:nvPr>
            <p:ph type="body"/>
          </p:nvPr>
        </p:nvSpPr>
        <p:spPr>
          <a:xfrm>
            <a:off x="353160" y="1509480"/>
            <a:ext cx="7619760" cy="4662360"/>
          </a:xfrm>
          <a:prstGeom prst="rect">
            <a:avLst/>
          </a:prstGeom>
          <a:noFill/>
          <a:ln w="0">
            <a:noFill/>
          </a:ln>
        </p:spPr>
        <p:txBody>
          <a:bodyPr lIns="90000" tIns="45000" rIns="90000" bIns="45000" anchor="t">
            <a:noAutofit/>
          </a:bodyPr>
          <a:lstStyle>
            <a:lvl1pPr indent="0" algn="ctr" defTabSz="914400">
              <a:lnSpc>
                <a:spcPct val="100000"/>
              </a:lnSpc>
              <a:buNone/>
              <a:tabLst>
                <a:tab pos="0" algn="l"/>
              </a:tabLst>
              <a:defRPr lang="en-US" sz="1800" b="0" u="none" strike="noStrike">
                <a:solidFill>
                  <a:schemeClr val="dk1"/>
                </a:solidFill>
                <a:effectLst/>
                <a:uFillTx/>
                <a:latin typeface="Arial"/>
              </a:defRPr>
            </a:lvl1pPr>
          </a:lstStyle>
          <a:p>
            <a:pPr indent="0" algn="ctr" defTabSz="914400">
              <a:lnSpc>
                <a:spcPct val="100000"/>
              </a:lnSpc>
              <a:buNone/>
              <a:tabLst>
                <a:tab pos="0" algn="l"/>
              </a:tabLst>
            </a:pPr>
            <a:r>
              <a:rPr lang="en-US" sz="1800" b="0" u="none" strike="noStrike">
                <a:solidFill>
                  <a:schemeClr val="dk1"/>
                </a:solidFill>
                <a:effectLst/>
                <a:uFillTx/>
                <a:latin typeface="Arial"/>
              </a:rPr>
              <a:t>Click icon to add chart</a:t>
            </a:r>
            <a:endParaRPr lang="fr-FR" sz="1800" b="0" u="none" strike="noStrike">
              <a:solidFill>
                <a:schemeClr val="dk1"/>
              </a:solidFill>
              <a:effectLst/>
              <a:uFillTx/>
              <a:latin typeface="Arial"/>
            </a:endParaRPr>
          </a:p>
        </p:txBody>
      </p:sp>
      <p:sp>
        <p:nvSpPr>
          <p:cNvPr id="127" name="PlaceHolder 3"/>
          <p:cNvSpPr>
            <a:spLocks noGrp="1"/>
          </p:cNvSpPr>
          <p:nvPr>
            <p:ph type="body"/>
          </p:nvPr>
        </p:nvSpPr>
        <p:spPr>
          <a:xfrm>
            <a:off x="8115480" y="1509480"/>
            <a:ext cx="3733560" cy="466236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tabLst>
                <a:tab pos="0" algn="l"/>
              </a:tabLst>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tabLst>
                <a:tab pos="0" algn="l"/>
              </a:tabLst>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tabLst>
                <a:tab pos="0" algn="l"/>
              </a:tabLst>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tabLst>
                <a:tab pos="0" algn="l"/>
              </a:tabLst>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tabLst>
                <a:tab pos="0" algn="l"/>
              </a:tabLst>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tabLst>
                <a:tab pos="0" algn="l"/>
              </a:tabLst>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128" name="PlaceHolder 4"/>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rt with Caption Layout">
    <p:bg>
      <p:bgPr>
        <a:solidFill>
          <a:srgbClr val="F0F0F0"/>
        </a:solidFill>
      </p:bgPr>
    </p:bg>
    <p:spTree>
      <p:nvGrpSpPr>
        <p:cNvPr id="1" name=""/>
        <p:cNvGrpSpPr/>
        <p:nvPr/>
      </p:nvGrpSpPr>
      <p:grpSpPr>
        <a:xfrm>
          <a:off x="0" y="0"/>
          <a:ext cx="0" cy="0"/>
          <a:chOff x="0" y="0"/>
          <a:chExt cx="0" cy="0"/>
        </a:xfrm>
      </p:grpSpPr>
      <p:sp>
        <p:nvSpPr>
          <p:cNvPr id="129"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3265EC56-4BFD-4B87-A8CE-6C37025F4E3E}"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130" name="Straight Connector 12"/>
          <p:cNvCxnSpPr/>
          <p:nvPr/>
        </p:nvCxnSpPr>
        <p:spPr>
          <a:xfrm>
            <a:off x="11667600" y="6454080"/>
            <a:ext cx="360" cy="183240"/>
          </a:xfrm>
          <a:prstGeom prst="straightConnector1">
            <a:avLst/>
          </a:prstGeom>
          <a:ln>
            <a:solidFill>
              <a:srgbClr val="FFFFFF">
                <a:lumMod val="65000"/>
              </a:srgbClr>
            </a:solidFill>
          </a:ln>
        </p:spPr>
      </p:cxnSp>
      <p:sp>
        <p:nvSpPr>
          <p:cNvPr id="131"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132"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133"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134" name="PlaceHolder 1"/>
          <p:cNvSpPr>
            <a:spLocks noGrp="1"/>
          </p:cNvSpPr>
          <p:nvPr>
            <p:ph type="body"/>
          </p:nvPr>
        </p:nvSpPr>
        <p:spPr>
          <a:xfrm>
            <a:off x="8115480" y="1551960"/>
            <a:ext cx="3733560" cy="4654800"/>
          </a:xfrm>
          <a:prstGeom prst="rect">
            <a:avLst/>
          </a:prstGeom>
          <a:noFill/>
          <a:ln w="0">
            <a:noFill/>
          </a:ln>
        </p:spPr>
        <p:txBody>
          <a:bodyPr lIns="90000" tIns="45000" rIns="90000" bIns="45000" anchor="t">
            <a:noAutofit/>
          </a:bodyPr>
          <a:lstStyle>
            <a:lvl1pPr indent="0" algn="l" defTabSz="914400">
              <a:lnSpc>
                <a:spcPct val="90000"/>
              </a:lnSpc>
              <a:spcBef>
                <a:spcPts val="1400"/>
              </a:spcBef>
              <a:buNone/>
              <a:tabLst>
                <a:tab pos="0" algn="l"/>
              </a:tabLst>
              <a:defRPr lang="en-US" sz="20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
        <p:nvSpPr>
          <p:cNvPr id="135" name="PlaceHolder 2"/>
          <p:cNvSpPr>
            <a:spLocks noGrp="1"/>
          </p:cNvSpPr>
          <p:nvPr>
            <p:ph type="body"/>
          </p:nvPr>
        </p:nvSpPr>
        <p:spPr>
          <a:xfrm>
            <a:off x="353160" y="75924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chemeClr val="dk1"/>
              </a:solidFill>
              <a:effectLst/>
              <a:uFillTx/>
              <a:latin typeface="Arial"/>
            </a:endParaRPr>
          </a:p>
        </p:txBody>
      </p:sp>
      <p:sp>
        <p:nvSpPr>
          <p:cNvPr id="136" name="PlaceHolder 3"/>
          <p:cNvSpPr>
            <a:spLocks noGrp="1"/>
          </p:cNvSpPr>
          <p:nvPr>
            <p:ph type="body"/>
          </p:nvPr>
        </p:nvSpPr>
        <p:spPr>
          <a:xfrm>
            <a:off x="353160" y="1557000"/>
            <a:ext cx="7619760" cy="4614840"/>
          </a:xfrm>
          <a:prstGeom prst="rect">
            <a:avLst/>
          </a:prstGeom>
          <a:noFill/>
          <a:ln w="0">
            <a:noFill/>
          </a:ln>
        </p:spPr>
        <p:txBody>
          <a:bodyPr lIns="90000" tIns="45000" rIns="90000" bIns="45000" anchor="t">
            <a:noAutofit/>
          </a:bodyPr>
          <a:lstStyle>
            <a:lvl1pPr indent="0" algn="ctr" defTabSz="914400">
              <a:lnSpc>
                <a:spcPct val="100000"/>
              </a:lnSpc>
              <a:buNone/>
              <a:tabLst>
                <a:tab pos="0" algn="l"/>
              </a:tabLst>
              <a:defRPr lang="en-US" sz="1800" b="0" u="none" strike="noStrike">
                <a:solidFill>
                  <a:schemeClr val="dk1"/>
                </a:solidFill>
                <a:effectLst/>
                <a:uFillTx/>
                <a:latin typeface="Arial"/>
              </a:defRPr>
            </a:lvl1pPr>
          </a:lstStyle>
          <a:p>
            <a:pPr indent="0" algn="ctr" defTabSz="914400">
              <a:lnSpc>
                <a:spcPct val="100000"/>
              </a:lnSpc>
              <a:buNone/>
              <a:tabLst>
                <a:tab pos="0" algn="l"/>
              </a:tabLst>
            </a:pPr>
            <a:r>
              <a:rPr lang="en-US" sz="1800" b="0" u="none" strike="noStrike">
                <a:solidFill>
                  <a:schemeClr val="dk1"/>
                </a:solidFill>
                <a:effectLst/>
                <a:uFillTx/>
                <a:latin typeface="Arial"/>
              </a:rPr>
              <a:t>Click icon to add chart</a:t>
            </a:r>
            <a:endParaRPr lang="fr-FR" sz="1800" b="0" u="none" strike="noStrike">
              <a:solidFill>
                <a:schemeClr val="dk1"/>
              </a:solidFill>
              <a:effectLst/>
              <a:uFillTx/>
              <a:latin typeface="Arial"/>
            </a:endParaRPr>
          </a:p>
        </p:txBody>
      </p:sp>
      <p:sp>
        <p:nvSpPr>
          <p:cNvPr id="137" name="PlaceHolder 4"/>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harts with Headers">
    <p:bg>
      <p:bgPr>
        <a:solidFill>
          <a:srgbClr val="F0F0F0"/>
        </a:solidFill>
      </p:bgPr>
    </p:bg>
    <p:spTree>
      <p:nvGrpSpPr>
        <p:cNvPr id="1" name=""/>
        <p:cNvGrpSpPr/>
        <p:nvPr/>
      </p:nvGrpSpPr>
      <p:grpSpPr>
        <a:xfrm>
          <a:off x="0" y="0"/>
          <a:ext cx="0" cy="0"/>
          <a:chOff x="0" y="0"/>
          <a:chExt cx="0" cy="0"/>
        </a:xfrm>
      </p:grpSpPr>
      <p:sp>
        <p:nvSpPr>
          <p:cNvPr id="138"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2AF314B2-873A-46CE-B806-B905BF45D2A2}"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139" name="Straight Connector 12"/>
          <p:cNvCxnSpPr/>
          <p:nvPr/>
        </p:nvCxnSpPr>
        <p:spPr>
          <a:xfrm>
            <a:off x="11667600" y="6454080"/>
            <a:ext cx="360" cy="183240"/>
          </a:xfrm>
          <a:prstGeom prst="straightConnector1">
            <a:avLst/>
          </a:prstGeom>
          <a:ln>
            <a:solidFill>
              <a:srgbClr val="FFFFFF">
                <a:lumMod val="65000"/>
              </a:srgbClr>
            </a:solidFill>
          </a:ln>
        </p:spPr>
      </p:cxnSp>
      <p:sp>
        <p:nvSpPr>
          <p:cNvPr id="140"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141"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142"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143" name="PlaceHolder 1"/>
          <p:cNvSpPr>
            <a:spLocks noGrp="1"/>
          </p:cNvSpPr>
          <p:nvPr>
            <p:ph type="body"/>
          </p:nvPr>
        </p:nvSpPr>
        <p:spPr>
          <a:xfrm>
            <a:off x="343080" y="2000160"/>
            <a:ext cx="3733560" cy="4100400"/>
          </a:xfrm>
          <a:prstGeom prst="rect">
            <a:avLst/>
          </a:prstGeom>
          <a:noFill/>
          <a:ln w="0">
            <a:noFill/>
          </a:ln>
        </p:spPr>
        <p:txBody>
          <a:bodyPr lIns="90000" tIns="45000" rIns="90000" bIns="45000" anchor="t">
            <a:noAutofit/>
          </a:bodyPr>
          <a:lstStyle>
            <a:lvl1pPr indent="0" algn="ctr" defTabSz="914400">
              <a:lnSpc>
                <a:spcPct val="100000"/>
              </a:lnSpc>
              <a:buNone/>
              <a:tabLst>
                <a:tab pos="0" algn="l"/>
              </a:tabLst>
              <a:defRPr lang="en-US" sz="1800" b="0" u="none" strike="noStrike">
                <a:solidFill>
                  <a:schemeClr val="dk1"/>
                </a:solidFill>
                <a:effectLst/>
                <a:uFillTx/>
                <a:latin typeface="Arial"/>
              </a:defRPr>
            </a:lvl1pPr>
          </a:lstStyle>
          <a:p>
            <a:pPr indent="0" algn="ctr" defTabSz="914400">
              <a:lnSpc>
                <a:spcPct val="100000"/>
              </a:lnSpc>
              <a:buNone/>
              <a:tabLst>
                <a:tab pos="0" algn="l"/>
              </a:tabLst>
            </a:pPr>
            <a:r>
              <a:rPr lang="en-US" sz="1800" b="0" u="none" strike="noStrike">
                <a:solidFill>
                  <a:schemeClr val="dk1"/>
                </a:solidFill>
                <a:effectLst/>
                <a:uFillTx/>
                <a:latin typeface="Arial"/>
              </a:rPr>
              <a:t>Click icon to add chart</a:t>
            </a:r>
            <a:endParaRPr lang="fr-FR" sz="1800" b="0" u="none" strike="noStrike">
              <a:solidFill>
                <a:schemeClr val="dk1"/>
              </a:solidFill>
              <a:effectLst/>
              <a:uFillTx/>
              <a:latin typeface="Arial"/>
            </a:endParaRPr>
          </a:p>
        </p:txBody>
      </p:sp>
      <p:sp>
        <p:nvSpPr>
          <p:cNvPr id="144" name="PlaceHolder 2"/>
          <p:cNvSpPr>
            <a:spLocks noGrp="1"/>
          </p:cNvSpPr>
          <p:nvPr>
            <p:ph type="body"/>
          </p:nvPr>
        </p:nvSpPr>
        <p:spPr>
          <a:xfrm>
            <a:off x="352800" y="1375200"/>
            <a:ext cx="3730320" cy="491760"/>
          </a:xfrm>
          <a:prstGeom prst="rect">
            <a:avLst/>
          </a:prstGeom>
          <a:noFill/>
          <a:ln w="0">
            <a:noFill/>
          </a:ln>
        </p:spPr>
        <p:txBody>
          <a:bodyPr lIns="90000" tIns="45000" rIns="90000" bIns="4500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
        <p:nvSpPr>
          <p:cNvPr id="145" name="PlaceHolder 3"/>
          <p:cNvSpPr>
            <a:spLocks noGrp="1"/>
          </p:cNvSpPr>
          <p:nvPr>
            <p:ph type="body"/>
          </p:nvPr>
        </p:nvSpPr>
        <p:spPr>
          <a:xfrm>
            <a:off x="4229280" y="1375200"/>
            <a:ext cx="3733560" cy="491760"/>
          </a:xfrm>
          <a:prstGeom prst="rect">
            <a:avLst/>
          </a:prstGeom>
          <a:noFill/>
          <a:ln w="0">
            <a:noFill/>
          </a:ln>
        </p:spPr>
        <p:txBody>
          <a:bodyPr lIns="90000" tIns="45000" rIns="90000" bIns="4500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
        <p:nvSpPr>
          <p:cNvPr id="146" name="PlaceHolder 4"/>
          <p:cNvSpPr>
            <a:spLocks noGrp="1"/>
          </p:cNvSpPr>
          <p:nvPr>
            <p:ph type="body"/>
          </p:nvPr>
        </p:nvSpPr>
        <p:spPr>
          <a:xfrm>
            <a:off x="353160" y="75960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chemeClr val="dk1"/>
              </a:solidFill>
              <a:effectLst/>
              <a:uFillTx/>
              <a:latin typeface="Arial"/>
            </a:endParaRPr>
          </a:p>
        </p:txBody>
      </p:sp>
      <p:sp>
        <p:nvSpPr>
          <p:cNvPr id="147" name="PlaceHolder 5"/>
          <p:cNvSpPr>
            <a:spLocks noGrp="1"/>
          </p:cNvSpPr>
          <p:nvPr>
            <p:ph type="body"/>
          </p:nvPr>
        </p:nvSpPr>
        <p:spPr>
          <a:xfrm>
            <a:off x="8115480" y="1375200"/>
            <a:ext cx="3730320" cy="491760"/>
          </a:xfrm>
          <a:prstGeom prst="rect">
            <a:avLst/>
          </a:prstGeom>
          <a:noFill/>
          <a:ln w="0">
            <a:noFill/>
          </a:ln>
        </p:spPr>
        <p:txBody>
          <a:bodyPr lIns="90000" tIns="45000" rIns="90000" bIns="4500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
        <p:nvSpPr>
          <p:cNvPr id="148" name="PlaceHolder 6"/>
          <p:cNvSpPr>
            <a:spLocks noGrp="1"/>
          </p:cNvSpPr>
          <p:nvPr>
            <p:ph type="body"/>
          </p:nvPr>
        </p:nvSpPr>
        <p:spPr>
          <a:xfrm>
            <a:off x="4229280" y="2000160"/>
            <a:ext cx="3733560" cy="4100400"/>
          </a:xfrm>
          <a:prstGeom prst="rect">
            <a:avLst/>
          </a:prstGeom>
          <a:noFill/>
          <a:ln w="0">
            <a:noFill/>
          </a:ln>
        </p:spPr>
        <p:txBody>
          <a:bodyPr lIns="90000" tIns="45000" rIns="90000" bIns="45000" anchor="t">
            <a:noAutofit/>
          </a:bodyPr>
          <a:lstStyle>
            <a:lvl1pPr indent="0" algn="ctr" defTabSz="914400">
              <a:lnSpc>
                <a:spcPct val="100000"/>
              </a:lnSpc>
              <a:buNone/>
              <a:tabLst>
                <a:tab pos="0" algn="l"/>
              </a:tabLst>
              <a:defRPr lang="en-US" sz="1800" b="0" u="none" strike="noStrike">
                <a:solidFill>
                  <a:schemeClr val="dk1"/>
                </a:solidFill>
                <a:effectLst/>
                <a:uFillTx/>
                <a:latin typeface="Arial"/>
              </a:defRPr>
            </a:lvl1pPr>
          </a:lstStyle>
          <a:p>
            <a:pPr indent="0" algn="ctr" defTabSz="914400">
              <a:lnSpc>
                <a:spcPct val="100000"/>
              </a:lnSpc>
              <a:buNone/>
              <a:tabLst>
                <a:tab pos="0" algn="l"/>
              </a:tabLst>
            </a:pPr>
            <a:r>
              <a:rPr lang="en-US" sz="1800" b="0" u="none" strike="noStrike">
                <a:solidFill>
                  <a:schemeClr val="dk1"/>
                </a:solidFill>
                <a:effectLst/>
                <a:uFillTx/>
                <a:latin typeface="Arial"/>
              </a:rPr>
              <a:t>Click icon to add chart</a:t>
            </a:r>
            <a:endParaRPr lang="fr-FR" sz="1800" b="0" u="none" strike="noStrike">
              <a:solidFill>
                <a:schemeClr val="dk1"/>
              </a:solidFill>
              <a:effectLst/>
              <a:uFillTx/>
              <a:latin typeface="Arial"/>
            </a:endParaRPr>
          </a:p>
        </p:txBody>
      </p:sp>
      <p:sp>
        <p:nvSpPr>
          <p:cNvPr id="149" name="PlaceHolder 7"/>
          <p:cNvSpPr>
            <a:spLocks noGrp="1"/>
          </p:cNvSpPr>
          <p:nvPr>
            <p:ph type="body"/>
          </p:nvPr>
        </p:nvSpPr>
        <p:spPr>
          <a:xfrm>
            <a:off x="8115480" y="2000160"/>
            <a:ext cx="3733560" cy="4100400"/>
          </a:xfrm>
          <a:prstGeom prst="rect">
            <a:avLst/>
          </a:prstGeom>
          <a:noFill/>
          <a:ln w="0">
            <a:noFill/>
          </a:ln>
        </p:spPr>
        <p:txBody>
          <a:bodyPr lIns="90000" tIns="45000" rIns="90000" bIns="45000" anchor="t">
            <a:noAutofit/>
          </a:bodyPr>
          <a:lstStyle>
            <a:lvl1pPr indent="0" algn="ctr" defTabSz="914400">
              <a:lnSpc>
                <a:spcPct val="100000"/>
              </a:lnSpc>
              <a:buNone/>
              <a:tabLst>
                <a:tab pos="0" algn="l"/>
              </a:tabLst>
              <a:defRPr lang="en-US" sz="1800" b="0" u="none" strike="noStrike">
                <a:solidFill>
                  <a:schemeClr val="dk1"/>
                </a:solidFill>
                <a:effectLst/>
                <a:uFillTx/>
                <a:latin typeface="Arial"/>
              </a:defRPr>
            </a:lvl1pPr>
          </a:lstStyle>
          <a:p>
            <a:pPr indent="0" algn="ctr" defTabSz="914400">
              <a:lnSpc>
                <a:spcPct val="100000"/>
              </a:lnSpc>
              <a:buNone/>
              <a:tabLst>
                <a:tab pos="0" algn="l"/>
              </a:tabLst>
            </a:pPr>
            <a:r>
              <a:rPr lang="en-US" sz="1800" b="0" u="none" strike="noStrike">
                <a:solidFill>
                  <a:schemeClr val="dk1"/>
                </a:solidFill>
                <a:effectLst/>
                <a:uFillTx/>
                <a:latin typeface="Arial"/>
              </a:rPr>
              <a:t>Click icon to add chart</a:t>
            </a:r>
            <a:endParaRPr lang="fr-FR" sz="1800" b="0" u="none" strike="noStrike">
              <a:solidFill>
                <a:schemeClr val="dk1"/>
              </a:solidFill>
              <a:effectLst/>
              <a:uFillTx/>
              <a:latin typeface="Arial"/>
            </a:endParaRPr>
          </a:p>
        </p:txBody>
      </p:sp>
      <p:sp>
        <p:nvSpPr>
          <p:cNvPr id="150" name="PlaceHolder 8"/>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a:t>
            </a:r>
            <a:r>
              <a:rPr lang="en-US" sz="3200" b="1" u="none" strike="noStrike">
                <a:solidFill>
                  <a:schemeClr val="dk1"/>
                </a:solidFill>
                <a:effectLst/>
                <a:uFillTx/>
                <a:latin typeface="Arial"/>
              </a:rPr>
              <a:t>to edit </a:t>
            </a:r>
            <a:r>
              <a:rPr lang="en-US" sz="3200" b="1" u="none" strike="noStrike">
                <a:solidFill>
                  <a:schemeClr val="dk1"/>
                </a:solidFill>
                <a:effectLst/>
                <a:uFillTx/>
                <a:latin typeface="Arial"/>
              </a:rPr>
              <a:t>Maste</a:t>
            </a:r>
            <a:r>
              <a:rPr lang="en-US" sz="3200" b="1" u="none" strike="noStrike">
                <a:solidFill>
                  <a:schemeClr val="dk1"/>
                </a:solidFill>
                <a:effectLst/>
                <a:uFillTx/>
                <a:latin typeface="Arial"/>
              </a:rPr>
              <a:t>r title </a:t>
            </a:r>
            <a:r>
              <a:rPr lang="en-US" sz="3200" b="1" u="none" strike="noStrike">
                <a:solidFill>
                  <a:schemeClr val="dk1"/>
                </a:solidFill>
                <a:effectLst/>
                <a:uFillTx/>
                <a:latin typeface="Arial"/>
              </a:rPr>
              <a:t>style</a:t>
            </a:r>
            <a:endParaRPr lang="fr-FR" sz="3200" b="1" u="none" strike="noStrike">
              <a:solidFill>
                <a:schemeClr val="dk1"/>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0F0F0"/>
        </a:solidFill>
      </p:bgPr>
    </p:bg>
    <p:spTree>
      <p:nvGrpSpPr>
        <p:cNvPr id="1" name=""/>
        <p:cNvGrpSpPr/>
        <p:nvPr/>
      </p:nvGrpSpPr>
      <p:grpSpPr>
        <a:xfrm>
          <a:off x="0" y="0"/>
          <a:ext cx="0" cy="0"/>
          <a:chOff x="0" y="0"/>
          <a:chExt cx="0" cy="0"/>
        </a:xfrm>
      </p:grpSpPr>
      <p:sp>
        <p:nvSpPr>
          <p:cNvPr id="151"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F6AA56F3-E691-45B7-AD2D-E5DC48605651}"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152" name="Straight Connector 12"/>
          <p:cNvCxnSpPr/>
          <p:nvPr/>
        </p:nvCxnSpPr>
        <p:spPr>
          <a:xfrm>
            <a:off x="11667600" y="6454080"/>
            <a:ext cx="360" cy="183240"/>
          </a:xfrm>
          <a:prstGeom prst="straightConnector1">
            <a:avLst/>
          </a:prstGeom>
          <a:ln>
            <a:solidFill>
              <a:srgbClr val="FFFFFF">
                <a:lumMod val="65000"/>
              </a:srgbClr>
            </a:solidFill>
          </a:ln>
        </p:spPr>
      </p:cxnSp>
      <p:sp>
        <p:nvSpPr>
          <p:cNvPr id="153"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a:t>
            </a:r>
            <a:r>
              <a:rPr lang="fr-FR" sz="1000" b="0" u="none" strike="noStrike">
                <a:solidFill>
                  <a:schemeClr val="dk1">
                    <a:tint val="75000"/>
                  </a:schemeClr>
                </a:solidFill>
                <a:effectLst/>
                <a:uFillTx/>
                <a:latin typeface="Arial"/>
              </a:rPr>
              <a:t>droits réservés.</a:t>
            </a:r>
            <a:endParaRPr lang="en-US" sz="1000" b="0" u="none" strike="noStrike">
              <a:solidFill>
                <a:srgbClr val="000000"/>
              </a:solidFill>
              <a:effectLst/>
              <a:uFillTx/>
              <a:latin typeface="Arial"/>
            </a:endParaRPr>
          </a:p>
        </p:txBody>
      </p:sp>
      <p:pic>
        <p:nvPicPr>
          <p:cNvPr id="154"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155"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156" name="PlaceHolder 1"/>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a:t>
            </a:r>
            <a:r>
              <a:rPr lang="en-US" sz="3200" b="1" u="none" strike="noStrike">
                <a:solidFill>
                  <a:schemeClr val="dk1"/>
                </a:solidFill>
                <a:effectLst/>
                <a:uFillTx/>
                <a:latin typeface="Arial"/>
              </a:rPr>
              <a:t>to edit </a:t>
            </a:r>
            <a:r>
              <a:rPr lang="en-US" sz="3200" b="1" u="none" strike="noStrike">
                <a:solidFill>
                  <a:schemeClr val="dk1"/>
                </a:solidFill>
                <a:effectLst/>
                <a:uFillTx/>
                <a:latin typeface="Arial"/>
              </a:rPr>
              <a:t>Maste</a:t>
            </a:r>
            <a:r>
              <a:rPr lang="en-US" sz="3200" b="1" u="none" strike="noStrike">
                <a:solidFill>
                  <a:schemeClr val="dk1"/>
                </a:solidFill>
                <a:effectLst/>
                <a:uFillTx/>
                <a:latin typeface="Arial"/>
              </a:rPr>
              <a:t>r title </a:t>
            </a:r>
            <a:r>
              <a:rPr lang="en-US" sz="3200" b="1" u="none" strike="noStrike">
                <a:solidFill>
                  <a:schemeClr val="dk1"/>
                </a:solidFill>
                <a:effectLst/>
                <a:uFillTx/>
                <a:latin typeface="Arial"/>
              </a:rPr>
              <a:t>style</a:t>
            </a:r>
            <a:endParaRPr lang="fr-FR" sz="3200" b="1" u="none" strike="noStrike">
              <a:solidFill>
                <a:schemeClr val="dk1"/>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1">
    <p:bg>
      <p:bgPr>
        <a:solidFill>
          <a:srgbClr val="454545"/>
        </a:solidFill>
      </p:bgPr>
    </p:bg>
    <p:spTree>
      <p:nvGrpSpPr>
        <p:cNvPr id="1" name=""/>
        <p:cNvGrpSpPr/>
        <p:nvPr/>
      </p:nvGrpSpPr>
      <p:grpSpPr>
        <a:xfrm>
          <a:off x="0" y="0"/>
          <a:ext cx="0" cy="0"/>
          <a:chOff x="0" y="0"/>
          <a:chExt cx="0" cy="0"/>
        </a:xfrm>
      </p:grpSpPr>
      <p:sp>
        <p:nvSpPr>
          <p:cNvPr id="157" name="Rectangle 26" hidden="1"/>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10742AA7-1961-438E-8C2F-A0D7795FCEF9}" type="slidenum">
              <a:rPr lang="fr-FR" sz="900" b="0" u="none" strike="noStrike">
                <a:solidFill>
                  <a:schemeClr val="dk1">
                    <a:lumMod val="50000"/>
                  </a:schemeClr>
                </a:solidFill>
                <a:effectLst/>
                <a:uFillTx/>
                <a:latin typeface="Arial"/>
              </a:rPr>
              <a:t>&lt;number&gt;</a:t>
            </a:fld>
            <a:endParaRPr lang="en-US" sz="900" b="0" u="none" strike="noStrike">
              <a:solidFill>
                <a:srgbClr val="FFFFFF"/>
              </a:solidFill>
              <a:effectLst/>
              <a:uFillTx/>
              <a:latin typeface="Arial"/>
            </a:endParaRPr>
          </a:p>
        </p:txBody>
      </p:sp>
      <p:cxnSp>
        <p:nvCxnSpPr>
          <p:cNvPr id="158" name="Straight Connector 12"/>
          <p:cNvCxnSpPr/>
          <p:nvPr/>
        </p:nvCxnSpPr>
        <p:spPr>
          <a:xfrm>
            <a:off x="11667600" y="6454080"/>
            <a:ext cx="360" cy="183240"/>
          </a:xfrm>
          <a:prstGeom prst="straightConnector1">
            <a:avLst/>
          </a:prstGeom>
          <a:ln>
            <a:solidFill>
              <a:srgbClr val="000000">
                <a:lumMod val="65000"/>
              </a:srgbClr>
            </a:solidFill>
          </a:ln>
        </p:spPr>
      </p:cxnSp>
      <p:sp>
        <p:nvSpPr>
          <p:cNvPr id="159" name="Footer Placeholder 20" hidden="1"/>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lt1">
                    <a:tint val="75000"/>
                  </a:schemeClr>
                </a:solidFill>
                <a:effectLst/>
                <a:uFillTx/>
                <a:latin typeface="Arial"/>
              </a:rPr>
              <a:t>© INOX TECH. Tous </a:t>
            </a:r>
            <a:r>
              <a:rPr lang="fr-FR" sz="1000" b="0" u="none" strike="noStrike">
                <a:solidFill>
                  <a:schemeClr val="lt1">
                    <a:tint val="75000"/>
                  </a:schemeClr>
                </a:solidFill>
                <a:effectLst/>
                <a:uFillTx/>
                <a:latin typeface="Arial"/>
              </a:rPr>
              <a:t>droits réservés.</a:t>
            </a:r>
            <a:endParaRPr lang="en-US" sz="1000" b="0" u="none" strike="noStrike">
              <a:solidFill>
                <a:srgbClr val="FFFFFF"/>
              </a:solidFill>
              <a:effectLst/>
              <a:uFillTx/>
              <a:latin typeface="Arial"/>
            </a:endParaRPr>
          </a:p>
        </p:txBody>
      </p:sp>
      <p:pic>
        <p:nvPicPr>
          <p:cNvPr id="160" name="Picture 2" descr="Inox Technologies" hidden="1"/>
          <p:cNvPicPr/>
          <p:nvPr/>
        </p:nvPicPr>
        <p:blipFill>
          <a:blip r:embed="rId2"/>
          <a:srcRect l="9689" t="12401" r="7064" b="18725"/>
          <a:stretch/>
        </p:blipFill>
        <p:spPr>
          <a:xfrm>
            <a:off x="166680" y="6462000"/>
            <a:ext cx="330840" cy="273600"/>
          </a:xfrm>
          <a:prstGeom prst="rect">
            <a:avLst/>
          </a:prstGeom>
          <a:noFill/>
          <a:ln w="0">
            <a:noFill/>
          </a:ln>
        </p:spPr>
      </p:pic>
      <p:sp>
        <p:nvSpPr>
          <p:cNvPr id="161" name="Freeform 5" hidden="1"/>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lt1"/>
              </a:solidFill>
              <a:effectLst/>
              <a:uFillTx/>
              <a:latin typeface="Arial"/>
            </a:endParaRPr>
          </a:p>
        </p:txBody>
      </p:sp>
      <p:sp>
        <p:nvSpPr>
          <p:cNvPr id="162" name="Rectangle 39"/>
          <p:cNvSpPr/>
          <p:nvPr/>
        </p:nvSpPr>
        <p:spPr>
          <a:xfrm>
            <a:off x="7773840" y="4641120"/>
            <a:ext cx="579960" cy="1856880"/>
          </a:xfrm>
          <a:prstGeom prst="rect">
            <a:avLst/>
          </a:prstGeom>
          <a:solidFill>
            <a:srgbClr val="9C9C9C">
              <a:alpha val="57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pic>
        <p:nvPicPr>
          <p:cNvPr id="163" name="Picture 21"/>
          <p:cNvPicPr/>
          <p:nvPr/>
        </p:nvPicPr>
        <p:blipFill>
          <a:blip r:embed="rId3">
            <a:alphaModFix amt="45000"/>
          </a:blip>
          <a:stretch/>
        </p:blipFill>
        <p:spPr>
          <a:xfrm>
            <a:off x="123480" y="1283040"/>
            <a:ext cx="1963080" cy="2560680"/>
          </a:xfrm>
          <a:prstGeom prst="rect">
            <a:avLst/>
          </a:prstGeom>
          <a:noFill/>
          <a:ln w="0">
            <a:noFill/>
          </a:ln>
        </p:spPr>
      </p:pic>
      <p:pic>
        <p:nvPicPr>
          <p:cNvPr id="164" name="Picture 26"/>
          <p:cNvPicPr/>
          <p:nvPr/>
        </p:nvPicPr>
        <p:blipFill>
          <a:blip r:embed="rId4"/>
          <a:stretch/>
        </p:blipFill>
        <p:spPr>
          <a:xfrm rot="10800000">
            <a:off x="1643040" y="5735880"/>
            <a:ext cx="1493280" cy="240480"/>
          </a:xfrm>
          <a:prstGeom prst="rect">
            <a:avLst/>
          </a:prstGeom>
          <a:solidFill>
            <a:schemeClr val="accent6"/>
          </a:solidFill>
          <a:ln w="0">
            <a:noFill/>
          </a:ln>
        </p:spPr>
      </p:pic>
      <p:pic>
        <p:nvPicPr>
          <p:cNvPr id="165" name="Picture 27"/>
          <p:cNvPicPr/>
          <p:nvPr/>
        </p:nvPicPr>
        <p:blipFill>
          <a:blip r:embed="rId5"/>
          <a:stretch/>
        </p:blipFill>
        <p:spPr>
          <a:xfrm rot="10800000">
            <a:off x="360" y="501120"/>
            <a:ext cx="1493280" cy="240480"/>
          </a:xfrm>
          <a:prstGeom prst="rect">
            <a:avLst/>
          </a:prstGeom>
          <a:solidFill>
            <a:schemeClr val="accent6"/>
          </a:solidFill>
          <a:ln w="0">
            <a:noFill/>
          </a:ln>
        </p:spPr>
      </p:pic>
      <p:sp>
        <p:nvSpPr>
          <p:cNvPr id="166" name="Rectangle 28"/>
          <p:cNvSpPr/>
          <p:nvPr/>
        </p:nvSpPr>
        <p:spPr>
          <a:xfrm>
            <a:off x="9803520" y="-9000"/>
            <a:ext cx="1041480" cy="1902600"/>
          </a:xfrm>
          <a:prstGeom prst="rect">
            <a:avLst/>
          </a:prstGeom>
          <a:solidFill>
            <a:schemeClr val="dk1">
              <a:alpha val="43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pic>
        <p:nvPicPr>
          <p:cNvPr id="167" name="Picture 29"/>
          <p:cNvPicPr/>
          <p:nvPr/>
        </p:nvPicPr>
        <p:blipFill>
          <a:blip r:embed="rId6"/>
          <a:stretch/>
        </p:blipFill>
        <p:spPr>
          <a:xfrm>
            <a:off x="8613720" y="4428360"/>
            <a:ext cx="1951560" cy="1657440"/>
          </a:xfrm>
          <a:prstGeom prst="rect">
            <a:avLst/>
          </a:prstGeom>
          <a:noFill/>
          <a:ln w="0">
            <a:noFill/>
          </a:ln>
        </p:spPr>
      </p:pic>
      <p:sp>
        <p:nvSpPr>
          <p:cNvPr id="168" name="Rectangle 32"/>
          <p:cNvSpPr/>
          <p:nvPr/>
        </p:nvSpPr>
        <p:spPr>
          <a:xfrm>
            <a:off x="9791640" y="6199920"/>
            <a:ext cx="1949040" cy="670680"/>
          </a:xfrm>
          <a:prstGeom prst="rect">
            <a:avLst/>
          </a:prstGeom>
          <a:solidFill>
            <a:schemeClr val="dk1">
              <a:lumMod val="85000"/>
              <a:alpha val="47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169" name="Rectangle 33"/>
          <p:cNvSpPr/>
          <p:nvPr/>
        </p:nvSpPr>
        <p:spPr>
          <a:xfrm>
            <a:off x="124560" y="3466080"/>
            <a:ext cx="1962000" cy="1004040"/>
          </a:xfrm>
          <a:prstGeom prst="rect">
            <a:avLst/>
          </a:prstGeom>
          <a:solidFill>
            <a:schemeClr val="lt2">
              <a:lumMod val="75000"/>
              <a:alpha val="24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170" name="Rectangle 34"/>
          <p:cNvSpPr/>
          <p:nvPr/>
        </p:nvSpPr>
        <p:spPr>
          <a:xfrm>
            <a:off x="9223200" y="1523880"/>
            <a:ext cx="579960" cy="1856880"/>
          </a:xfrm>
          <a:prstGeom prst="rect">
            <a:avLst/>
          </a:prstGeom>
          <a:solidFill>
            <a:srgbClr val="9C9C9C">
              <a:alpha val="57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pic>
        <p:nvPicPr>
          <p:cNvPr id="171" name="Picture 49"/>
          <p:cNvPicPr/>
          <p:nvPr/>
        </p:nvPicPr>
        <p:blipFill>
          <a:blip r:embed="rId7"/>
          <a:stretch/>
        </p:blipFill>
        <p:spPr>
          <a:xfrm rot="10800000">
            <a:off x="10523880" y="1283400"/>
            <a:ext cx="1493280" cy="240480"/>
          </a:xfrm>
          <a:prstGeom prst="rect">
            <a:avLst/>
          </a:prstGeom>
          <a:solidFill>
            <a:schemeClr val="accent6"/>
          </a:solidFill>
          <a:ln w="0">
            <a:noFill/>
          </a:ln>
        </p:spPr>
      </p:pic>
      <p:sp>
        <p:nvSpPr>
          <p:cNvPr id="172" name="PlaceHolder 1"/>
          <p:cNvSpPr>
            <a:spLocks noGrp="1"/>
          </p:cNvSpPr>
          <p:nvPr>
            <p:ph type="title"/>
          </p:nvPr>
        </p:nvSpPr>
        <p:spPr>
          <a:xfrm>
            <a:off x="740160" y="1994040"/>
            <a:ext cx="8686800" cy="1389960"/>
          </a:xfrm>
          <a:prstGeom prst="rect">
            <a:avLst/>
          </a:prstGeom>
          <a:noFill/>
          <a:ln w="0">
            <a:noFill/>
          </a:ln>
        </p:spPr>
        <p:txBody>
          <a:bodyPr lIns="91440" tIns="45000" rIns="90000" bIns="45000" anchor="b">
            <a:noAutofit/>
          </a:bodyPr>
          <a:lstStyle>
            <a:lvl1pPr indent="0" algn="l" defTabSz="914400">
              <a:lnSpc>
                <a:spcPct val="90000"/>
              </a:lnSpc>
              <a:buNone/>
              <a:defRPr lang="en-US" sz="4400" b="1" u="none" strike="noStrike">
                <a:solidFill>
                  <a:schemeClr val="lt1"/>
                </a:solidFill>
                <a:effectLst/>
                <a:uFillTx/>
                <a:latin typeface="Arial"/>
              </a:defRPr>
            </a:lvl1pPr>
          </a:lstStyle>
          <a:p>
            <a:pPr indent="0" algn="l" defTabSz="914400">
              <a:lnSpc>
                <a:spcPct val="90000"/>
              </a:lnSpc>
              <a:buNone/>
            </a:pPr>
            <a:r>
              <a:rPr lang="en-US" sz="4400" b="1" u="none" strike="noStrike">
                <a:solidFill>
                  <a:schemeClr val="lt1"/>
                </a:solidFill>
                <a:effectLst/>
                <a:uFillTx/>
                <a:latin typeface="Arial"/>
              </a:rPr>
              <a:t>Click to edit Master title style</a:t>
            </a:r>
            <a:endParaRPr lang="fr-FR" sz="4400" b="1" u="none" strike="noStrike">
              <a:solidFill>
                <a:schemeClr val="lt1"/>
              </a:solidFill>
              <a:effectLst/>
              <a:uFillTx/>
              <a:latin typeface="Arial"/>
            </a:endParaRPr>
          </a:p>
        </p:txBody>
      </p:sp>
      <p:sp>
        <p:nvSpPr>
          <p:cNvPr id="173" name="PlaceHolder 2"/>
          <p:cNvSpPr>
            <a:spLocks noGrp="1"/>
          </p:cNvSpPr>
          <p:nvPr>
            <p:ph type="body"/>
          </p:nvPr>
        </p:nvSpPr>
        <p:spPr>
          <a:xfrm>
            <a:off x="740160" y="3525480"/>
            <a:ext cx="7584480" cy="807120"/>
          </a:xfrm>
          <a:prstGeom prst="rect">
            <a:avLst/>
          </a:prstGeom>
          <a:noFill/>
          <a:ln w="0">
            <a:noFill/>
          </a:ln>
        </p:spPr>
        <p:txBody>
          <a:bodyPr lIns="91440" tIns="45000" rIns="90000" bIns="45000" anchor="t">
            <a:noAutofit/>
          </a:bodyPr>
          <a:lstStyle>
            <a:lvl1pPr indent="0" algn="l" defTabSz="914400">
              <a:lnSpc>
                <a:spcPct val="90000"/>
              </a:lnSpc>
              <a:spcBef>
                <a:spcPts val="1400"/>
              </a:spcBef>
              <a:buNone/>
              <a:tabLst>
                <a:tab pos="0" algn="l"/>
              </a:tabLst>
              <a:defRPr lang="en-US" sz="2000" b="0" u="none" strike="noStrike">
                <a:solidFill>
                  <a:schemeClr val="lt1"/>
                </a:solidFill>
                <a:effectLst/>
                <a:uFillTx/>
                <a:latin typeface="Arial"/>
              </a:defRPr>
            </a:lvl1pPr>
          </a:lstStyle>
          <a:p>
            <a:pPr indent="0" algn="l" defTabSz="914400">
              <a:lnSpc>
                <a:spcPct val="90000"/>
              </a:lnSpc>
              <a:spcBef>
                <a:spcPts val="1400"/>
              </a:spcBef>
              <a:buNone/>
              <a:tabLst>
                <a:tab pos="0" algn="l"/>
              </a:tabLst>
            </a:pPr>
            <a:r>
              <a:rPr lang="en-US" sz="2000" b="0" u="none" strike="noStrike">
                <a:solidFill>
                  <a:schemeClr val="lt1"/>
                </a:solidFill>
                <a:effectLst/>
                <a:uFillTx/>
                <a:latin typeface="Arial"/>
              </a:rPr>
              <a:t>Click to edit Master text styles</a:t>
            </a:r>
            <a:endParaRPr lang="fr-FR" sz="2000" b="0" u="none" strike="noStrike">
              <a:solidFill>
                <a:schemeClr val="lt1"/>
              </a:solidFill>
              <a:effectLst/>
              <a:uFillTx/>
              <a:latin typeface="Arial"/>
            </a:endParaRPr>
          </a:p>
        </p:txBody>
      </p:sp>
      <p:sp>
        <p:nvSpPr>
          <p:cNvPr id="174" name="Rectangle 1"/>
          <p:cNvSpPr/>
          <p:nvPr/>
        </p:nvSpPr>
        <p:spPr>
          <a:xfrm>
            <a:off x="8616240" y="6085800"/>
            <a:ext cx="1949040" cy="24408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sp>
        <p:nvSpPr>
          <p:cNvPr id="175" name="Rectangle 37"/>
          <p:cNvSpPr/>
          <p:nvPr/>
        </p:nvSpPr>
        <p:spPr>
          <a:xfrm>
            <a:off x="8613720" y="6470640"/>
            <a:ext cx="1949040" cy="3870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sp>
        <p:nvSpPr>
          <p:cNvPr id="176" name="Rectangle 38"/>
          <p:cNvSpPr/>
          <p:nvPr/>
        </p:nvSpPr>
        <p:spPr>
          <a:xfrm>
            <a:off x="8353800" y="5980320"/>
            <a:ext cx="259200" cy="877320"/>
          </a:xfrm>
          <a:prstGeom prst="rect">
            <a:avLst/>
          </a:prstGeom>
          <a:solidFill>
            <a:schemeClr val="lt1">
              <a:lumMod val="85000"/>
              <a:lumOff val="15000"/>
              <a:alpha val="72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pic>
        <p:nvPicPr>
          <p:cNvPr id="177" name="Picture 18"/>
          <p:cNvPicPr/>
          <p:nvPr/>
        </p:nvPicPr>
        <p:blipFill>
          <a:blip r:embed="rId8"/>
          <a:stretch/>
        </p:blipFill>
        <p:spPr>
          <a:xfrm>
            <a:off x="2109240" y="4479840"/>
            <a:ext cx="2529720" cy="1015560"/>
          </a:xfrm>
          <a:prstGeom prst="rect">
            <a:avLst/>
          </a:prstGeom>
          <a:noFill/>
          <a:ln w="0">
            <a:noFill/>
          </a:ln>
        </p:spPr>
      </p:pic>
      <p:pic>
        <p:nvPicPr>
          <p:cNvPr id="178" name="Picture 9"/>
          <p:cNvPicPr/>
          <p:nvPr/>
        </p:nvPicPr>
        <p:blipFill>
          <a:blip r:embed="rId9">
            <a:extLst>
              <a:ext uri="{96DAC541-7B7A-43D3-8B79-37D633B846F1}">
                <asvg:svgBlip xmlns:asvg="http://schemas.microsoft.com/office/drawing/2016/SVG/main" r:embed="rId10"/>
              </a:ext>
            </a:extLst>
          </a:blip>
          <a:stretch/>
        </p:blipFill>
        <p:spPr>
          <a:xfrm>
            <a:off x="348480" y="6450480"/>
            <a:ext cx="277920" cy="190080"/>
          </a:xfrm>
          <a:prstGeom prst="rect">
            <a:avLst/>
          </a:prstGeom>
          <a:noFill/>
          <a:ln w="0">
            <a:noFill/>
          </a:ln>
        </p:spPr>
      </p:pic>
    </p:spTree>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rgbClr val="F0F0F0"/>
        </a:solidFill>
      </p:bgPr>
    </p:bg>
    <p:spTree>
      <p:nvGrpSpPr>
        <p:cNvPr id="1" name=""/>
        <p:cNvGrpSpPr/>
        <p:nvPr/>
      </p:nvGrpSpPr>
      <p:grpSpPr>
        <a:xfrm>
          <a:off x="0" y="0"/>
          <a:ext cx="0" cy="0"/>
          <a:chOff x="0" y="0"/>
          <a:chExt cx="0" cy="0"/>
        </a:xfrm>
      </p:grpSpPr>
      <p:sp>
        <p:nvSpPr>
          <p:cNvPr id="179"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50130DAA-6D4C-4D52-ACA0-A110020CE8CC}"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180" name="Straight Connector 12"/>
          <p:cNvCxnSpPr/>
          <p:nvPr/>
        </p:nvCxnSpPr>
        <p:spPr>
          <a:xfrm>
            <a:off x="11667600" y="6454080"/>
            <a:ext cx="360" cy="183240"/>
          </a:xfrm>
          <a:prstGeom prst="straightConnector1">
            <a:avLst/>
          </a:prstGeom>
          <a:ln>
            <a:solidFill>
              <a:srgbClr val="FFFFFF">
                <a:lumMod val="65000"/>
              </a:srgbClr>
            </a:solidFill>
          </a:ln>
        </p:spPr>
      </p:cxnSp>
      <p:sp>
        <p:nvSpPr>
          <p:cNvPr id="181"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a:t>
            </a:r>
            <a:r>
              <a:rPr lang="fr-FR" sz="1000" b="0" u="none" strike="noStrike">
                <a:solidFill>
                  <a:schemeClr val="dk1">
                    <a:tint val="75000"/>
                  </a:schemeClr>
                </a:solidFill>
                <a:effectLst/>
                <a:uFillTx/>
                <a:latin typeface="Arial"/>
              </a:rPr>
              <a:t>droits réservés.</a:t>
            </a:r>
            <a:endParaRPr lang="en-US" sz="1000" b="0" u="none" strike="noStrike">
              <a:solidFill>
                <a:srgbClr val="000000"/>
              </a:solidFill>
              <a:effectLst/>
              <a:uFillTx/>
              <a:latin typeface="Arial"/>
            </a:endParaRPr>
          </a:p>
        </p:txBody>
      </p:sp>
      <p:pic>
        <p:nvPicPr>
          <p:cNvPr id="182"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183"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184" name="PlaceHolder 1"/>
          <p:cNvSpPr>
            <a:spLocks noGrp="1"/>
          </p:cNvSpPr>
          <p:nvPr>
            <p:ph type="body"/>
          </p:nvPr>
        </p:nvSpPr>
        <p:spPr>
          <a:xfrm>
            <a:off x="353160" y="75528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
        <p:nvSpPr>
          <p:cNvPr id="185" name="PlaceHolder 2"/>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a:t>
            </a:r>
            <a:r>
              <a:rPr lang="en-US" sz="3200" b="1" u="none" strike="noStrike">
                <a:solidFill>
                  <a:schemeClr val="dk1"/>
                </a:solidFill>
                <a:effectLst/>
                <a:uFillTx/>
                <a:latin typeface="Arial"/>
              </a:rPr>
              <a:t>to edit </a:t>
            </a:r>
            <a:r>
              <a:rPr lang="en-US" sz="3200" b="1" u="none" strike="noStrike">
                <a:solidFill>
                  <a:schemeClr val="dk1"/>
                </a:solidFill>
                <a:effectLst/>
                <a:uFillTx/>
                <a:latin typeface="Arial"/>
              </a:rPr>
              <a:t>Maste</a:t>
            </a:r>
            <a:r>
              <a:rPr lang="en-US" sz="3200" b="1" u="none" strike="noStrike">
                <a:solidFill>
                  <a:schemeClr val="dk1"/>
                </a:solidFill>
                <a:effectLst/>
                <a:uFillTx/>
                <a:latin typeface="Arial"/>
              </a:rPr>
              <a:t>r title </a:t>
            </a:r>
            <a:r>
              <a:rPr lang="en-US" sz="3200" b="1" u="none" strike="noStrike">
                <a:solidFill>
                  <a:schemeClr val="dk1"/>
                </a:solidFill>
                <a:effectLst/>
                <a:uFillTx/>
                <a:latin typeface="Arial"/>
              </a:rPr>
              <a:t>style</a:t>
            </a:r>
            <a:endParaRPr lang="fr-FR" sz="3200" b="1" u="none" strike="noStrike">
              <a:solidFill>
                <a:schemeClr val="dk1"/>
              </a:solidFill>
              <a:effectLst/>
              <a:uFillTx/>
              <a:latin typeface="Arial"/>
            </a:endParaRPr>
          </a:p>
        </p:txBody>
      </p:sp>
    </p:spTree>
  </p:cSld>
  <p:clrMapOvr>
    <a:masterClrMapping/>
  </p:clrMapOvr>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bg>
      <p:bgPr>
        <a:solidFill>
          <a:srgbClr val="F0F0F0"/>
        </a:solidFill>
      </p:bgPr>
    </p:bg>
    <p:spTree>
      <p:nvGrpSpPr>
        <p:cNvPr id="1" name=""/>
        <p:cNvGrpSpPr/>
        <p:nvPr/>
      </p:nvGrpSpPr>
      <p:grpSpPr>
        <a:xfrm>
          <a:off x="0" y="0"/>
          <a:ext cx="0" cy="0"/>
          <a:chOff x="0" y="0"/>
          <a:chExt cx="0" cy="0"/>
        </a:xfrm>
      </p:grpSpPr>
      <p:sp>
        <p:nvSpPr>
          <p:cNvPr id="186"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D8CB1902-686B-4FF1-83B4-FD19CE4BF4A7}"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187" name="Straight Connector 12"/>
          <p:cNvCxnSpPr/>
          <p:nvPr/>
        </p:nvCxnSpPr>
        <p:spPr>
          <a:xfrm>
            <a:off x="11667600" y="6454080"/>
            <a:ext cx="360" cy="183240"/>
          </a:xfrm>
          <a:prstGeom prst="straightConnector1">
            <a:avLst/>
          </a:prstGeom>
          <a:ln>
            <a:solidFill>
              <a:srgbClr val="FFFFFF">
                <a:lumMod val="65000"/>
              </a:srgbClr>
            </a:solidFill>
          </a:ln>
        </p:spPr>
      </p:cxnSp>
      <p:sp>
        <p:nvSpPr>
          <p:cNvPr id="188"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189"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190"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19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fr-FR" sz="1800" b="0" u="none" strike="noStrike">
                <a:solidFill>
                  <a:schemeClr val="dk1"/>
                </a:solidFill>
                <a:effectLst/>
                <a:uFillTx/>
                <a:latin typeface="Arial"/>
              </a:defRPr>
            </a:lvl1pPr>
          </a:lstStyle>
          <a:p>
            <a:pPr indent="0" algn="l">
              <a:buNone/>
            </a:pPr>
            <a:r>
              <a:rPr lang="fr-FR" sz="1800" b="0" u="none" strike="noStrike">
                <a:solidFill>
                  <a:schemeClr val="dk1"/>
                </a:solidFill>
                <a:effectLst/>
                <a:uFillTx/>
                <a:latin typeface="Arial"/>
              </a:rPr>
              <a:t>Click to edit </a:t>
            </a:r>
            <a:r>
              <a:rPr lang="fr-FR" sz="1800" b="0" u="none" strike="noStrike">
                <a:solidFill>
                  <a:schemeClr val="dk1"/>
                </a:solidFill>
                <a:effectLst/>
                <a:uFillTx/>
                <a:latin typeface="Arial"/>
              </a:rPr>
              <a:t>the title text </a:t>
            </a:r>
            <a:r>
              <a:rPr lang="fr-FR" sz="1800" b="0" u="none" strike="noStrike">
                <a:solidFill>
                  <a:schemeClr val="dk1"/>
                </a:solidFill>
                <a:effectLst/>
                <a:uFillTx/>
                <a:latin typeface="Arial"/>
              </a:rPr>
              <a:t>format</a:t>
            </a:r>
            <a:endParaRPr lang="fr-FR" sz="1800" b="0" u="none" strike="noStrike">
              <a:solidFill>
                <a:schemeClr val="dk1"/>
              </a:solidFill>
              <a:effectLst/>
              <a:uFillTx/>
              <a:latin typeface="Arial"/>
            </a:endParaRPr>
          </a:p>
        </p:txBody>
      </p:sp>
      <p:sp>
        <p:nvSpPr>
          <p:cNvPr id="192"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fr-FR" sz="2200" b="0" u="none" strike="noStrike">
                <a:solidFill>
                  <a:schemeClr val="dk1"/>
                </a:solidFill>
                <a:effectLst/>
                <a:uFillTx/>
                <a:latin typeface="Arial"/>
              </a:defRPr>
            </a:lvl1pPr>
            <a:lvl2pPr lvl="1" algn="l">
              <a:lnSpc>
                <a:spcPct val="90000"/>
              </a:lnSpc>
              <a:spcBef>
                <a:spcPts val="1134"/>
              </a:spcBef>
              <a:buClr>
                <a:srgbClr val="000000"/>
              </a:buClr>
              <a:buSzPct val="75000"/>
              <a:buFont typeface="Symbol" charset="2"/>
              <a:buChar char=""/>
              <a:defRPr lang="fr-FR" sz="1600" b="0" u="none" strike="noStrike">
                <a:solidFill>
                  <a:schemeClr val="dk1"/>
                </a:solidFill>
                <a:effectLst/>
                <a:uFillTx/>
                <a:latin typeface="Arial"/>
              </a:defRPr>
            </a:lvl2pPr>
            <a:lvl3pPr lvl="2" algn="l">
              <a:lnSpc>
                <a:spcPct val="90000"/>
              </a:lnSpc>
              <a:spcBef>
                <a:spcPts val="850"/>
              </a:spcBef>
              <a:buClr>
                <a:srgbClr val="000000"/>
              </a:buClr>
              <a:buSzPct val="45000"/>
              <a:buFont typeface="Wingdings" charset="2"/>
              <a:buChar char=""/>
              <a:defRPr lang="fr-FR" sz="1800" b="0" u="none" strike="noStrike">
                <a:solidFill>
                  <a:schemeClr val="dk1"/>
                </a:solidFill>
                <a:effectLst/>
                <a:uFillTx/>
                <a:latin typeface="Arial"/>
              </a:defRPr>
            </a:lvl3pPr>
            <a:lvl4pPr lvl="3" algn="l">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rial"/>
              </a:defRPr>
            </a:lvl4pPr>
            <a:lvl5pPr lvl="4"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5pPr>
            <a:lvl6pPr lvl="5"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6pPr>
            <a:lvl7pPr lvl="6"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7pPr>
          </a:lstStyle>
          <a:p>
            <a:pPr marL="432000" indent="-324000" algn="l">
              <a:lnSpc>
                <a:spcPct val="90000"/>
              </a:lnSpc>
              <a:spcBef>
                <a:spcPts val="1417"/>
              </a:spcBef>
              <a:buClr>
                <a:srgbClr val="000000"/>
              </a:buClr>
              <a:buSzPct val="45000"/>
              <a:buFont typeface="Wingdings" charset="2"/>
              <a:buChar char=""/>
            </a:pPr>
            <a:r>
              <a:rPr lang="fr-FR" sz="2200" b="0" u="none" strike="noStrike">
                <a:solidFill>
                  <a:schemeClr val="dk1"/>
                </a:solidFill>
                <a:effectLst/>
                <a:uFillTx/>
                <a:latin typeface="Arial"/>
              </a:rPr>
              <a:t>Click to edit the outline text format</a:t>
            </a:r>
            <a:endParaRPr lang="fr-FR" sz="2200" b="0" u="none" strike="noStrike">
              <a:solidFill>
                <a:schemeClr val="dk1"/>
              </a:solidFill>
              <a:effectLst/>
              <a:uFillTx/>
              <a:latin typeface="Arial"/>
            </a:endParaRPr>
          </a:p>
          <a:p>
            <a:pPr marL="864000" lvl="1" indent="-324000" algn="l">
              <a:lnSpc>
                <a:spcPct val="90000"/>
              </a:lnSpc>
              <a:spcBef>
                <a:spcPts val="1134"/>
              </a:spcBef>
              <a:buClr>
                <a:srgbClr val="000000"/>
              </a:buClr>
              <a:buSzPct val="75000"/>
              <a:buFont typeface="Symbol" charset="2"/>
              <a:buChar char=""/>
            </a:pPr>
            <a:r>
              <a:rPr lang="fr-FR" sz="1600" b="0" u="none" strike="noStrike">
                <a:solidFill>
                  <a:schemeClr val="dk1"/>
                </a:solidFill>
                <a:effectLst/>
                <a:uFillTx/>
                <a:latin typeface="Arial"/>
              </a:rPr>
              <a:t>Second Outline Level</a:t>
            </a:r>
            <a:endParaRPr lang="fr-FR" sz="1600" b="0" u="none" strike="noStrike">
              <a:solidFill>
                <a:schemeClr val="dk1"/>
              </a:solidFill>
              <a:effectLst/>
              <a:uFillTx/>
              <a:latin typeface="Arial"/>
            </a:endParaRPr>
          </a:p>
          <a:p>
            <a:pPr marL="1296000" lvl="2" indent="-288000" algn="l">
              <a:lnSpc>
                <a:spcPct val="90000"/>
              </a:lnSpc>
              <a:spcBef>
                <a:spcPts val="850"/>
              </a:spcBef>
              <a:buClr>
                <a:srgbClr val="000000"/>
              </a:buClr>
              <a:buSzPct val="45000"/>
              <a:buFont typeface="Wingdings" charset="2"/>
              <a:buChar char=""/>
            </a:pPr>
            <a:r>
              <a:rPr lang="fr-FR" sz="1800" b="0" u="none" strike="noStrike">
                <a:solidFill>
                  <a:schemeClr val="dk1"/>
                </a:solidFill>
                <a:effectLst/>
                <a:uFillTx/>
                <a:latin typeface="Arial"/>
              </a:rPr>
              <a:t>Third Outline Level</a:t>
            </a:r>
            <a:endParaRPr lang="fr-FR" sz="1800" b="0" u="none" strike="noStrike">
              <a:solidFill>
                <a:schemeClr val="dk1"/>
              </a:solidFill>
              <a:effectLst/>
              <a:uFillTx/>
              <a:latin typeface="Arial"/>
            </a:endParaRPr>
          </a:p>
          <a:p>
            <a:pPr marL="1728000" lvl="3" indent="-216000" algn="l">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rial"/>
              </a:rPr>
              <a:t>Fourth Outline Level</a:t>
            </a:r>
            <a:endParaRPr lang="fr-FR" sz="1800" b="0" u="none" strike="noStrike">
              <a:solidFill>
                <a:schemeClr val="dk1"/>
              </a:solidFill>
              <a:effectLst/>
              <a:uFillTx/>
              <a:latin typeface="Arial"/>
            </a:endParaRPr>
          </a:p>
          <a:p>
            <a:pPr marL="2160000" lvl="4"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Fifth Outline Level</a:t>
            </a:r>
            <a:endParaRPr lang="fr-FR" sz="2000" b="0" u="none" strike="noStrike">
              <a:solidFill>
                <a:schemeClr val="dk1"/>
              </a:solidFill>
              <a:effectLst/>
              <a:uFillTx/>
              <a:latin typeface="Arial"/>
            </a:endParaRPr>
          </a:p>
          <a:p>
            <a:pPr marL="2592000" lvl="5"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Sixth Outline Level</a:t>
            </a:r>
            <a:endParaRPr lang="fr-FR" sz="2000" b="0" u="none" strike="noStrike">
              <a:solidFill>
                <a:schemeClr val="dk1"/>
              </a:solidFill>
              <a:effectLst/>
              <a:uFillTx/>
              <a:latin typeface="Arial"/>
            </a:endParaRPr>
          </a:p>
          <a:p>
            <a:pPr marL="3024000" lvl="6"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Seventh Outline Level</a:t>
            </a:r>
            <a:endParaRPr lang="fr-FR" sz="2000" b="0" u="none" strike="noStrike">
              <a:solidFill>
                <a:schemeClr val="dk1"/>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bg>
      <p:bgPr>
        <a:solidFill>
          <a:srgbClr val="F0F0F0"/>
        </a:solidFill>
      </p:bgPr>
    </p:bg>
    <p:spTree>
      <p:nvGrpSpPr>
        <p:cNvPr id="1" name=""/>
        <p:cNvGrpSpPr/>
        <p:nvPr/>
      </p:nvGrpSpPr>
      <p:grpSpPr>
        <a:xfrm>
          <a:off x="0" y="0"/>
          <a:ext cx="0" cy="0"/>
          <a:chOff x="0" y="0"/>
          <a:chExt cx="0" cy="0"/>
        </a:xfrm>
      </p:grpSpPr>
      <p:sp>
        <p:nvSpPr>
          <p:cNvPr id="193" name="Rectangle 26" hidden="1"/>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4AB375C0-DC1E-493B-8FEE-C44048C73085}"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194" name="Straight Connector 12"/>
          <p:cNvCxnSpPr/>
          <p:nvPr/>
        </p:nvCxnSpPr>
        <p:spPr>
          <a:xfrm>
            <a:off x="11667600" y="6454080"/>
            <a:ext cx="360" cy="183240"/>
          </a:xfrm>
          <a:prstGeom prst="straightConnector1">
            <a:avLst/>
          </a:prstGeom>
          <a:ln>
            <a:solidFill>
              <a:srgbClr val="FFFFFF">
                <a:lumMod val="65000"/>
              </a:srgbClr>
            </a:solidFill>
          </a:ln>
        </p:spPr>
      </p:cxnSp>
      <p:sp>
        <p:nvSpPr>
          <p:cNvPr id="195" name="Footer Placeholder 20" hidden="1"/>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a:t>
            </a:r>
            <a:r>
              <a:rPr lang="fr-FR" sz="1000" b="0" u="none" strike="noStrike">
                <a:solidFill>
                  <a:schemeClr val="dk1">
                    <a:tint val="75000"/>
                  </a:schemeClr>
                </a:solidFill>
                <a:effectLst/>
                <a:uFillTx/>
                <a:latin typeface="Arial"/>
              </a:rPr>
              <a:t>droits réservés.</a:t>
            </a:r>
            <a:endParaRPr lang="en-US" sz="1000" b="0" u="none" strike="noStrike">
              <a:solidFill>
                <a:srgbClr val="000000"/>
              </a:solidFill>
              <a:effectLst/>
              <a:uFillTx/>
              <a:latin typeface="Arial"/>
            </a:endParaRPr>
          </a:p>
        </p:txBody>
      </p:sp>
      <p:pic>
        <p:nvPicPr>
          <p:cNvPr id="196" name="Picture 2" descr="Inox Technologies" hidden="1"/>
          <p:cNvPicPr/>
          <p:nvPr/>
        </p:nvPicPr>
        <p:blipFill>
          <a:blip r:embed="rId2"/>
          <a:srcRect l="9689" t="12401" r="7064" b="18725"/>
          <a:stretch/>
        </p:blipFill>
        <p:spPr>
          <a:xfrm>
            <a:off x="166680" y="6462000"/>
            <a:ext cx="330840" cy="273600"/>
          </a:xfrm>
          <a:prstGeom prst="rect">
            <a:avLst/>
          </a:prstGeom>
          <a:noFill/>
          <a:ln w="0">
            <a:noFill/>
          </a:ln>
        </p:spPr>
      </p:pic>
      <p:sp>
        <p:nvSpPr>
          <p:cNvPr id="197" name="Freeform 5" hidden="1"/>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pic>
        <p:nvPicPr>
          <p:cNvPr id="198" name="Picture 3"/>
          <p:cNvPicPr/>
          <p:nvPr/>
        </p:nvPicPr>
        <p:blipFill>
          <a:blip r:embed="rId3"/>
          <a:stretch/>
        </p:blipFill>
        <p:spPr>
          <a:xfrm>
            <a:off x="4038840" y="3201480"/>
            <a:ext cx="4113720" cy="460440"/>
          </a:xfrm>
          <a:prstGeom prst="rect">
            <a:avLst/>
          </a:prstGeom>
          <a:noFill/>
          <a:ln w="0">
            <a:noFill/>
          </a:ln>
        </p:spPr>
      </p:pic>
      <p:pic>
        <p:nvPicPr>
          <p:cNvPr id="199" name="Picture 4"/>
          <p:cNvPicPr/>
          <p:nvPr/>
        </p:nvPicPr>
        <p:blipFill>
          <a:blip r:embed="rId4"/>
          <a:stretch/>
        </p:blipFill>
        <p:spPr>
          <a:xfrm rot="10800000">
            <a:off x="11217240" y="-8280"/>
            <a:ext cx="974880" cy="224640"/>
          </a:xfrm>
          <a:prstGeom prst="rect">
            <a:avLst/>
          </a:prstGeom>
          <a:noFill/>
          <a:ln w="0">
            <a:noFill/>
          </a:ln>
        </p:spPr>
      </p:pic>
    </p:spTree>
  </p:cSld>
  <p:clrMapOvr>
    <a:masterClrMapping/>
  </p:clrMapOvr>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1_Title only">
    <p:bg>
      <p:bgPr>
        <a:solidFill>
          <a:srgbClr val="F0F0F0"/>
        </a:solidFill>
      </p:bgPr>
    </p:bg>
    <p:spTree>
      <p:nvGrpSpPr>
        <p:cNvPr id="1" name=""/>
        <p:cNvGrpSpPr/>
        <p:nvPr/>
      </p:nvGrpSpPr>
      <p:grpSpPr>
        <a:xfrm>
          <a:off x="0" y="0"/>
          <a:ext cx="0" cy="0"/>
          <a:chOff x="0" y="0"/>
          <a:chExt cx="0" cy="0"/>
        </a:xfrm>
      </p:grpSpPr>
      <p:sp>
        <p:nvSpPr>
          <p:cNvPr id="200"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6A1C15F5-68D4-492E-A81C-2AA51B409980}"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201" name="Straight Connector 12"/>
          <p:cNvCxnSpPr/>
          <p:nvPr/>
        </p:nvCxnSpPr>
        <p:spPr>
          <a:xfrm>
            <a:off x="11667600" y="6454080"/>
            <a:ext cx="360" cy="183240"/>
          </a:xfrm>
          <a:prstGeom prst="straightConnector1">
            <a:avLst/>
          </a:prstGeom>
          <a:ln>
            <a:solidFill>
              <a:srgbClr val="FFFFFF">
                <a:lumMod val="65000"/>
              </a:srgbClr>
            </a:solidFill>
          </a:ln>
        </p:spPr>
      </p:cxnSp>
      <p:sp>
        <p:nvSpPr>
          <p:cNvPr id="202"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03"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204"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205" name="PlaceHolder 1"/>
          <p:cNvSpPr>
            <a:spLocks noGrp="1"/>
          </p:cNvSpPr>
          <p:nvPr>
            <p:ph type="title"/>
          </p:nvPr>
        </p:nvSpPr>
        <p:spPr>
          <a:xfrm>
            <a:off x="609480" y="546120"/>
            <a:ext cx="10972440" cy="427680"/>
          </a:xfrm>
          <a:prstGeom prst="rect">
            <a:avLst/>
          </a:prstGeom>
          <a:noFill/>
          <a:ln w="0">
            <a:noFill/>
          </a:ln>
        </p:spPr>
        <p:txBody>
          <a:bodyPr lIns="91440" tIns="91440" rIns="91440" bIns="91440" anchor="ctr">
            <a:noAutofit/>
          </a:bodyPr>
          <a:lstStyle>
            <a:lvl1pPr indent="0" algn="l">
              <a:buNone/>
              <a:defRPr lang="fr-FR" sz="3200" b="0" u="none" strike="noStrike">
                <a:solidFill>
                  <a:schemeClr val="dk1"/>
                </a:solidFill>
                <a:effectLst/>
                <a:uFillTx/>
                <a:latin typeface="Arial"/>
              </a:defRPr>
            </a:lvl1pPr>
          </a:lstStyle>
          <a:p>
            <a:pPr indent="0" algn="l">
              <a:buNone/>
            </a:pPr>
            <a:r>
              <a:rPr lang="fr-FR" sz="3200" b="0" u="none" strike="noStrike">
                <a:solidFill>
                  <a:schemeClr val="dk1"/>
                </a:solidFill>
                <a:effectLst/>
                <a:uFillTx/>
                <a:latin typeface="Arial"/>
              </a:rPr>
              <a:t>Click to edit the title text </a:t>
            </a:r>
            <a:r>
              <a:rPr lang="fr-FR" sz="3200" b="0" u="none" strike="noStrike">
                <a:solidFill>
                  <a:schemeClr val="dk1"/>
                </a:solidFill>
                <a:effectLst/>
                <a:uFillTx/>
                <a:latin typeface="Arial"/>
              </a:rPr>
              <a:t>format</a:t>
            </a:r>
            <a:endParaRPr lang="fr-FR" sz="3200" b="0" u="none" strike="noStrike">
              <a:solidFill>
                <a:schemeClr val="dk1"/>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s slide layout">
    <p:bg>
      <p:bgPr>
        <a:solidFill>
          <a:srgbClr val="F0F0F0"/>
        </a:solidFill>
      </p:bgPr>
    </p:bg>
    <p:spTree>
      <p:nvGrpSpPr>
        <p:cNvPr id="1" name=""/>
        <p:cNvGrpSpPr/>
        <p:nvPr/>
      </p:nvGrpSpPr>
      <p:grpSpPr>
        <a:xfrm>
          <a:off x="0" y="0"/>
          <a:ext cx="0" cy="0"/>
          <a:chOff x="0" y="0"/>
          <a:chExt cx="0" cy="0"/>
        </a:xfrm>
      </p:grpSpPr>
      <p:sp>
        <p:nvSpPr>
          <p:cNvPr id="206"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79943DC0-50CC-4975-B7BE-A4292AA5686B}"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207" name="Straight Connector 12"/>
          <p:cNvCxnSpPr/>
          <p:nvPr/>
        </p:nvCxnSpPr>
        <p:spPr>
          <a:xfrm>
            <a:off x="11667600" y="6454080"/>
            <a:ext cx="360" cy="183240"/>
          </a:xfrm>
          <a:prstGeom prst="straightConnector1">
            <a:avLst/>
          </a:prstGeom>
          <a:ln>
            <a:solidFill>
              <a:srgbClr val="FFFFFF">
                <a:lumMod val="65000"/>
              </a:srgbClr>
            </a:solidFill>
          </a:ln>
        </p:spPr>
      </p:cxnSp>
      <p:sp>
        <p:nvSpPr>
          <p:cNvPr id="208"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09"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210"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211" name="PlaceHolder 1"/>
          <p:cNvSpPr>
            <a:spLocks noGrp="1"/>
          </p:cNvSpPr>
          <p:nvPr>
            <p:ph type="body" hasCustomPrompt="1"/>
          </p:nvPr>
        </p:nvSpPr>
        <p:spPr>
          <a:xfrm>
            <a:off x="323640" y="339480"/>
            <a:ext cx="11572920" cy="723960"/>
          </a:xfrm>
          <a:prstGeom prst="rect">
            <a:avLst/>
          </a:prstGeom>
          <a:noFill/>
          <a:ln w="0">
            <a:noFill/>
          </a:ln>
        </p:spPr>
        <p:txBody>
          <a:bodyPr lIns="90000" tIns="45000" rIns="90000" bIns="45000" anchor="ctr">
            <a:noAutofit/>
          </a:bodyPr>
          <a:lstStyle>
            <a:lvl1pPr indent="0" algn="ctr" defTabSz="914400">
              <a:lnSpc>
                <a:spcPct val="90000"/>
              </a:lnSpc>
              <a:spcBef>
                <a:spcPts val="1400"/>
              </a:spcBef>
              <a:buNone/>
              <a:tabLst>
                <a:tab pos="0" algn="l"/>
              </a:tabLst>
              <a:defRPr lang="en-US" sz="5400" b="0" u="none" strike="noStrike">
                <a:solidFill>
                  <a:schemeClr val="dk1">
                    <a:lumMod val="85000"/>
                    <a:lumOff val="15000"/>
                  </a:schemeClr>
                </a:solidFill>
                <a:effectLst/>
                <a:uFillTx/>
                <a:latin typeface="Arial"/>
              </a:defRPr>
            </a:lvl1pPr>
          </a:lstStyle>
          <a:p>
            <a:pPr indent="0" algn="ctr" defTabSz="914400">
              <a:lnSpc>
                <a:spcPct val="90000"/>
              </a:lnSpc>
              <a:spcBef>
                <a:spcPts val="1400"/>
              </a:spcBef>
              <a:buNone/>
              <a:tabLst>
                <a:tab pos="0" algn="l"/>
              </a:tabLst>
            </a:pPr>
            <a:r>
              <a:rPr lang="en-US" sz="5400" b="0" u="none" strike="noStrike">
                <a:solidFill>
                  <a:schemeClr val="dk1">
                    <a:lumMod val="85000"/>
                    <a:lumOff val="15000"/>
                  </a:schemeClr>
                </a:solidFill>
                <a:effectLst/>
                <a:uFillTx/>
                <a:latin typeface="Arial"/>
              </a:rPr>
              <a:t>BASIC LAYOUT</a:t>
            </a:r>
            <a:endParaRPr lang="fr-FR" sz="5400" b="0" u="none" strike="noStrike">
              <a:solidFill>
                <a:schemeClr val="dk1">
                  <a:lumMod val="85000"/>
                  <a:lumOff val="15000"/>
                </a:schemeClr>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2_Title Only_subtitle">
    <p:bg>
      <p:bgPr>
        <a:solidFill>
          <a:srgbClr val="F0F0F0"/>
        </a:solidFill>
      </p:bgPr>
    </p:bg>
    <p:spTree>
      <p:nvGrpSpPr>
        <p:cNvPr id="1" name=""/>
        <p:cNvGrpSpPr/>
        <p:nvPr/>
      </p:nvGrpSpPr>
      <p:grpSpPr>
        <a:xfrm>
          <a:off x="0" y="0"/>
          <a:ext cx="0" cy="0"/>
          <a:chOff x="0" y="0"/>
          <a:chExt cx="0" cy="0"/>
        </a:xfrm>
      </p:grpSpPr>
      <p:sp>
        <p:nvSpPr>
          <p:cNvPr id="212"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D2B8CBBD-8BE0-4AEF-8F94-21AE0C447C51}"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213" name="Straight Connector 12"/>
          <p:cNvCxnSpPr/>
          <p:nvPr/>
        </p:nvCxnSpPr>
        <p:spPr>
          <a:xfrm>
            <a:off x="11667600" y="6454080"/>
            <a:ext cx="360" cy="183240"/>
          </a:xfrm>
          <a:prstGeom prst="straightConnector1">
            <a:avLst/>
          </a:prstGeom>
          <a:ln>
            <a:solidFill>
              <a:srgbClr val="FFFFFF">
                <a:lumMod val="65000"/>
              </a:srgbClr>
            </a:solidFill>
          </a:ln>
        </p:spPr>
      </p:cxnSp>
      <p:sp>
        <p:nvSpPr>
          <p:cNvPr id="214"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15"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216"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217" name="PlaceHolder 1"/>
          <p:cNvSpPr>
            <a:spLocks noGrp="1"/>
          </p:cNvSpPr>
          <p:nvPr>
            <p:ph type="title" hasCustomPrompt="1"/>
          </p:nvPr>
        </p:nvSpPr>
        <p:spPr>
          <a:xfrm>
            <a:off x="1189080" y="176040"/>
            <a:ext cx="10836720" cy="726120"/>
          </a:xfrm>
          <a:prstGeom prst="rect">
            <a:avLst/>
          </a:prstGeom>
          <a:noFill/>
          <a:ln w="0">
            <a:noFill/>
          </a:ln>
        </p:spPr>
        <p:txBody>
          <a:bodyPr lIns="90000" tIns="45000" rIns="90000" bIns="45000" anchor="ctr">
            <a:noAutofit/>
          </a:bodyPr>
          <a:lstStyle>
            <a:lvl1pPr indent="0" algn="l" defTabSz="914400">
              <a:lnSpc>
                <a:spcPct val="90000"/>
              </a:lnSpc>
              <a:buNone/>
              <a:defRPr lang="en-US" sz="3400" b="1" u="none" spc="-51" strike="noStrike">
                <a:solidFill>
                  <a:srgbClr val="000000"/>
                </a:solidFill>
                <a:effectLst/>
                <a:uFillTx/>
                <a:latin typeface="Arial"/>
                <a:ea typeface="Inter"/>
              </a:defRPr>
            </a:lvl1pPr>
          </a:lstStyle>
          <a:p>
            <a:pPr indent="0" algn="l" defTabSz="914400">
              <a:lnSpc>
                <a:spcPct val="90000"/>
              </a:lnSpc>
              <a:buNone/>
            </a:pPr>
            <a:r>
              <a:rPr lang="en-US" sz="3400" b="1" u="none" spc="-51" strike="noStrike">
                <a:solidFill>
                  <a:srgbClr val="000000"/>
                </a:solidFill>
                <a:effectLst/>
                <a:uFillTx/>
                <a:latin typeface="Arial"/>
                <a:ea typeface="Inter"/>
              </a:rPr>
              <a:t>Slide Title</a:t>
            </a:r>
            <a:endParaRPr lang="fr-FR" sz="3400" b="1" u="none" spc="-51" strike="noStrike">
              <a:solidFill>
                <a:srgbClr val="000000"/>
              </a:solidFill>
              <a:effectLst/>
              <a:uFillTx/>
              <a:latin typeface="Arial"/>
            </a:endParaRPr>
          </a:p>
        </p:txBody>
      </p:sp>
      <p:sp>
        <p:nvSpPr>
          <p:cNvPr id="218" name="Rectangle 2"/>
          <p:cNvSpPr/>
          <p:nvPr/>
        </p:nvSpPr>
        <p:spPr>
          <a:xfrm>
            <a:off x="0" y="0"/>
            <a:ext cx="1078560" cy="1078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d Slide">
    <p:bg>
      <p:bgPr>
        <a:solidFill>
          <a:srgbClr val="F0F0F0"/>
        </a:solidFill>
      </p:bgPr>
    </p:bg>
    <p:spTree>
      <p:nvGrpSpPr>
        <p:cNvPr id="1" name=""/>
        <p:cNvGrpSpPr/>
        <p:nvPr/>
      </p:nvGrpSpPr>
      <p:grpSpPr>
        <a:xfrm>
          <a:off x="0" y="0"/>
          <a:ext cx="0" cy="0"/>
          <a:chOff x="0" y="0"/>
          <a:chExt cx="0" cy="0"/>
        </a:xfrm>
      </p:grpSpPr>
      <p:sp>
        <p:nvSpPr>
          <p:cNvPr id="219" name="Rectangle 26" hidden="1"/>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35C108EB-198D-41B0-A2DC-16EA7E0CE748}"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220" name="Straight Connector 12"/>
          <p:cNvCxnSpPr/>
          <p:nvPr/>
        </p:nvCxnSpPr>
        <p:spPr>
          <a:xfrm>
            <a:off x="11667600" y="6454080"/>
            <a:ext cx="360" cy="183240"/>
          </a:xfrm>
          <a:prstGeom prst="straightConnector1">
            <a:avLst/>
          </a:prstGeom>
          <a:ln>
            <a:solidFill>
              <a:srgbClr val="FFFFFF">
                <a:lumMod val="65000"/>
              </a:srgbClr>
            </a:solidFill>
          </a:ln>
        </p:spPr>
      </p:cxnSp>
      <p:sp>
        <p:nvSpPr>
          <p:cNvPr id="221" name="Footer Placeholder 20" hidden="1"/>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22" name="Picture 2" descr="Inox Technologies" hidden="1"/>
          <p:cNvPicPr/>
          <p:nvPr/>
        </p:nvPicPr>
        <p:blipFill>
          <a:blip r:embed="rId2"/>
          <a:srcRect l="9689" t="12401" r="7064" b="18725"/>
          <a:stretch/>
        </p:blipFill>
        <p:spPr>
          <a:xfrm>
            <a:off x="166680" y="6462000"/>
            <a:ext cx="330840" cy="273600"/>
          </a:xfrm>
          <a:prstGeom prst="rect">
            <a:avLst/>
          </a:prstGeom>
          <a:noFill/>
          <a:ln w="0">
            <a:noFill/>
          </a:ln>
        </p:spPr>
      </p:pic>
      <p:sp>
        <p:nvSpPr>
          <p:cNvPr id="223" name="Freeform 5" hidden="1"/>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pic>
        <p:nvPicPr>
          <p:cNvPr id="224" name="Picture 3"/>
          <p:cNvPicPr/>
          <p:nvPr/>
        </p:nvPicPr>
        <p:blipFill>
          <a:blip r:embed="rId3"/>
          <a:stretch/>
        </p:blipFill>
        <p:spPr>
          <a:xfrm rot="10800000">
            <a:off x="11217240" y="0"/>
            <a:ext cx="974880" cy="224640"/>
          </a:xfrm>
          <a:prstGeom prst="rect">
            <a:avLst/>
          </a:prstGeom>
          <a:noFill/>
          <a:ln w="0">
            <a:noFill/>
          </a:ln>
        </p:spPr>
      </p:pic>
      <p:pic>
        <p:nvPicPr>
          <p:cNvPr id="225" name="Picture 6"/>
          <p:cNvPicPr/>
          <p:nvPr/>
        </p:nvPicPr>
        <p:blipFill>
          <a:blip r:embed="rId4"/>
          <a:stretch/>
        </p:blipFill>
        <p:spPr>
          <a:xfrm>
            <a:off x="4283280" y="3128040"/>
            <a:ext cx="3625200" cy="414360"/>
          </a:xfrm>
          <a:prstGeom prst="rect">
            <a:avLst/>
          </a:prstGeom>
          <a:noFill/>
          <a:ln w="0">
            <a:noFill/>
          </a:ln>
        </p:spPr>
      </p:pic>
      <p:pic>
        <p:nvPicPr>
          <p:cNvPr id="226" name="Picture 4"/>
          <p:cNvPicPr/>
          <p:nvPr/>
        </p:nvPicPr>
        <p:blipFill>
          <a:blip r:embed="rId5"/>
          <a:stretch/>
        </p:blipFill>
        <p:spPr>
          <a:xfrm rot="10800000">
            <a:off x="11219760" y="0"/>
            <a:ext cx="975240" cy="224640"/>
          </a:xfrm>
          <a:prstGeom prst="rect">
            <a:avLst/>
          </a:prstGeom>
          <a:noFill/>
          <a:ln w="0">
            <a:noFill/>
          </a:ln>
        </p:spPr>
      </p:pic>
      <p:pic>
        <p:nvPicPr>
          <p:cNvPr id="227" name="Picture 5"/>
          <p:cNvPicPr/>
          <p:nvPr/>
        </p:nvPicPr>
        <p:blipFill>
          <a:blip r:embed="rId6"/>
          <a:stretch/>
        </p:blipFill>
        <p:spPr>
          <a:xfrm>
            <a:off x="4284360" y="3128040"/>
            <a:ext cx="3625920" cy="414360"/>
          </a:xfrm>
          <a:prstGeom prst="rect">
            <a:avLst/>
          </a:prstGeom>
          <a:noFill/>
          <a:ln w="0">
            <a:noFill/>
          </a:ln>
        </p:spPr>
      </p:pic>
    </p:spTree>
  </p:cSld>
  <p:clrMapOvr>
    <a:masterClrMapping/>
  </p:clrMapOvr>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solidFill>
          <a:srgbClr val="F0F0F0"/>
        </a:solidFill>
      </p:bgPr>
    </p:bg>
    <p:spTree>
      <p:nvGrpSpPr>
        <p:cNvPr id="1" name=""/>
        <p:cNvGrpSpPr/>
        <p:nvPr/>
      </p:nvGrpSpPr>
      <p:grpSpPr>
        <a:xfrm>
          <a:off x="0" y="0"/>
          <a:ext cx="0" cy="0"/>
          <a:chOff x="0" y="0"/>
          <a:chExt cx="0" cy="0"/>
        </a:xfrm>
      </p:grpSpPr>
      <p:sp>
        <p:nvSpPr>
          <p:cNvPr id="228"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306880F5-83E7-4487-A633-C07B09921102}"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229" name="Straight Connector 12"/>
          <p:cNvCxnSpPr/>
          <p:nvPr/>
        </p:nvCxnSpPr>
        <p:spPr>
          <a:xfrm>
            <a:off x="11667600" y="6454080"/>
            <a:ext cx="360" cy="183240"/>
          </a:xfrm>
          <a:prstGeom prst="straightConnector1">
            <a:avLst/>
          </a:prstGeom>
          <a:ln>
            <a:solidFill>
              <a:srgbClr val="FFFFFF">
                <a:lumMod val="65000"/>
              </a:srgbClr>
            </a:solidFill>
          </a:ln>
        </p:spPr>
      </p:cxnSp>
      <p:sp>
        <p:nvSpPr>
          <p:cNvPr id="230"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31"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232"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233" name="PlaceHolder 1"/>
          <p:cNvSpPr>
            <a:spLocks noGrp="1"/>
          </p:cNvSpPr>
          <p:nvPr>
            <p:ph type="body" hasCustomPrompt="1"/>
          </p:nvPr>
        </p:nvSpPr>
        <p:spPr>
          <a:xfrm>
            <a:off x="270000" y="1292400"/>
            <a:ext cx="10830960" cy="4382640"/>
          </a:xfrm>
          <a:prstGeom prst="rect">
            <a:avLst/>
          </a:prstGeom>
          <a:noFill/>
          <a:ln w="0">
            <a:noFill/>
          </a:ln>
        </p:spPr>
        <p:txBody>
          <a:bodyPr lIns="90000" tIns="45000" rIns="90000" bIns="45000" anchor="t">
            <a:noAutofit/>
          </a:bodyPr>
          <a:lstStyle>
            <a:lvl1pPr indent="0" algn="l" defTabSz="914400">
              <a:lnSpc>
                <a:spcPct val="90000"/>
              </a:lnSpc>
              <a:spcBef>
                <a:spcPts val="1199"/>
              </a:spcBef>
              <a:spcAft>
                <a:spcPts val="1001"/>
              </a:spcAft>
              <a:buNone/>
              <a:tabLst>
                <a:tab pos="0" algn="l"/>
              </a:tabLst>
              <a:defRPr lang="en-US" sz="2100" b="0" u="none" strike="noStrike">
                <a:solidFill>
                  <a:srgbClr val="000000"/>
                </a:solidFill>
                <a:effectLst/>
                <a:uFillTx/>
                <a:latin typeface="Arial"/>
                <a:ea typeface="Inter"/>
              </a:defRPr>
            </a:lvl1pPr>
            <a:lvl2pPr indent="0" algn="l" defTabSz="914400">
              <a:lnSpc>
                <a:spcPct val="90000"/>
              </a:lnSpc>
              <a:spcBef>
                <a:spcPts val="1199"/>
              </a:spcBef>
              <a:spcAft>
                <a:spcPts val="1001"/>
              </a:spcAft>
              <a:buNone/>
              <a:tabLst>
                <a:tab pos="0" algn="l"/>
              </a:tabLst>
              <a:defRPr lang="en-US" sz="2100" b="0" u="none" strike="noStrike">
                <a:solidFill>
                  <a:srgbClr val="000000"/>
                </a:solidFill>
                <a:effectLst/>
                <a:uFillTx/>
                <a:latin typeface="Arial"/>
                <a:ea typeface="Inter"/>
              </a:defRPr>
            </a:lvl2pPr>
          </a:lstStyle>
          <a:p>
            <a:pPr indent="0" algn="l" defTabSz="914400">
              <a:lnSpc>
                <a:spcPct val="90000"/>
              </a:lnSpc>
              <a:spcBef>
                <a:spcPts val="1199"/>
              </a:spcBef>
              <a:spcAft>
                <a:spcPts val="1001"/>
              </a:spcAft>
              <a:buNone/>
              <a:tabLst>
                <a:tab pos="0" algn="l"/>
              </a:tabLst>
            </a:pPr>
            <a:r>
              <a:rPr lang="en-US" sz="2100" b="0" u="none" strike="noStrike">
                <a:solidFill>
                  <a:srgbClr val="000000"/>
                </a:solidFill>
                <a:effectLst/>
                <a:uFillTx/>
                <a:latin typeface="Arial"/>
                <a:ea typeface="Inter"/>
              </a:rPr>
              <a:t>Lorem ipsum dolor sit amet, consectetur adipiscing eli. Ut enim ad minim veniam, quis nostrud exercitation. Ullamco laboris nisi ut aliquip ex ea commodo consequat. Duis aute irure dolor in reprehenderit in voluptate.</a:t>
            </a:r>
            <a:endParaRPr lang="fr-FR" sz="2100" b="0" u="none" strike="noStrike">
              <a:solidFill>
                <a:srgbClr val="000000"/>
              </a:solidFill>
              <a:effectLst/>
              <a:uFillTx/>
              <a:latin typeface="Arial"/>
            </a:endParaRPr>
          </a:p>
          <a:p>
            <a:pPr indent="0" algn="l" defTabSz="914400">
              <a:lnSpc>
                <a:spcPct val="90000"/>
              </a:lnSpc>
              <a:spcBef>
                <a:spcPts val="1199"/>
              </a:spcBef>
              <a:spcAft>
                <a:spcPts val="1001"/>
              </a:spcAft>
              <a:buNone/>
              <a:tabLst>
                <a:tab pos="0" algn="l"/>
              </a:tabLst>
            </a:pPr>
            <a:r>
              <a:rPr lang="en-US" sz="2100" b="0" u="none" strike="noStrike">
                <a:solidFill>
                  <a:srgbClr val="000000"/>
                </a:solidFill>
                <a:effectLst/>
                <a:uFillTx/>
                <a:latin typeface="Arial"/>
                <a:ea typeface="Inter"/>
              </a:rPr>
              <a:t>Lorem ipsum dolor sit amet, consectetur adipiscing eli. Ut enim ad minim veniam, quis nostrud exercitation. Ullamco laboris nisi ut aliquip ex ea commodo consequat. Duis aute irure dolor in reprehenderit in voluptate.</a:t>
            </a:r>
            <a:endParaRPr lang="fr-FR" sz="2100" b="0" u="none" strike="noStrike">
              <a:solidFill>
                <a:srgbClr val="000000"/>
              </a:solidFill>
              <a:effectLst/>
              <a:uFillTx/>
              <a:latin typeface="Arial"/>
            </a:endParaRPr>
          </a:p>
        </p:txBody>
      </p:sp>
      <p:sp>
        <p:nvSpPr>
          <p:cNvPr id="234" name="PlaceHolder 2"/>
          <p:cNvSpPr>
            <a:spLocks noGrp="1"/>
          </p:cNvSpPr>
          <p:nvPr>
            <p:ph type="title" hasCustomPrompt="1"/>
          </p:nvPr>
        </p:nvSpPr>
        <p:spPr>
          <a:xfrm>
            <a:off x="270000" y="176040"/>
            <a:ext cx="10836720" cy="726120"/>
          </a:xfrm>
          <a:prstGeom prst="rect">
            <a:avLst/>
          </a:prstGeom>
          <a:noFill/>
          <a:ln w="0">
            <a:noFill/>
          </a:ln>
        </p:spPr>
        <p:txBody>
          <a:bodyPr lIns="90000" tIns="45000" rIns="90000" bIns="45000" anchor="ctr">
            <a:noAutofit/>
          </a:bodyPr>
          <a:lstStyle>
            <a:lvl1pPr indent="0" algn="l" defTabSz="914400">
              <a:lnSpc>
                <a:spcPct val="90000"/>
              </a:lnSpc>
              <a:buNone/>
              <a:defRPr lang="en-US" sz="3400" b="1" u="none" strike="noStrike">
                <a:solidFill>
                  <a:srgbClr val="000000"/>
                </a:solidFill>
                <a:effectLst/>
                <a:uFillTx/>
                <a:latin typeface="Arial"/>
                <a:ea typeface="Inter"/>
              </a:defRPr>
            </a:lvl1pPr>
          </a:lstStyle>
          <a:p>
            <a:pPr indent="0" algn="l" defTabSz="914400">
              <a:lnSpc>
                <a:spcPct val="90000"/>
              </a:lnSpc>
              <a:buNone/>
            </a:pPr>
            <a:r>
              <a:rPr lang="en-US" sz="3400" b="1" u="none" strike="noStrike">
                <a:solidFill>
                  <a:srgbClr val="000000"/>
                </a:solidFill>
                <a:effectLst/>
                <a:uFillTx/>
                <a:latin typeface="Arial"/>
                <a:ea typeface="Inter"/>
              </a:rPr>
              <a:t>Slide Title</a:t>
            </a:r>
            <a:endParaRPr lang="fr-FR" sz="3400" b="1" u="none" strike="noStrike">
              <a:solidFill>
                <a:srgbClr val="000000"/>
              </a:solidFill>
              <a:effectLst/>
              <a:uFillTx/>
              <a:latin typeface="Arial"/>
            </a:endParaRPr>
          </a:p>
        </p:txBody>
      </p:sp>
    </p:spTree>
  </p:cSld>
  <p:clrMapOvr>
    <a:masterClrMapping/>
  </p:clrMapOvr>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2">
    <p:bg>
      <p:bgPr>
        <a:solidFill>
          <a:srgbClr val="F0F0F0"/>
        </a:solidFill>
      </p:bgPr>
    </p:bg>
    <p:spTree>
      <p:nvGrpSpPr>
        <p:cNvPr id="1" name=""/>
        <p:cNvGrpSpPr/>
        <p:nvPr/>
      </p:nvGrpSpPr>
      <p:grpSpPr>
        <a:xfrm>
          <a:off x="0" y="0"/>
          <a:ext cx="0" cy="0"/>
          <a:chOff x="0" y="0"/>
          <a:chExt cx="0" cy="0"/>
        </a:xfrm>
      </p:grpSpPr>
      <p:sp>
        <p:nvSpPr>
          <p:cNvPr id="235" name="Rectangle 26" hidden="1"/>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3FF82078-6F39-4547-A539-76CDE52CBEC2}"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236" name="Straight Connector 12"/>
          <p:cNvCxnSpPr/>
          <p:nvPr/>
        </p:nvCxnSpPr>
        <p:spPr>
          <a:xfrm>
            <a:off x="11667600" y="6454080"/>
            <a:ext cx="360" cy="183240"/>
          </a:xfrm>
          <a:prstGeom prst="straightConnector1">
            <a:avLst/>
          </a:prstGeom>
          <a:ln>
            <a:solidFill>
              <a:srgbClr val="FFFFFF">
                <a:lumMod val="65000"/>
              </a:srgbClr>
            </a:solidFill>
          </a:ln>
        </p:spPr>
      </p:cxnSp>
      <p:sp>
        <p:nvSpPr>
          <p:cNvPr id="237" name="Footer Placeholder 20" hidden="1"/>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38" name="Picture 2" descr="Inox Technologies" hidden="1"/>
          <p:cNvPicPr/>
          <p:nvPr/>
        </p:nvPicPr>
        <p:blipFill>
          <a:blip r:embed="rId2"/>
          <a:srcRect l="9689" t="12401" r="7064" b="18725"/>
          <a:stretch/>
        </p:blipFill>
        <p:spPr>
          <a:xfrm>
            <a:off x="166680" y="6462000"/>
            <a:ext cx="330840" cy="273600"/>
          </a:xfrm>
          <a:prstGeom prst="rect">
            <a:avLst/>
          </a:prstGeom>
          <a:noFill/>
          <a:ln w="0">
            <a:noFill/>
          </a:ln>
        </p:spPr>
      </p:pic>
      <p:sp>
        <p:nvSpPr>
          <p:cNvPr id="239" name="Freeform 5" hidden="1"/>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240" name="Rectangle 39"/>
          <p:cNvSpPr/>
          <p:nvPr/>
        </p:nvSpPr>
        <p:spPr>
          <a:xfrm>
            <a:off x="7773840" y="4641120"/>
            <a:ext cx="579960" cy="1856880"/>
          </a:xfrm>
          <a:prstGeom prst="rect">
            <a:avLst/>
          </a:prstGeom>
          <a:solidFill>
            <a:srgbClr val="9C9C9C">
              <a:alpha val="57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pic>
        <p:nvPicPr>
          <p:cNvPr id="241" name="Picture 21"/>
          <p:cNvPicPr/>
          <p:nvPr/>
        </p:nvPicPr>
        <p:blipFill>
          <a:blip r:embed="rId3">
            <a:alphaModFix amt="45000"/>
          </a:blip>
          <a:stretch/>
        </p:blipFill>
        <p:spPr>
          <a:xfrm>
            <a:off x="440280" y="2963880"/>
            <a:ext cx="1963080" cy="2560680"/>
          </a:xfrm>
          <a:prstGeom prst="rect">
            <a:avLst/>
          </a:prstGeom>
          <a:noFill/>
          <a:ln w="0">
            <a:noFill/>
          </a:ln>
        </p:spPr>
      </p:pic>
      <p:pic>
        <p:nvPicPr>
          <p:cNvPr id="242" name="Picture 26"/>
          <p:cNvPicPr/>
          <p:nvPr/>
        </p:nvPicPr>
        <p:blipFill>
          <a:blip r:embed="rId4"/>
          <a:stretch/>
        </p:blipFill>
        <p:spPr>
          <a:xfrm rot="10800000">
            <a:off x="1884960" y="6151680"/>
            <a:ext cx="1493280" cy="240480"/>
          </a:xfrm>
          <a:prstGeom prst="rect">
            <a:avLst/>
          </a:prstGeom>
          <a:solidFill>
            <a:schemeClr val="accent6"/>
          </a:solidFill>
          <a:ln w="0">
            <a:noFill/>
          </a:ln>
        </p:spPr>
      </p:pic>
      <p:pic>
        <p:nvPicPr>
          <p:cNvPr id="243" name="Picture 27"/>
          <p:cNvPicPr/>
          <p:nvPr/>
        </p:nvPicPr>
        <p:blipFill>
          <a:blip r:embed="rId5"/>
          <a:stretch/>
        </p:blipFill>
        <p:spPr>
          <a:xfrm rot="10800000">
            <a:off x="360" y="501120"/>
            <a:ext cx="1493280" cy="240480"/>
          </a:xfrm>
          <a:prstGeom prst="rect">
            <a:avLst/>
          </a:prstGeom>
          <a:solidFill>
            <a:schemeClr val="accent6"/>
          </a:solidFill>
          <a:ln w="0">
            <a:noFill/>
          </a:ln>
        </p:spPr>
      </p:pic>
      <p:sp>
        <p:nvSpPr>
          <p:cNvPr id="244" name="Rectangle 28"/>
          <p:cNvSpPr/>
          <p:nvPr/>
        </p:nvSpPr>
        <p:spPr>
          <a:xfrm>
            <a:off x="9803520" y="-9000"/>
            <a:ext cx="1041480" cy="1902600"/>
          </a:xfrm>
          <a:prstGeom prst="rect">
            <a:avLst/>
          </a:prstGeom>
          <a:solidFill>
            <a:schemeClr val="lt1">
              <a:alpha val="43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pic>
        <p:nvPicPr>
          <p:cNvPr id="245" name="Picture 29"/>
          <p:cNvPicPr/>
          <p:nvPr/>
        </p:nvPicPr>
        <p:blipFill>
          <a:blip r:embed="rId6"/>
          <a:stretch/>
        </p:blipFill>
        <p:spPr>
          <a:xfrm>
            <a:off x="8611920" y="4428360"/>
            <a:ext cx="1963080" cy="1657440"/>
          </a:xfrm>
          <a:prstGeom prst="rect">
            <a:avLst/>
          </a:prstGeom>
          <a:noFill/>
          <a:ln w="0">
            <a:noFill/>
          </a:ln>
        </p:spPr>
      </p:pic>
      <p:sp>
        <p:nvSpPr>
          <p:cNvPr id="246" name="Rectangle 32"/>
          <p:cNvSpPr/>
          <p:nvPr/>
        </p:nvSpPr>
        <p:spPr>
          <a:xfrm>
            <a:off x="9791640" y="6199920"/>
            <a:ext cx="1949040" cy="670680"/>
          </a:xfrm>
          <a:prstGeom prst="rect">
            <a:avLst/>
          </a:prstGeom>
          <a:solidFill>
            <a:schemeClr val="lt1">
              <a:lumMod val="85000"/>
              <a:alpha val="47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47" name="Rectangle 33"/>
          <p:cNvSpPr/>
          <p:nvPr/>
        </p:nvSpPr>
        <p:spPr>
          <a:xfrm>
            <a:off x="441720" y="5146920"/>
            <a:ext cx="1962000" cy="1004040"/>
          </a:xfrm>
          <a:prstGeom prst="rect">
            <a:avLst/>
          </a:prstGeom>
          <a:solidFill>
            <a:schemeClr val="dk2">
              <a:lumMod val="75000"/>
              <a:alpha val="13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248" name="Rectangle 34"/>
          <p:cNvSpPr/>
          <p:nvPr/>
        </p:nvSpPr>
        <p:spPr>
          <a:xfrm>
            <a:off x="9223200" y="1523880"/>
            <a:ext cx="579960" cy="1856880"/>
          </a:xfrm>
          <a:prstGeom prst="rect">
            <a:avLst/>
          </a:prstGeom>
          <a:solidFill>
            <a:srgbClr val="9C9C9C">
              <a:alpha val="57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pic>
        <p:nvPicPr>
          <p:cNvPr id="249" name="Picture 49"/>
          <p:cNvPicPr/>
          <p:nvPr/>
        </p:nvPicPr>
        <p:blipFill>
          <a:blip r:embed="rId7"/>
          <a:stretch/>
        </p:blipFill>
        <p:spPr>
          <a:xfrm rot="10800000">
            <a:off x="10523880" y="1283400"/>
            <a:ext cx="1493280" cy="240480"/>
          </a:xfrm>
          <a:prstGeom prst="rect">
            <a:avLst/>
          </a:prstGeom>
          <a:solidFill>
            <a:schemeClr val="accent6"/>
          </a:solidFill>
          <a:ln w="0">
            <a:noFill/>
          </a:ln>
        </p:spPr>
      </p:pic>
      <p:sp>
        <p:nvSpPr>
          <p:cNvPr id="250" name="PlaceHolder 1"/>
          <p:cNvSpPr>
            <a:spLocks noGrp="1"/>
          </p:cNvSpPr>
          <p:nvPr>
            <p:ph type="title"/>
          </p:nvPr>
        </p:nvSpPr>
        <p:spPr>
          <a:xfrm>
            <a:off x="1104480" y="1994040"/>
            <a:ext cx="8686800" cy="1389960"/>
          </a:xfrm>
          <a:prstGeom prst="rect">
            <a:avLst/>
          </a:prstGeom>
          <a:noFill/>
          <a:ln w="0">
            <a:noFill/>
          </a:ln>
        </p:spPr>
        <p:txBody>
          <a:bodyPr lIns="91440" tIns="45000" rIns="90000" bIns="45000" anchor="b">
            <a:noAutofit/>
          </a:bodyPr>
          <a:lstStyle>
            <a:lvl1pPr indent="0" algn="l" defTabSz="914400">
              <a:lnSpc>
                <a:spcPct val="90000"/>
              </a:lnSpc>
              <a:buNone/>
              <a:defRPr lang="en-US" sz="4400" b="1" u="none" strike="noStrike">
                <a:solidFill>
                  <a:schemeClr val="dk1"/>
                </a:solidFill>
                <a:effectLst/>
                <a:uFillTx/>
                <a:latin typeface="Arial"/>
              </a:defRPr>
            </a:lvl1pPr>
          </a:lstStyle>
          <a:p>
            <a:pPr indent="0" algn="l" defTabSz="914400">
              <a:lnSpc>
                <a:spcPct val="90000"/>
              </a:lnSpc>
              <a:buNone/>
            </a:pPr>
            <a:r>
              <a:rPr lang="en-US" sz="4400" b="1" u="none" strike="noStrike">
                <a:solidFill>
                  <a:schemeClr val="dk1"/>
                </a:solidFill>
                <a:effectLst/>
                <a:uFillTx/>
                <a:latin typeface="Arial"/>
              </a:rPr>
              <a:t>Click to edit Master title style</a:t>
            </a:r>
            <a:endParaRPr lang="fr-FR" sz="4400" b="1" u="none" strike="noStrike">
              <a:solidFill>
                <a:schemeClr val="dk1"/>
              </a:solidFill>
              <a:effectLst/>
              <a:uFillTx/>
              <a:latin typeface="Arial"/>
            </a:endParaRPr>
          </a:p>
        </p:txBody>
      </p:sp>
      <p:sp>
        <p:nvSpPr>
          <p:cNvPr id="251" name="PlaceHolder 2"/>
          <p:cNvSpPr>
            <a:spLocks noGrp="1"/>
          </p:cNvSpPr>
          <p:nvPr>
            <p:ph type="body"/>
          </p:nvPr>
        </p:nvSpPr>
        <p:spPr>
          <a:xfrm>
            <a:off x="1104480" y="3525480"/>
            <a:ext cx="7584480" cy="807120"/>
          </a:xfrm>
          <a:prstGeom prst="rect">
            <a:avLst/>
          </a:prstGeom>
          <a:noFill/>
          <a:ln w="0">
            <a:noFill/>
          </a:ln>
        </p:spPr>
        <p:txBody>
          <a:bodyPr lIns="91440" tIns="45000" rIns="90000" bIns="45000" anchor="t">
            <a:noAutofit/>
          </a:bodyPr>
          <a:lstStyle>
            <a:lvl1pPr indent="0" algn="l" defTabSz="914400">
              <a:lnSpc>
                <a:spcPct val="90000"/>
              </a:lnSpc>
              <a:spcBef>
                <a:spcPts val="1400"/>
              </a:spcBef>
              <a:buNone/>
              <a:tabLst>
                <a:tab pos="0" algn="l"/>
              </a:tabLst>
              <a:defRPr lang="en-US" sz="20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
        <p:nvSpPr>
          <p:cNvPr id="252" name="Rectangle 1"/>
          <p:cNvSpPr/>
          <p:nvPr/>
        </p:nvSpPr>
        <p:spPr>
          <a:xfrm>
            <a:off x="8615160" y="6086880"/>
            <a:ext cx="1960200" cy="24408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sp>
        <p:nvSpPr>
          <p:cNvPr id="253" name="Rectangle 37"/>
          <p:cNvSpPr/>
          <p:nvPr/>
        </p:nvSpPr>
        <p:spPr>
          <a:xfrm>
            <a:off x="8615160" y="6470280"/>
            <a:ext cx="1949040" cy="3870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sp>
        <p:nvSpPr>
          <p:cNvPr id="254" name="Rectangle 38"/>
          <p:cNvSpPr/>
          <p:nvPr/>
        </p:nvSpPr>
        <p:spPr>
          <a:xfrm>
            <a:off x="8353800" y="5983560"/>
            <a:ext cx="259200" cy="877320"/>
          </a:xfrm>
          <a:prstGeom prst="rect">
            <a:avLst/>
          </a:prstGeom>
          <a:solidFill>
            <a:schemeClr val="dk1">
              <a:lumMod val="85000"/>
              <a:lumOff val="15000"/>
              <a:alpha val="72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pic>
        <p:nvPicPr>
          <p:cNvPr id="255" name="Picture 19"/>
          <p:cNvPicPr/>
          <p:nvPr/>
        </p:nvPicPr>
        <p:blipFill>
          <a:blip r:embed="rId8"/>
          <a:stretch/>
        </p:blipFill>
        <p:spPr>
          <a:xfrm>
            <a:off x="3727080" y="1266480"/>
            <a:ext cx="2529720" cy="1015560"/>
          </a:xfrm>
          <a:prstGeom prst="rect">
            <a:avLst/>
          </a:prstGeom>
          <a:noFill/>
          <a:ln w="0">
            <a:noFill/>
          </a:ln>
        </p:spPr>
      </p:pic>
      <p:pic>
        <p:nvPicPr>
          <p:cNvPr id="256" name="Picture 9"/>
          <p:cNvPicPr/>
          <p:nvPr/>
        </p:nvPicPr>
        <p:blipFill>
          <a:blip r:embed="rId9">
            <a:extLst>
              <a:ext uri="{96DAC541-7B7A-43D3-8B79-37D633B846F1}">
                <asvg:svgBlip xmlns:asvg="http://schemas.microsoft.com/office/drawing/2016/SVG/main" r:embed="rId10"/>
              </a:ext>
            </a:extLst>
          </a:blip>
          <a:stretch/>
        </p:blipFill>
        <p:spPr>
          <a:xfrm>
            <a:off x="348480" y="6450480"/>
            <a:ext cx="277920" cy="190080"/>
          </a:xfrm>
          <a:prstGeom prst="rect">
            <a:avLst/>
          </a:prstGeom>
          <a:noFill/>
          <a:ln w="0">
            <a:noFill/>
          </a:ln>
        </p:spPr>
      </p:pic>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solidFill>
          <a:srgbClr val="F0F0F0"/>
        </a:solidFill>
      </p:bgPr>
    </p:bg>
    <p:spTree>
      <p:nvGrpSpPr>
        <p:cNvPr id="1" name=""/>
        <p:cNvGrpSpPr/>
        <p:nvPr/>
      </p:nvGrpSpPr>
      <p:grpSpPr>
        <a:xfrm>
          <a:off x="0" y="0"/>
          <a:ext cx="0" cy="0"/>
          <a:chOff x="0" y="0"/>
          <a:chExt cx="0" cy="0"/>
        </a:xfrm>
      </p:grpSpPr>
      <p:sp>
        <p:nvSpPr>
          <p:cNvPr id="257"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0E15914F-3408-4F1B-BE49-CE9802529007}"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258" name="Straight Connector 12"/>
          <p:cNvCxnSpPr/>
          <p:nvPr/>
        </p:nvCxnSpPr>
        <p:spPr>
          <a:xfrm>
            <a:off x="11667600" y="6454080"/>
            <a:ext cx="360" cy="183240"/>
          </a:xfrm>
          <a:prstGeom prst="straightConnector1">
            <a:avLst/>
          </a:prstGeom>
          <a:ln>
            <a:solidFill>
              <a:srgbClr val="FFFFFF">
                <a:lumMod val="65000"/>
              </a:srgbClr>
            </a:solidFill>
          </a:ln>
        </p:spPr>
      </p:cxnSp>
      <p:sp>
        <p:nvSpPr>
          <p:cNvPr id="259"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60"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261"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262" name="PlaceHolder 1"/>
          <p:cNvSpPr>
            <a:spLocks noGrp="1"/>
          </p:cNvSpPr>
          <p:nvPr>
            <p:ph type="body"/>
          </p:nvPr>
        </p:nvSpPr>
        <p:spPr>
          <a:xfrm>
            <a:off x="353160" y="1046520"/>
            <a:ext cx="11314800" cy="484920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263" name="PlaceHolder 2"/>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no bullets">
    <p:bg>
      <p:bgPr>
        <a:solidFill>
          <a:srgbClr val="F0F0F0"/>
        </a:solidFill>
      </p:bgPr>
    </p:bg>
    <p:spTree>
      <p:nvGrpSpPr>
        <p:cNvPr id="1" name=""/>
        <p:cNvGrpSpPr/>
        <p:nvPr/>
      </p:nvGrpSpPr>
      <p:grpSpPr>
        <a:xfrm>
          <a:off x="0" y="0"/>
          <a:ext cx="0" cy="0"/>
          <a:chOff x="0" y="0"/>
          <a:chExt cx="0" cy="0"/>
        </a:xfrm>
      </p:grpSpPr>
      <p:sp>
        <p:nvSpPr>
          <p:cNvPr id="264"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754D1764-AD7F-4BFB-B06C-1D85202402A2}"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265" name="Straight Connector 12"/>
          <p:cNvCxnSpPr/>
          <p:nvPr/>
        </p:nvCxnSpPr>
        <p:spPr>
          <a:xfrm>
            <a:off x="11667600" y="6454080"/>
            <a:ext cx="360" cy="183240"/>
          </a:xfrm>
          <a:prstGeom prst="straightConnector1">
            <a:avLst/>
          </a:prstGeom>
          <a:ln>
            <a:solidFill>
              <a:srgbClr val="FFFFFF">
                <a:lumMod val="65000"/>
              </a:srgbClr>
            </a:solidFill>
          </a:ln>
        </p:spPr>
      </p:cxnSp>
      <p:sp>
        <p:nvSpPr>
          <p:cNvPr id="266"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67"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268"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269" name="PlaceHolder 1"/>
          <p:cNvSpPr>
            <a:spLocks noGrp="1"/>
          </p:cNvSpPr>
          <p:nvPr>
            <p:ph type="body"/>
          </p:nvPr>
        </p:nvSpPr>
        <p:spPr>
          <a:xfrm>
            <a:off x="353160" y="1056600"/>
            <a:ext cx="11314800" cy="4839120"/>
          </a:xfrm>
          <a:prstGeom prst="rect">
            <a:avLst/>
          </a:prstGeom>
          <a:noFill/>
          <a:ln w="0">
            <a:noFill/>
          </a:ln>
        </p:spPr>
        <p:txBody>
          <a:bodyPr lIns="90000" tIns="45000" rIns="90000" bIns="45000" anchor="t">
            <a:noAutofit/>
          </a:bodyPr>
          <a:lstStyle>
            <a:lvl1pPr indent="0" algn="l" defTabSz="914400">
              <a:lnSpc>
                <a:spcPct val="90000"/>
              </a:lnSpc>
              <a:spcBef>
                <a:spcPts val="1400"/>
              </a:spcBef>
              <a:buNone/>
              <a:tabLst>
                <a:tab pos="0" algn="l"/>
              </a:tabLst>
              <a:defRPr lang="en-US" sz="22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200" b="0" u="none" strike="noStrike">
                <a:solidFill>
                  <a:schemeClr val="dk1"/>
                </a:solidFill>
                <a:effectLst/>
                <a:uFillTx/>
                <a:latin typeface="Arial"/>
              </a:rPr>
              <a:t>Click to edit Master text styles</a:t>
            </a:r>
            <a:endParaRPr lang="fr-FR" sz="2200" b="0" u="none" strike="noStrike">
              <a:solidFill>
                <a:schemeClr val="dk1"/>
              </a:solidFill>
              <a:effectLst/>
              <a:uFillTx/>
              <a:latin typeface="Arial"/>
            </a:endParaRPr>
          </a:p>
        </p:txBody>
      </p:sp>
      <p:sp>
        <p:nvSpPr>
          <p:cNvPr id="270" name="PlaceHolder 2"/>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Subtitle">
    <p:bg>
      <p:bgPr>
        <a:solidFill>
          <a:srgbClr val="F0F0F0"/>
        </a:solidFill>
      </p:bgPr>
    </p:bg>
    <p:spTree>
      <p:nvGrpSpPr>
        <p:cNvPr id="1" name=""/>
        <p:cNvGrpSpPr/>
        <p:nvPr/>
      </p:nvGrpSpPr>
      <p:grpSpPr>
        <a:xfrm>
          <a:off x="0" y="0"/>
          <a:ext cx="0" cy="0"/>
          <a:chOff x="0" y="0"/>
          <a:chExt cx="0" cy="0"/>
        </a:xfrm>
      </p:grpSpPr>
      <p:sp>
        <p:nvSpPr>
          <p:cNvPr id="271"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1FA2B7EF-5063-435F-9FB5-F6854FB8AA72}"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272" name="Straight Connector 12"/>
          <p:cNvCxnSpPr/>
          <p:nvPr/>
        </p:nvCxnSpPr>
        <p:spPr>
          <a:xfrm>
            <a:off x="11667600" y="6454080"/>
            <a:ext cx="360" cy="183240"/>
          </a:xfrm>
          <a:prstGeom prst="straightConnector1">
            <a:avLst/>
          </a:prstGeom>
          <a:ln>
            <a:solidFill>
              <a:srgbClr val="FFFFFF">
                <a:lumMod val="65000"/>
              </a:srgbClr>
            </a:solidFill>
          </a:ln>
        </p:spPr>
      </p:cxnSp>
      <p:sp>
        <p:nvSpPr>
          <p:cNvPr id="273"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74"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275"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276" name="PlaceHolder 1"/>
          <p:cNvSpPr>
            <a:spLocks noGrp="1"/>
          </p:cNvSpPr>
          <p:nvPr>
            <p:ph type="body"/>
          </p:nvPr>
        </p:nvSpPr>
        <p:spPr>
          <a:xfrm>
            <a:off x="353160" y="1492200"/>
            <a:ext cx="11314800" cy="440352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277" name="PlaceHolder 2"/>
          <p:cNvSpPr>
            <a:spLocks noGrp="1"/>
          </p:cNvSpPr>
          <p:nvPr>
            <p:ph type="body"/>
          </p:nvPr>
        </p:nvSpPr>
        <p:spPr>
          <a:xfrm>
            <a:off x="353160" y="76176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
        <p:nvSpPr>
          <p:cNvPr id="278" name="PlaceHolder 3"/>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Sub no bullets">
    <p:bg>
      <p:bgPr>
        <a:solidFill>
          <a:srgbClr val="F0F0F0"/>
        </a:solidFill>
      </p:bgPr>
    </p:bg>
    <p:spTree>
      <p:nvGrpSpPr>
        <p:cNvPr id="1" name=""/>
        <p:cNvGrpSpPr/>
        <p:nvPr/>
      </p:nvGrpSpPr>
      <p:grpSpPr>
        <a:xfrm>
          <a:off x="0" y="0"/>
          <a:ext cx="0" cy="0"/>
          <a:chOff x="0" y="0"/>
          <a:chExt cx="0" cy="0"/>
        </a:xfrm>
      </p:grpSpPr>
      <p:sp>
        <p:nvSpPr>
          <p:cNvPr id="279"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6EB1D003-4D4B-44D6-8439-64DB2CEC03D8}"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280" name="Straight Connector 12"/>
          <p:cNvCxnSpPr/>
          <p:nvPr/>
        </p:nvCxnSpPr>
        <p:spPr>
          <a:xfrm>
            <a:off x="11667600" y="6454080"/>
            <a:ext cx="360" cy="183240"/>
          </a:xfrm>
          <a:prstGeom prst="straightConnector1">
            <a:avLst/>
          </a:prstGeom>
          <a:ln>
            <a:solidFill>
              <a:srgbClr val="FFFFFF">
                <a:lumMod val="65000"/>
              </a:srgbClr>
            </a:solidFill>
          </a:ln>
        </p:spPr>
      </p:cxnSp>
      <p:sp>
        <p:nvSpPr>
          <p:cNvPr id="281"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82"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283"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284" name="PlaceHolder 1"/>
          <p:cNvSpPr>
            <a:spLocks noGrp="1"/>
          </p:cNvSpPr>
          <p:nvPr>
            <p:ph type="body"/>
          </p:nvPr>
        </p:nvSpPr>
        <p:spPr>
          <a:xfrm>
            <a:off x="353160" y="1492200"/>
            <a:ext cx="11314800" cy="4403520"/>
          </a:xfrm>
          <a:prstGeom prst="rect">
            <a:avLst/>
          </a:prstGeom>
          <a:noFill/>
          <a:ln w="0">
            <a:noFill/>
          </a:ln>
        </p:spPr>
        <p:txBody>
          <a:bodyPr lIns="90000" tIns="45000" rIns="90000" bIns="45000" anchor="t">
            <a:noAutofit/>
          </a:bodyPr>
          <a:lstStyle>
            <a:lvl1pPr indent="0" algn="l" defTabSz="914400">
              <a:lnSpc>
                <a:spcPct val="90000"/>
              </a:lnSpc>
              <a:spcBef>
                <a:spcPts val="1400"/>
              </a:spcBef>
              <a:buNone/>
              <a:tabLst>
                <a:tab pos="0" algn="l"/>
              </a:tabLst>
              <a:defRPr lang="en-US" sz="22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p:txBody>
      </p:sp>
      <p:sp>
        <p:nvSpPr>
          <p:cNvPr id="285" name="PlaceHolder 2"/>
          <p:cNvSpPr>
            <a:spLocks noGrp="1"/>
          </p:cNvSpPr>
          <p:nvPr>
            <p:ph type="body"/>
          </p:nvPr>
        </p:nvSpPr>
        <p:spPr>
          <a:xfrm>
            <a:off x="353160" y="76176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
        <p:nvSpPr>
          <p:cNvPr id="286" name="PlaceHolder 3"/>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and Content">
    <p:bg>
      <p:bgPr>
        <a:solidFill>
          <a:srgbClr val="F0F0F0"/>
        </a:solidFill>
      </p:bgPr>
    </p:bg>
    <p:spTree>
      <p:nvGrpSpPr>
        <p:cNvPr id="1" name=""/>
        <p:cNvGrpSpPr/>
        <p:nvPr/>
      </p:nvGrpSpPr>
      <p:grpSpPr>
        <a:xfrm>
          <a:off x="0" y="0"/>
          <a:ext cx="0" cy="0"/>
          <a:chOff x="0" y="0"/>
          <a:chExt cx="0" cy="0"/>
        </a:xfrm>
      </p:grpSpPr>
      <p:sp>
        <p:nvSpPr>
          <p:cNvPr id="287"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C71080F1-CAC1-4CA5-887D-8C36AE626D57}"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288" name="Straight Connector 12"/>
          <p:cNvCxnSpPr/>
          <p:nvPr/>
        </p:nvCxnSpPr>
        <p:spPr>
          <a:xfrm>
            <a:off x="11667600" y="6454080"/>
            <a:ext cx="360" cy="183240"/>
          </a:xfrm>
          <a:prstGeom prst="straightConnector1">
            <a:avLst/>
          </a:prstGeom>
          <a:ln>
            <a:solidFill>
              <a:srgbClr val="FFFFFF">
                <a:lumMod val="65000"/>
              </a:srgbClr>
            </a:solidFill>
          </a:ln>
        </p:spPr>
      </p:cxnSp>
      <p:sp>
        <p:nvSpPr>
          <p:cNvPr id="289"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90"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291"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292" name="PlaceHolder 1"/>
          <p:cNvSpPr>
            <a:spLocks noGrp="1"/>
          </p:cNvSpPr>
          <p:nvPr>
            <p:ph type="body"/>
          </p:nvPr>
        </p:nvSpPr>
        <p:spPr>
          <a:xfrm>
            <a:off x="8096400" y="1260000"/>
            <a:ext cx="3742200" cy="4609800"/>
          </a:xfrm>
          <a:prstGeom prst="rect">
            <a:avLst/>
          </a:prstGeom>
          <a:noFill/>
          <a:ln w="0">
            <a:noFill/>
          </a:ln>
        </p:spPr>
        <p:txBody>
          <a:bodyPr lIns="90000" tIns="45000" rIns="90000" bIns="45000" anchor="t">
            <a:noAutofit/>
          </a:bodyPr>
          <a:lstStyle>
            <a:lvl1pPr indent="0" algn="l" defTabSz="914400">
              <a:lnSpc>
                <a:spcPct val="90000"/>
              </a:lnSpc>
              <a:spcBef>
                <a:spcPts val="1400"/>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293" name="PlaceHolder 2"/>
          <p:cNvSpPr>
            <a:spLocks noGrp="1"/>
          </p:cNvSpPr>
          <p:nvPr>
            <p:ph type="pic"/>
          </p:nvPr>
        </p:nvSpPr>
        <p:spPr>
          <a:xfrm>
            <a:off x="353160" y="1260000"/>
            <a:ext cx="7619760" cy="460980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294" name="PlaceHolder 3"/>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Pictures with Captions">
    <p:bg>
      <p:bgPr>
        <a:solidFill>
          <a:srgbClr val="F0F0F0"/>
        </a:solidFill>
      </p:bgPr>
    </p:bg>
    <p:spTree>
      <p:nvGrpSpPr>
        <p:cNvPr id="1" name=""/>
        <p:cNvGrpSpPr/>
        <p:nvPr/>
      </p:nvGrpSpPr>
      <p:grpSpPr>
        <a:xfrm>
          <a:off x="0" y="0"/>
          <a:ext cx="0" cy="0"/>
          <a:chOff x="0" y="0"/>
          <a:chExt cx="0" cy="0"/>
        </a:xfrm>
      </p:grpSpPr>
      <p:sp>
        <p:nvSpPr>
          <p:cNvPr id="295"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6C600EAE-E2E7-4DE0-8C33-7270DAB0C775}"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cxnSp>
        <p:nvCxnSpPr>
          <p:cNvPr id="296" name="Straight Connector 12"/>
          <p:cNvCxnSpPr/>
          <p:nvPr/>
        </p:nvCxnSpPr>
        <p:spPr>
          <a:xfrm>
            <a:off x="11667600" y="6454080"/>
            <a:ext cx="360" cy="183240"/>
          </a:xfrm>
          <a:prstGeom prst="straightConnector1">
            <a:avLst/>
          </a:prstGeom>
          <a:ln>
            <a:solidFill>
              <a:srgbClr val="FFFFFF">
                <a:lumMod val="65000"/>
              </a:srgbClr>
            </a:solidFill>
          </a:ln>
        </p:spPr>
      </p:cxnSp>
      <p:sp>
        <p:nvSpPr>
          <p:cNvPr id="297"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298" name="Picture 2" descr="Inox Technologies"/>
          <p:cNvPicPr/>
          <p:nvPr/>
        </p:nvPicPr>
        <p:blipFill>
          <a:blip r:embed="rId2"/>
          <a:srcRect l="9689" t="12401" r="7064" b="18725"/>
          <a:stretch/>
        </p:blipFill>
        <p:spPr>
          <a:xfrm>
            <a:off x="166680" y="6462000"/>
            <a:ext cx="330840" cy="273600"/>
          </a:xfrm>
          <a:prstGeom prst="rect">
            <a:avLst/>
          </a:prstGeom>
          <a:noFill/>
          <a:ln w="0">
            <a:noFill/>
          </a:ln>
        </p:spPr>
      </p:pic>
      <p:sp>
        <p:nvSpPr>
          <p:cNvPr id="299" name="Freeform 5"/>
          <p:cNvSpPr/>
          <p:nvPr/>
        </p:nvSpPr>
        <p:spPr>
          <a:xfrm flipH="1" flipV="1">
            <a:off x="11219400" y="-360"/>
            <a:ext cx="974520" cy="225000"/>
          </a:xfrm>
          <a:custGeom>
            <a:avLst/>
            <a:gdLst>
              <a:gd name="textAreaLeft" fmla="*/ -360 w 974520"/>
              <a:gd name="textAreaRight" fmla="*/ 974520 w 974520"/>
              <a:gd name="textAreaTop" fmla="*/ -360 h 225000"/>
              <a:gd name="textAreaBottom" fmla="*/ 225000 h 225000"/>
              <a:gd name="GluePoint1X" fmla="*/ 43 w 43"/>
              <a:gd name="GluePoint1Y" fmla="*/ 9 h 9"/>
              <a:gd name="GluePoint2X" fmla="*/ 0 w 43"/>
              <a:gd name="GluePoint2Y" fmla="*/ 9 h 9"/>
              <a:gd name="GluePoint3X" fmla="*/ 0 w 43"/>
              <a:gd name="GluePoint3Y" fmla="*/ 0 h 9"/>
              <a:gd name="GluePoint4X" fmla="*/ 34 w 43"/>
              <a:gd name="GluePoint4Y" fmla="*/ 0 h 9"/>
              <a:gd name="GluePoint5X" fmla="*/ 43 w 43"/>
              <a:gd name="GluePoint5Y" fmla="*/ 9 h 9"/>
              <a:gd name="GluePoint6X" fmla="*/ 43 w 43"/>
              <a:gd name="GluePoint6Y" fmla="*/ 9 h 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43" h="9">
                <a:moveTo>
                  <a:pt x="43" y="9"/>
                </a:moveTo>
                <a:cubicBezTo>
                  <a:pt x="0" y="9"/>
                  <a:pt x="0" y="9"/>
                  <a:pt x="0" y="9"/>
                </a:cubicBezTo>
                <a:cubicBezTo>
                  <a:pt x="0" y="0"/>
                  <a:pt x="0" y="0"/>
                  <a:pt x="0" y="0"/>
                </a:cubicBezTo>
                <a:cubicBezTo>
                  <a:pt x="34" y="0"/>
                  <a:pt x="34" y="0"/>
                  <a:pt x="34" y="0"/>
                </a:cubicBezTo>
                <a:cubicBezTo>
                  <a:pt x="39" y="0"/>
                  <a:pt x="43" y="4"/>
                  <a:pt x="43" y="9"/>
                </a:cubicBezTo>
                <a:cubicBezTo>
                  <a:pt x="43" y="9"/>
                  <a:pt x="43" y="9"/>
                  <a:pt x="43" y="9"/>
                </a:cubicBezTo>
                <a:close/>
              </a:path>
            </a:pathLst>
          </a:custGeom>
          <a:solidFill>
            <a:srgbClr val="993366"/>
          </a:solidFill>
          <a:ln w="0">
            <a:noFill/>
          </a:ln>
        </p:spPr>
        <p:style>
          <a:lnRef idx="0"/>
          <a:fillRef idx="0"/>
          <a:effectRef idx="0"/>
          <a:fontRef idx="minor"/>
        </p:style>
        <p:txBody>
          <a:bodyPr numCol="1" spcCol="0" anchor="t">
            <a:noAutofit/>
          </a:bodyPr>
          <a:p>
            <a:pPr/>
            <a:endParaRPr lang="fr-FR" sz="1800" b="0" u="none" strike="noStrike">
              <a:solidFill>
                <a:schemeClr val="dk1"/>
              </a:solidFill>
              <a:effectLst/>
              <a:uFillTx/>
              <a:latin typeface="Arial"/>
            </a:endParaRPr>
          </a:p>
        </p:txBody>
      </p:sp>
      <p:sp>
        <p:nvSpPr>
          <p:cNvPr id="300" name="PlaceHolder 1"/>
          <p:cNvSpPr>
            <a:spLocks noGrp="1"/>
          </p:cNvSpPr>
          <p:nvPr>
            <p:ph type="body"/>
          </p:nvPr>
        </p:nvSpPr>
        <p:spPr>
          <a:xfrm>
            <a:off x="343080" y="5146920"/>
            <a:ext cx="5676480" cy="98064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301" name="PlaceHolder 2"/>
          <p:cNvSpPr>
            <a:spLocks noGrp="1"/>
          </p:cNvSpPr>
          <p:nvPr>
            <p:ph type="pic"/>
          </p:nvPr>
        </p:nvSpPr>
        <p:spPr>
          <a:xfrm>
            <a:off x="343080" y="1565640"/>
            <a:ext cx="5676480" cy="358092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302" name="PlaceHolder 3"/>
          <p:cNvSpPr>
            <a:spLocks noGrp="1"/>
          </p:cNvSpPr>
          <p:nvPr>
            <p:ph type="body"/>
          </p:nvPr>
        </p:nvSpPr>
        <p:spPr>
          <a:xfrm>
            <a:off x="6172200" y="5146920"/>
            <a:ext cx="5676480" cy="98064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303" name="PlaceHolder 4"/>
          <p:cNvSpPr>
            <a:spLocks noGrp="1"/>
          </p:cNvSpPr>
          <p:nvPr>
            <p:ph type="pic"/>
          </p:nvPr>
        </p:nvSpPr>
        <p:spPr>
          <a:xfrm>
            <a:off x="6172200" y="1565640"/>
            <a:ext cx="5676480" cy="358092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304" name="PlaceHolder 5"/>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
    <p:bg>
      <p:bgPr>
        <a:solidFill>
          <a:srgbClr val="F0F0F0"/>
        </a:solidFill>
      </p:bgPr>
    </p:bg>
    <p:spTree>
      <p:nvGrpSpPr>
        <p:cNvPr id="1" name=""/>
        <p:cNvGrpSpPr/>
        <p:nvPr/>
      </p:nvGrpSpPr>
      <p:grpSpPr>
        <a:xfrm>
          <a:off x="0" y="0"/>
          <a:ext cx="0" cy="0"/>
          <a:chOff x="0" y="0"/>
          <a:chExt cx="0" cy="0"/>
        </a:xfrm>
      </p:grpSpPr>
      <p:sp>
        <p:nvSpPr>
          <p:cNvPr id="305" name="Rectangle 26" hidden="1"/>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FE628A20-BEB8-4E2F-816D-61539CC921E4}"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306" name="Picture 30" hidden="1"/>
          <p:cNvPicPr/>
          <p:nvPr/>
        </p:nvPicPr>
        <p:blipFill>
          <a:blip r:embed="rId2"/>
          <a:stretch/>
        </p:blipFill>
        <p:spPr>
          <a:xfrm>
            <a:off x="343080" y="6415560"/>
            <a:ext cx="277920" cy="199080"/>
          </a:xfrm>
          <a:prstGeom prst="rect">
            <a:avLst/>
          </a:prstGeom>
          <a:noFill/>
          <a:ln w="0">
            <a:noFill/>
          </a:ln>
        </p:spPr>
      </p:pic>
      <p:sp>
        <p:nvSpPr>
          <p:cNvPr id="307" name="TextBox 31" hidden="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308" name="Picture 32" hidden="1"/>
          <p:cNvPicPr/>
          <p:nvPr/>
        </p:nvPicPr>
        <p:blipFill>
          <a:blip r:embed="rId3"/>
          <a:stretch/>
        </p:blipFill>
        <p:spPr>
          <a:xfrm rot="10800000">
            <a:off x="11217240" y="-8280"/>
            <a:ext cx="974880" cy="224640"/>
          </a:xfrm>
          <a:prstGeom prst="rect">
            <a:avLst/>
          </a:prstGeom>
          <a:noFill/>
          <a:ln w="0">
            <a:noFill/>
          </a:ln>
        </p:spPr>
      </p:pic>
      <p:pic>
        <p:nvPicPr>
          <p:cNvPr id="309" name="Picture 35"/>
          <p:cNvPicPr/>
          <p:nvPr/>
        </p:nvPicPr>
        <p:blipFill>
          <a:blip r:embed="rId4"/>
          <a:stretch/>
        </p:blipFill>
        <p:spPr>
          <a:xfrm>
            <a:off x="493920" y="3128040"/>
            <a:ext cx="770400" cy="3740400"/>
          </a:xfrm>
          <a:prstGeom prst="rect">
            <a:avLst/>
          </a:prstGeom>
          <a:noFill/>
          <a:ln w="0">
            <a:noFill/>
          </a:ln>
        </p:spPr>
      </p:pic>
      <p:sp>
        <p:nvSpPr>
          <p:cNvPr id="310" name="Rectangle 36"/>
          <p:cNvSpPr/>
          <p:nvPr/>
        </p:nvSpPr>
        <p:spPr>
          <a:xfrm>
            <a:off x="0" y="2878200"/>
            <a:ext cx="979920" cy="1313640"/>
          </a:xfrm>
          <a:prstGeom prst="rect">
            <a:avLst/>
          </a:prstGeom>
          <a:gradFill rotWithShape="0">
            <a:gsLst>
              <a:gs pos="0">
                <a:srgbClr val="307FE2"/>
              </a:gs>
              <a:gs pos="100000">
                <a:srgbClr val="307FE2">
                  <a:alpha val="20000"/>
                </a:srgbClr>
              </a:gs>
            </a:gsLst>
            <a:lin ang="5400000"/>
          </a:gra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pic>
        <p:nvPicPr>
          <p:cNvPr id="311" name="Picture 38"/>
          <p:cNvPicPr/>
          <p:nvPr/>
        </p:nvPicPr>
        <p:blipFill>
          <a:blip r:embed="rId5"/>
          <a:srcRect l="0" t="0" r="0" b="68118"/>
          <a:stretch/>
        </p:blipFill>
        <p:spPr>
          <a:xfrm>
            <a:off x="318240" y="254520"/>
            <a:ext cx="2529360" cy="682920"/>
          </a:xfrm>
          <a:prstGeom prst="rect">
            <a:avLst/>
          </a:prstGeom>
          <a:noFill/>
          <a:ln w="0">
            <a:noFill/>
          </a:ln>
        </p:spPr>
      </p:pic>
      <p:pic>
        <p:nvPicPr>
          <p:cNvPr id="312" name="Picture 39"/>
          <p:cNvPicPr/>
          <p:nvPr/>
        </p:nvPicPr>
        <p:blipFill>
          <a:blip r:embed="rId6"/>
          <a:stretch/>
        </p:blipFill>
        <p:spPr>
          <a:xfrm rot="10800000">
            <a:off x="11217240" y="-8280"/>
            <a:ext cx="974880" cy="224640"/>
          </a:xfrm>
          <a:prstGeom prst="rect">
            <a:avLst/>
          </a:prstGeom>
          <a:noFill/>
          <a:ln w="0">
            <a:noFill/>
          </a:ln>
        </p:spPr>
      </p:pic>
      <p:sp>
        <p:nvSpPr>
          <p:cNvPr id="313" name="Rectangle 40"/>
          <p:cNvSpPr/>
          <p:nvPr/>
        </p:nvSpPr>
        <p:spPr>
          <a:xfrm>
            <a:off x="11498760" y="2429280"/>
            <a:ext cx="171720" cy="2970360"/>
          </a:xfrm>
          <a:prstGeom prst="rect">
            <a:avLst/>
          </a:prstGeom>
          <a:solidFill>
            <a:srgbClr val="000000">
              <a:alpha val="50000"/>
            </a:srgbClr>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14" name="Rectangle 41"/>
          <p:cNvSpPr/>
          <p:nvPr/>
        </p:nvSpPr>
        <p:spPr>
          <a:xfrm>
            <a:off x="11077920" y="1955520"/>
            <a:ext cx="518760" cy="1497240"/>
          </a:xfrm>
          <a:prstGeom prst="rect">
            <a:avLst/>
          </a:prstGeom>
          <a:solidFill>
            <a:srgbClr val="000000">
              <a:alpha val="10000"/>
            </a:srgbClr>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15" name="Rectangle 42"/>
          <p:cNvSpPr/>
          <p:nvPr/>
        </p:nvSpPr>
        <p:spPr>
          <a:xfrm>
            <a:off x="3480120" y="5746320"/>
            <a:ext cx="1010520" cy="1122120"/>
          </a:xfrm>
          <a:prstGeom prst="rect">
            <a:avLst/>
          </a:prstGeom>
          <a:gradFill rotWithShape="0">
            <a:gsLst>
              <a:gs pos="0">
                <a:srgbClr val="2CCCD3"/>
              </a:gs>
              <a:gs pos="98000">
                <a:srgbClr val="2CCCD3">
                  <a:alpha val="20000"/>
                </a:srgbClr>
              </a:gs>
            </a:gsLst>
            <a:lin ang="5400000"/>
          </a:gra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pic>
        <p:nvPicPr>
          <p:cNvPr id="316" name="Picture 43"/>
          <p:cNvPicPr/>
          <p:nvPr/>
        </p:nvPicPr>
        <p:blipFill>
          <a:blip r:embed="rId7"/>
          <a:stretch/>
        </p:blipFill>
        <p:spPr>
          <a:xfrm>
            <a:off x="3480120" y="5530320"/>
            <a:ext cx="1010520" cy="232920"/>
          </a:xfrm>
          <a:prstGeom prst="rect">
            <a:avLst/>
          </a:prstGeom>
          <a:noFill/>
          <a:ln w="0">
            <a:noFill/>
          </a:ln>
        </p:spPr>
      </p:pic>
      <p:sp>
        <p:nvSpPr>
          <p:cNvPr id="317" name="Rectangle 44"/>
          <p:cNvSpPr/>
          <p:nvPr/>
        </p:nvSpPr>
        <p:spPr>
          <a:xfrm>
            <a:off x="7420320" y="5371560"/>
            <a:ext cx="518760" cy="1497240"/>
          </a:xfrm>
          <a:prstGeom prst="rect">
            <a:avLst/>
          </a:prstGeom>
          <a:gradFill rotWithShape="0">
            <a:gsLst>
              <a:gs pos="0">
                <a:srgbClr val="FFFFFF"/>
              </a:gs>
              <a:gs pos="97000">
                <a:srgbClr val="FFFFFF">
                  <a:alpha val="20000"/>
                </a:srgbClr>
              </a:gs>
            </a:gsLst>
            <a:lin ang="5400000"/>
          </a:gra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18" name="Rectangle 45"/>
          <p:cNvSpPr/>
          <p:nvPr/>
        </p:nvSpPr>
        <p:spPr>
          <a:xfrm>
            <a:off x="7385400" y="0"/>
            <a:ext cx="518760" cy="1497240"/>
          </a:xfrm>
          <a:prstGeom prst="rect">
            <a:avLst/>
          </a:prstGeom>
          <a:solidFill>
            <a:srgbClr val="000000">
              <a:alpha val="10000"/>
            </a:srgbClr>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19" name="Rectangle 46"/>
          <p:cNvSpPr/>
          <p:nvPr/>
        </p:nvSpPr>
        <p:spPr>
          <a:xfrm>
            <a:off x="9272520" y="563040"/>
            <a:ext cx="1010520" cy="1122120"/>
          </a:xfrm>
          <a:prstGeom prst="rect">
            <a:avLst/>
          </a:prstGeom>
          <a:gradFill rotWithShape="0">
            <a:gsLst>
              <a:gs pos="0">
                <a:srgbClr val="9063CD"/>
              </a:gs>
              <a:gs pos="97000">
                <a:srgbClr val="9063CD">
                  <a:alpha val="20000"/>
                </a:srgbClr>
              </a:gs>
            </a:gsLst>
            <a:lin ang="5400000"/>
          </a:gra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pic>
        <p:nvPicPr>
          <p:cNvPr id="320" name="Picture 47"/>
          <p:cNvPicPr/>
          <p:nvPr/>
        </p:nvPicPr>
        <p:blipFill>
          <a:blip r:embed="rId8"/>
          <a:stretch/>
        </p:blipFill>
        <p:spPr>
          <a:xfrm>
            <a:off x="9272520" y="347040"/>
            <a:ext cx="1010520" cy="232920"/>
          </a:xfrm>
          <a:prstGeom prst="rect">
            <a:avLst/>
          </a:prstGeom>
          <a:noFill/>
          <a:ln w="0">
            <a:noFill/>
          </a:ln>
        </p:spPr>
      </p:pic>
      <p:pic>
        <p:nvPicPr>
          <p:cNvPr id="321" name="Picture 48"/>
          <p:cNvPicPr/>
          <p:nvPr/>
        </p:nvPicPr>
        <p:blipFill>
          <a:blip r:embed="rId9"/>
          <a:stretch/>
        </p:blipFill>
        <p:spPr>
          <a:xfrm>
            <a:off x="10509480" y="4109040"/>
            <a:ext cx="568440" cy="2759040"/>
          </a:xfrm>
          <a:prstGeom prst="rect">
            <a:avLst/>
          </a:prstGeom>
          <a:noFill/>
          <a:ln w="0">
            <a:noFill/>
          </a:ln>
        </p:spPr>
      </p:pic>
      <p:pic>
        <p:nvPicPr>
          <p:cNvPr id="322" name="Picture 10"/>
          <p:cNvPicPr/>
          <p:nvPr/>
        </p:nvPicPr>
        <p:blipFill>
          <a:blip r:embed="rId10"/>
          <a:stretch/>
        </p:blipFill>
        <p:spPr>
          <a:xfrm>
            <a:off x="2079000" y="1608120"/>
            <a:ext cx="2557080" cy="292320"/>
          </a:xfrm>
          <a:prstGeom prst="rect">
            <a:avLst/>
          </a:prstGeom>
          <a:noFill/>
          <a:ln w="0">
            <a:noFill/>
          </a:ln>
        </p:spPr>
      </p:pic>
      <p:sp>
        <p:nvSpPr>
          <p:cNvPr id="323" name="PlaceHolder 1"/>
          <p:cNvSpPr>
            <a:spLocks noGrp="1"/>
          </p:cNvSpPr>
          <p:nvPr>
            <p:ph type="title" hasCustomPrompt="1"/>
          </p:nvPr>
        </p:nvSpPr>
        <p:spPr>
          <a:xfrm>
            <a:off x="1951920" y="2154240"/>
            <a:ext cx="8343720" cy="1538280"/>
          </a:xfrm>
          <a:prstGeom prst="rect">
            <a:avLst/>
          </a:prstGeom>
          <a:noFill/>
          <a:ln w="0">
            <a:noFill/>
          </a:ln>
        </p:spPr>
        <p:txBody>
          <a:bodyPr lIns="91440" tIns="45720" rIns="91440" bIns="45720" anchor="b">
            <a:normAutofit/>
          </a:bodyPr>
          <a:lstStyle>
            <a:lvl1pPr indent="0" algn="l" defTabSz="914400">
              <a:lnSpc>
                <a:spcPct val="90000"/>
              </a:lnSpc>
              <a:buNone/>
              <a:defRPr lang="en-US" sz="5000" b="1" u="none" strike="noStrike" cap="all">
                <a:solidFill>
                  <a:schemeClr val="dk1"/>
                </a:solidFill>
                <a:effectLst/>
                <a:uFillTx/>
                <a:latin typeface="Arial"/>
              </a:defRPr>
            </a:lvl1pPr>
          </a:lstStyle>
          <a:p>
            <a:pPr indent="0" algn="l" defTabSz="914400">
              <a:lnSpc>
                <a:spcPct val="90000"/>
              </a:lnSpc>
              <a:buNone/>
            </a:pPr>
            <a:r>
              <a:rPr lang="en-US" sz="5000" b="1" u="none" strike="noStrike" cap="all">
                <a:solidFill>
                  <a:schemeClr val="dk1"/>
                </a:solidFill>
                <a:effectLst/>
                <a:uFillTx/>
                <a:latin typeface="Arial"/>
              </a:rPr>
              <a:t>CLICK TO </a:t>
            </a:r>
            <a:r>
              <a:rPr lang="en-US" sz="5000" b="1" u="none" strike="noStrike" cap="all">
                <a:solidFill>
                  <a:schemeClr val="dk1"/>
                </a:solidFill>
                <a:effectLst/>
                <a:uFillTx/>
                <a:latin typeface="Arial"/>
              </a:rPr>
              <a:t>EDIT </a:t>
            </a:r>
            <a:r>
              <a:rPr lang="en-US" sz="5000" b="1" u="none" strike="noStrike" cap="all">
                <a:solidFill>
                  <a:schemeClr val="dk1"/>
                </a:solidFill>
                <a:effectLst/>
                <a:uFillTx/>
                <a:latin typeface="Arial"/>
              </a:rPr>
              <a:t>MASTER </a:t>
            </a:r>
            <a:r>
              <a:rPr lang="en-US" sz="5000" b="1" u="none" strike="noStrike" cap="all">
                <a:solidFill>
                  <a:schemeClr val="dk1"/>
                </a:solidFill>
                <a:effectLst/>
                <a:uFillTx/>
                <a:latin typeface="Arial"/>
              </a:rPr>
              <a:t>TITLE </a:t>
            </a:r>
            <a:r>
              <a:rPr lang="en-US" sz="5000" b="1" u="none" strike="noStrike" cap="all">
                <a:solidFill>
                  <a:schemeClr val="dk1"/>
                </a:solidFill>
                <a:effectLst/>
                <a:uFillTx/>
                <a:latin typeface="Arial"/>
              </a:rPr>
              <a:t>STYLE</a:t>
            </a:r>
            <a:endParaRPr lang="en-US" sz="5000" b="1" u="none" strike="noStrike" cap="all">
              <a:solidFill>
                <a:schemeClr val="dk1"/>
              </a:solidFill>
              <a:effectLst/>
              <a:uFillTx/>
              <a:latin typeface="Arial"/>
            </a:endParaRPr>
          </a:p>
        </p:txBody>
      </p:sp>
      <p:sp>
        <p:nvSpPr>
          <p:cNvPr id="324" name="PlaceHolder 2"/>
          <p:cNvSpPr>
            <a:spLocks noGrp="1"/>
          </p:cNvSpPr>
          <p:nvPr>
            <p:ph type="dt" idx="1"/>
          </p:nvPr>
        </p:nvSpPr>
        <p:spPr>
          <a:xfrm>
            <a:off x="1952640" y="5141160"/>
            <a:ext cx="1933200" cy="364680"/>
          </a:xfrm>
          <a:prstGeom prst="rect">
            <a:avLst/>
          </a:prstGeom>
          <a:noFill/>
          <a:ln w="0">
            <a:noFill/>
          </a:ln>
        </p:spPr>
        <p:txBody>
          <a:bodyPr lIns="91440" tIns="45720" rIns="91440" bIns="45720" anchor="ctr">
            <a:noAutofit/>
          </a:bodyPr>
          <a:lstStyle>
            <a:lvl1pPr indent="0" algn="l" defTabSz="914400">
              <a:lnSpc>
                <a:spcPct val="100000"/>
              </a:lnSpc>
              <a:buNone/>
              <a:defRPr lang="en-US" sz="1400" b="0" u="none" strike="noStrike">
                <a:solidFill>
                  <a:srgbClr val="7F7F7F"/>
                </a:solidFill>
                <a:effectLst/>
                <a:uFillTx/>
                <a:latin typeface="Arial"/>
              </a:defRPr>
            </a:lvl1pPr>
          </a:lstStyle>
          <a:p>
            <a:pPr indent="0" algn="l" defTabSz="914400">
              <a:lnSpc>
                <a:spcPct val="100000"/>
              </a:lnSpc>
              <a:buNone/>
            </a:pPr>
            <a:r>
              <a:rPr lang="en-US" sz="1400" b="0" u="none" strike="noStrike">
                <a:solidFill>
                  <a:srgbClr val="7F7F7F"/>
                </a:solidFill>
                <a:effectLst/>
                <a:uFillTx/>
                <a:latin typeface="Arial"/>
              </a:rPr>
              <a:t>&lt;date/time&gt;</a:t>
            </a:r>
            <a:endParaRPr lang="en-US" sz="1400" b="0" u="none" strike="noStrike">
              <a:solidFill>
                <a:srgbClr val="000000"/>
              </a:solidFill>
              <a:effectLst/>
              <a:uFillTx/>
              <a:latin typeface="Times New Roman"/>
            </a:endParaRPr>
          </a:p>
        </p:txBody>
      </p:sp>
      <p:pic>
        <p:nvPicPr>
          <p:cNvPr id="325" name="Picture 37"/>
          <p:cNvPicPr/>
          <p:nvPr/>
        </p:nvPicPr>
        <p:blipFill>
          <a:blip r:embed="rId11"/>
          <a:srcRect l="3048" t="0" r="0" b="0"/>
          <a:stretch/>
        </p:blipFill>
        <p:spPr>
          <a:xfrm>
            <a:off x="0" y="2647080"/>
            <a:ext cx="979920" cy="232920"/>
          </a:xfrm>
          <a:prstGeom prst="rect">
            <a:avLst/>
          </a:prstGeom>
          <a:noFill/>
          <a:ln w="0">
            <a:noFill/>
          </a:ln>
        </p:spPr>
      </p:pic>
      <p:sp>
        <p:nvSpPr>
          <p:cNvPr id="326" name="PlaceHolder 3"/>
          <p:cNvSpPr>
            <a:spLocks noGrp="1"/>
          </p:cNvSpPr>
          <p:nvPr>
            <p:ph type="body"/>
          </p:nvPr>
        </p:nvSpPr>
        <p:spPr>
          <a:xfrm>
            <a:off x="1952640" y="4341960"/>
            <a:ext cx="7596000" cy="248400"/>
          </a:xfrm>
          <a:prstGeom prst="rect">
            <a:avLst/>
          </a:prstGeom>
          <a:noFill/>
          <a:ln w="0">
            <a:noFill/>
          </a:ln>
        </p:spPr>
        <p:txBody>
          <a:bodyPr lIns="91440" tIns="45720" rIns="91440" bIns="45720" anchor="t">
            <a:noAutofit/>
          </a:bodyPr>
          <a:lstStyle>
            <a:lvl1pPr indent="0" algn="l" defTabSz="914400">
              <a:lnSpc>
                <a:spcPct val="90000"/>
              </a:lnSpc>
              <a:buNone/>
              <a:tabLst>
                <a:tab pos="0" algn="l"/>
              </a:tabLst>
              <a:defRPr lang="en-US" sz="2000" b="1" u="none" strike="noStrike">
                <a:solidFill>
                  <a:schemeClr val="dk1"/>
                </a:solidFill>
                <a:effectLst/>
                <a:uFillTx/>
                <a:latin typeface="Arial"/>
              </a:defRPr>
            </a:lvl1pPr>
          </a:lstStyle>
          <a:p>
            <a:pPr indent="0" algn="l" defTabSz="914400">
              <a:lnSpc>
                <a:spcPct val="90000"/>
              </a:lnSpc>
              <a:buNone/>
              <a:tabLst>
                <a:tab pos="0" algn="l"/>
              </a:tabLst>
            </a:pPr>
            <a:r>
              <a:rPr lang="en-US" sz="2000" b="1" u="none" strike="noStrike">
                <a:solidFill>
                  <a:schemeClr val="dk1"/>
                </a:solidFill>
                <a:effectLst/>
                <a:uFillTx/>
                <a:latin typeface="Arial"/>
              </a:rPr>
              <a:t>Click to edit Master text style</a:t>
            </a:r>
            <a:endParaRPr lang="fr-FR" sz="2000" b="0" u="none" strike="noStrike">
              <a:solidFill>
                <a:schemeClr val="dk1"/>
              </a:solidFill>
              <a:effectLst/>
              <a:uFillTx/>
              <a:latin typeface="Arial"/>
            </a:endParaRPr>
          </a:p>
        </p:txBody>
      </p:sp>
      <p:sp>
        <p:nvSpPr>
          <p:cNvPr id="327" name="PlaceHolder 4"/>
          <p:cNvSpPr>
            <a:spLocks noGrp="1"/>
          </p:cNvSpPr>
          <p:nvPr>
            <p:ph type="body"/>
          </p:nvPr>
        </p:nvSpPr>
        <p:spPr>
          <a:xfrm>
            <a:off x="1952640" y="4667400"/>
            <a:ext cx="7596000" cy="247320"/>
          </a:xfrm>
          <a:prstGeom prst="rect">
            <a:avLst/>
          </a:prstGeom>
          <a:noFill/>
          <a:ln w="0">
            <a:noFill/>
          </a:ln>
        </p:spPr>
        <p:txBody>
          <a:bodyPr lIns="91440" tIns="45720" rIns="91440" bIns="45720" anchor="t">
            <a:noAutofit/>
          </a:bodyPr>
          <a:lstStyle>
            <a:lvl1pPr indent="0" algn="l" defTabSz="914400">
              <a:lnSpc>
                <a:spcPct val="90000"/>
              </a:lnSpc>
              <a:spcBef>
                <a:spcPts val="1400"/>
              </a:spcBef>
              <a:buNone/>
              <a:tabLst>
                <a:tab pos="0" algn="l"/>
              </a:tabLst>
              <a:defRPr lang="en-US" sz="20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Tree>
  </p:cSld>
  <p:clrMapOvr>
    <a:masterClrMapping/>
  </p:clrMapOvr>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
    <p:bg>
      <p:bgPr>
        <a:solidFill>
          <a:srgbClr val="F0F0F0"/>
        </a:solidFill>
      </p:bgPr>
    </p:bg>
    <p:spTree>
      <p:nvGrpSpPr>
        <p:cNvPr id="1" name=""/>
        <p:cNvGrpSpPr/>
        <p:nvPr/>
      </p:nvGrpSpPr>
      <p:grpSpPr>
        <a:xfrm>
          <a:off x="0" y="0"/>
          <a:ext cx="0" cy="0"/>
          <a:chOff x="0" y="0"/>
          <a:chExt cx="0" cy="0"/>
        </a:xfrm>
      </p:grpSpPr>
      <p:sp>
        <p:nvSpPr>
          <p:cNvPr id="328"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1F0824D6-AF26-4C6A-B8D7-B1A58FAE90F0}"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329" name="Picture 30"/>
          <p:cNvPicPr/>
          <p:nvPr/>
        </p:nvPicPr>
        <p:blipFill>
          <a:blip r:embed="rId2"/>
          <a:stretch/>
        </p:blipFill>
        <p:spPr>
          <a:xfrm>
            <a:off x="343080" y="6415560"/>
            <a:ext cx="277920" cy="199080"/>
          </a:xfrm>
          <a:prstGeom prst="rect">
            <a:avLst/>
          </a:prstGeom>
          <a:noFill/>
          <a:ln w="0">
            <a:noFill/>
          </a:ln>
        </p:spPr>
      </p:pic>
      <p:sp>
        <p:nvSpPr>
          <p:cNvPr id="330"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331" name="Picture 32"/>
          <p:cNvPicPr/>
          <p:nvPr/>
        </p:nvPicPr>
        <p:blipFill>
          <a:blip r:embed="rId3"/>
          <a:stretch/>
        </p:blipFill>
        <p:spPr>
          <a:xfrm rot="10800000">
            <a:off x="11217240" y="-8280"/>
            <a:ext cx="974880" cy="224640"/>
          </a:xfrm>
          <a:prstGeom prst="rect">
            <a:avLst/>
          </a:prstGeom>
          <a:noFill/>
          <a:ln w="0">
            <a:noFill/>
          </a:ln>
        </p:spPr>
      </p:pic>
      <p:sp>
        <p:nvSpPr>
          <p:cNvPr id="332" name="Rectangle 20"/>
          <p:cNvSpPr/>
          <p:nvPr/>
        </p:nvSpPr>
        <p:spPr>
          <a:xfrm>
            <a:off x="11181240" y="3800880"/>
            <a:ext cx="1010520" cy="3056760"/>
          </a:xfrm>
          <a:prstGeom prst="rect">
            <a:avLst/>
          </a:prstGeom>
          <a:solidFill>
            <a:srgbClr val="000000">
              <a:alpha val="20000"/>
            </a:srgbClr>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pic>
        <p:nvPicPr>
          <p:cNvPr id="333" name="Picture 14"/>
          <p:cNvPicPr/>
          <p:nvPr/>
        </p:nvPicPr>
        <p:blipFill>
          <a:blip r:embed="rId4"/>
          <a:srcRect l="0" t="0" r="0" b="68118"/>
          <a:stretch/>
        </p:blipFill>
        <p:spPr>
          <a:xfrm>
            <a:off x="5049720" y="1677960"/>
            <a:ext cx="2529360" cy="682920"/>
          </a:xfrm>
          <a:prstGeom prst="rect">
            <a:avLst/>
          </a:prstGeom>
          <a:noFill/>
          <a:ln w="0">
            <a:noFill/>
          </a:ln>
        </p:spPr>
      </p:pic>
      <p:sp>
        <p:nvSpPr>
          <p:cNvPr id="334" name="Rectangle 15"/>
          <p:cNvSpPr/>
          <p:nvPr/>
        </p:nvSpPr>
        <p:spPr>
          <a:xfrm>
            <a:off x="8085960" y="4187880"/>
            <a:ext cx="1010520" cy="1313640"/>
          </a:xfrm>
          <a:prstGeom prst="rect">
            <a:avLst/>
          </a:prstGeom>
          <a:gradFill rotWithShape="0">
            <a:gsLst>
              <a:gs pos="0">
                <a:srgbClr val="307FE2"/>
              </a:gs>
              <a:gs pos="100000">
                <a:srgbClr val="307FE2">
                  <a:alpha val="20000"/>
                </a:srgbClr>
              </a:gs>
            </a:gsLst>
            <a:lin ang="5400000"/>
          </a:gra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pic>
        <p:nvPicPr>
          <p:cNvPr id="335" name="Picture 16"/>
          <p:cNvPicPr/>
          <p:nvPr/>
        </p:nvPicPr>
        <p:blipFill>
          <a:blip r:embed="rId5"/>
          <a:stretch/>
        </p:blipFill>
        <p:spPr>
          <a:xfrm>
            <a:off x="8085960" y="3954600"/>
            <a:ext cx="1010520" cy="232920"/>
          </a:xfrm>
          <a:prstGeom prst="rect">
            <a:avLst/>
          </a:prstGeom>
          <a:noFill/>
          <a:ln w="0">
            <a:noFill/>
          </a:ln>
        </p:spPr>
      </p:pic>
      <p:sp>
        <p:nvSpPr>
          <p:cNvPr id="336" name="Rectangle 17"/>
          <p:cNvSpPr/>
          <p:nvPr/>
        </p:nvSpPr>
        <p:spPr>
          <a:xfrm>
            <a:off x="0" y="1994040"/>
            <a:ext cx="8591040" cy="3301560"/>
          </a:xfrm>
          <a:prstGeom prst="rect">
            <a:avLst/>
          </a:prstGeom>
          <a:solidFill>
            <a:srgbClr val="FFFFFF"/>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37" name="Rectangle 19"/>
          <p:cNvSpPr/>
          <p:nvPr/>
        </p:nvSpPr>
        <p:spPr>
          <a:xfrm>
            <a:off x="10075320" y="661680"/>
            <a:ext cx="171720" cy="2970360"/>
          </a:xfrm>
          <a:prstGeom prst="rect">
            <a:avLst/>
          </a:prstGeom>
          <a:solidFill>
            <a:srgbClr val="000000">
              <a:alpha val="50000"/>
            </a:srgbClr>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38" name="Rectangle 21"/>
          <p:cNvSpPr/>
          <p:nvPr/>
        </p:nvSpPr>
        <p:spPr>
          <a:xfrm>
            <a:off x="10247400" y="1244880"/>
            <a:ext cx="518760" cy="1497240"/>
          </a:xfrm>
          <a:prstGeom prst="rect">
            <a:avLst/>
          </a:prstGeom>
          <a:solidFill>
            <a:srgbClr val="000000">
              <a:alpha val="10000"/>
            </a:srgbClr>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39" name="PlaceHolder 1"/>
          <p:cNvSpPr>
            <a:spLocks noGrp="1"/>
          </p:cNvSpPr>
          <p:nvPr>
            <p:ph type="title"/>
          </p:nvPr>
        </p:nvSpPr>
        <p:spPr>
          <a:xfrm>
            <a:off x="246240" y="1994040"/>
            <a:ext cx="8334720" cy="1389960"/>
          </a:xfrm>
          <a:prstGeom prst="rect">
            <a:avLst/>
          </a:prstGeom>
          <a:noFill/>
          <a:ln w="0">
            <a:noFill/>
          </a:ln>
        </p:spPr>
        <p:txBody>
          <a:bodyPr lIns="91440" tIns="45720" rIns="91440" bIns="45720" anchor="b">
            <a:noAutofit/>
          </a:bodyPr>
          <a:lstStyle>
            <a:lvl1pPr indent="0" algn="l" defTabSz="914400">
              <a:lnSpc>
                <a:spcPct val="90000"/>
              </a:lnSpc>
              <a:buNone/>
              <a:defRPr lang="en-US" sz="4400" b="1" u="none" strike="noStrike">
                <a:solidFill>
                  <a:schemeClr val="dk1"/>
                </a:solidFill>
                <a:effectLst/>
                <a:uFillTx/>
                <a:latin typeface="Arial"/>
              </a:defRPr>
            </a:lvl1pPr>
          </a:lstStyle>
          <a:p>
            <a:pPr indent="0" algn="l" defTabSz="914400">
              <a:lnSpc>
                <a:spcPct val="90000"/>
              </a:lnSpc>
              <a:buNone/>
            </a:pPr>
            <a:r>
              <a:rPr lang="en-US" sz="4400" b="1" u="none" strike="noStrike">
                <a:solidFill>
                  <a:schemeClr val="dk1"/>
                </a:solidFill>
                <a:effectLst/>
                <a:uFillTx/>
                <a:latin typeface="Arial"/>
              </a:rPr>
              <a:t>Click to edit Master title style</a:t>
            </a:r>
            <a:endParaRPr lang="fr-FR" sz="4400" b="1" u="none" strike="noStrike">
              <a:solidFill>
                <a:schemeClr val="dk1"/>
              </a:solidFill>
              <a:effectLst/>
              <a:uFillTx/>
              <a:latin typeface="Arial"/>
            </a:endParaRPr>
          </a:p>
        </p:txBody>
      </p:sp>
      <p:sp>
        <p:nvSpPr>
          <p:cNvPr id="340" name="PlaceHolder 2"/>
          <p:cNvSpPr>
            <a:spLocks noGrp="1"/>
          </p:cNvSpPr>
          <p:nvPr>
            <p:ph type="body"/>
          </p:nvPr>
        </p:nvSpPr>
        <p:spPr>
          <a:xfrm>
            <a:off x="246240" y="3525480"/>
            <a:ext cx="7584480" cy="807120"/>
          </a:xfrm>
          <a:prstGeom prst="rect">
            <a:avLst/>
          </a:prstGeom>
          <a:noFill/>
          <a:ln w="0">
            <a:noFill/>
          </a:ln>
        </p:spPr>
        <p:txBody>
          <a:bodyPr lIns="91440" tIns="45720" rIns="91440" bIns="45720" anchor="t">
            <a:noAutofit/>
          </a:bodyPr>
          <a:lstStyle>
            <a:lvl1pPr indent="0" algn="l" defTabSz="914400">
              <a:lnSpc>
                <a:spcPct val="90000"/>
              </a:lnSpc>
              <a:spcBef>
                <a:spcPts val="1400"/>
              </a:spcBef>
              <a:buNone/>
              <a:tabLst>
                <a:tab pos="0" algn="l"/>
              </a:tabLst>
              <a:defRPr lang="en-US" sz="20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
        <p:nvSpPr>
          <p:cNvPr id="341" name="PlaceHolder 3"/>
          <p:cNvSpPr>
            <a:spLocks noGrp="1"/>
          </p:cNvSpPr>
          <p:nvPr>
            <p:ph type="dt" idx="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Tree>
  </p:cSld>
  <p:clrMapOvr>
    <a:masterClrMapping/>
  </p:clrMapOvr>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
    <p:bg>
      <p:bgPr>
        <a:solidFill>
          <a:srgbClr val="F0F0F0"/>
        </a:solidFill>
      </p:bgPr>
    </p:bg>
    <p:spTree>
      <p:nvGrpSpPr>
        <p:cNvPr id="1" name=""/>
        <p:cNvGrpSpPr/>
        <p:nvPr/>
      </p:nvGrpSpPr>
      <p:grpSpPr>
        <a:xfrm>
          <a:off x="0" y="0"/>
          <a:ext cx="0" cy="0"/>
          <a:chOff x="0" y="0"/>
          <a:chExt cx="0" cy="0"/>
        </a:xfrm>
      </p:grpSpPr>
      <p:sp>
        <p:nvSpPr>
          <p:cNvPr id="342"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050916BB-09CF-4367-81A2-017F5D8B4A55}"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343" name="Picture 30"/>
          <p:cNvPicPr/>
          <p:nvPr/>
        </p:nvPicPr>
        <p:blipFill>
          <a:blip r:embed="rId2"/>
          <a:stretch/>
        </p:blipFill>
        <p:spPr>
          <a:xfrm>
            <a:off x="343080" y="6415560"/>
            <a:ext cx="277920" cy="199080"/>
          </a:xfrm>
          <a:prstGeom prst="rect">
            <a:avLst/>
          </a:prstGeom>
          <a:noFill/>
          <a:ln w="0">
            <a:noFill/>
          </a:ln>
        </p:spPr>
      </p:pic>
      <p:sp>
        <p:nvSpPr>
          <p:cNvPr id="344"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345" name="Picture 32"/>
          <p:cNvPicPr/>
          <p:nvPr/>
        </p:nvPicPr>
        <p:blipFill>
          <a:blip r:embed="rId3"/>
          <a:stretch/>
        </p:blipFill>
        <p:spPr>
          <a:xfrm rot="10800000">
            <a:off x="11217240" y="-8280"/>
            <a:ext cx="974880" cy="224640"/>
          </a:xfrm>
          <a:prstGeom prst="rect">
            <a:avLst/>
          </a:prstGeom>
          <a:noFill/>
          <a:ln w="0">
            <a:noFill/>
          </a:ln>
        </p:spPr>
      </p:pic>
      <p:pic>
        <p:nvPicPr>
          <p:cNvPr id="346" name="Picture 34"/>
          <p:cNvPicPr/>
          <p:nvPr/>
        </p:nvPicPr>
        <p:blipFill>
          <a:blip r:embed="rId4"/>
          <a:srcRect l="0" t="0" r="0" b="68118"/>
          <a:stretch/>
        </p:blipFill>
        <p:spPr>
          <a:xfrm>
            <a:off x="6406920" y="4989240"/>
            <a:ext cx="2529360" cy="682920"/>
          </a:xfrm>
          <a:prstGeom prst="rect">
            <a:avLst/>
          </a:prstGeom>
          <a:noFill/>
          <a:ln w="0">
            <a:noFill/>
          </a:ln>
        </p:spPr>
      </p:pic>
      <p:sp>
        <p:nvSpPr>
          <p:cNvPr id="347" name="Rectangle 35"/>
          <p:cNvSpPr/>
          <p:nvPr/>
        </p:nvSpPr>
        <p:spPr>
          <a:xfrm>
            <a:off x="8412840" y="1712160"/>
            <a:ext cx="470160" cy="1706760"/>
          </a:xfrm>
          <a:prstGeom prst="rect">
            <a:avLst/>
          </a:prstGeom>
          <a:gradFill rotWithShape="0">
            <a:gsLst>
              <a:gs pos="0">
                <a:srgbClr val="2CCCD3"/>
              </a:gs>
              <a:gs pos="100000">
                <a:srgbClr val="2CCCD3">
                  <a:alpha val="20000"/>
                </a:srgbClr>
              </a:gs>
            </a:gsLst>
            <a:lin ang="5400000"/>
          </a:gra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pic>
        <p:nvPicPr>
          <p:cNvPr id="348" name="Picture 36"/>
          <p:cNvPicPr/>
          <p:nvPr/>
        </p:nvPicPr>
        <p:blipFill>
          <a:blip r:embed="rId5"/>
          <a:stretch/>
        </p:blipFill>
        <p:spPr>
          <a:xfrm>
            <a:off x="8412840" y="1604520"/>
            <a:ext cx="470160" cy="108360"/>
          </a:xfrm>
          <a:prstGeom prst="rect">
            <a:avLst/>
          </a:prstGeom>
          <a:noFill/>
          <a:ln w="0">
            <a:noFill/>
          </a:ln>
        </p:spPr>
      </p:pic>
      <p:sp>
        <p:nvSpPr>
          <p:cNvPr id="349" name="Rectangle 38"/>
          <p:cNvSpPr/>
          <p:nvPr/>
        </p:nvSpPr>
        <p:spPr>
          <a:xfrm>
            <a:off x="10008720" y="3887280"/>
            <a:ext cx="171720" cy="2970360"/>
          </a:xfrm>
          <a:prstGeom prst="rect">
            <a:avLst/>
          </a:prstGeom>
          <a:solidFill>
            <a:srgbClr val="000000">
              <a:alpha val="50000"/>
            </a:srgbClr>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50" name="Rectangle 39"/>
          <p:cNvSpPr/>
          <p:nvPr/>
        </p:nvSpPr>
        <p:spPr>
          <a:xfrm>
            <a:off x="11181240" y="2103480"/>
            <a:ext cx="1010520" cy="3056760"/>
          </a:xfrm>
          <a:prstGeom prst="rect">
            <a:avLst/>
          </a:prstGeom>
          <a:solidFill>
            <a:srgbClr val="000000">
              <a:alpha val="20000"/>
            </a:srgbClr>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51" name="Rectangle 40"/>
          <p:cNvSpPr/>
          <p:nvPr/>
        </p:nvSpPr>
        <p:spPr>
          <a:xfrm>
            <a:off x="9662040" y="225000"/>
            <a:ext cx="518760" cy="1497240"/>
          </a:xfrm>
          <a:prstGeom prst="rect">
            <a:avLst/>
          </a:prstGeom>
          <a:solidFill>
            <a:srgbClr val="000000">
              <a:alpha val="10000"/>
            </a:srgbClr>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52" name="Rectangle 17"/>
          <p:cNvSpPr/>
          <p:nvPr/>
        </p:nvSpPr>
        <p:spPr>
          <a:xfrm>
            <a:off x="0" y="1994040"/>
            <a:ext cx="8591040" cy="3301560"/>
          </a:xfrm>
          <a:prstGeom prst="rect">
            <a:avLst/>
          </a:prstGeom>
          <a:solidFill>
            <a:srgbClr val="FFFFFF"/>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53" name="PlaceHolder 1"/>
          <p:cNvSpPr>
            <a:spLocks noGrp="1"/>
          </p:cNvSpPr>
          <p:nvPr>
            <p:ph type="title"/>
          </p:nvPr>
        </p:nvSpPr>
        <p:spPr>
          <a:xfrm>
            <a:off x="246240" y="1994040"/>
            <a:ext cx="8334720" cy="1389960"/>
          </a:xfrm>
          <a:prstGeom prst="rect">
            <a:avLst/>
          </a:prstGeom>
          <a:noFill/>
          <a:ln w="0">
            <a:noFill/>
          </a:ln>
        </p:spPr>
        <p:txBody>
          <a:bodyPr lIns="91440" tIns="45720" rIns="91440" bIns="45720" anchor="b">
            <a:noAutofit/>
          </a:bodyPr>
          <a:lstStyle>
            <a:lvl1pPr indent="0" algn="l" defTabSz="914400">
              <a:lnSpc>
                <a:spcPct val="90000"/>
              </a:lnSpc>
              <a:buNone/>
              <a:defRPr lang="en-US" sz="4400" b="1" u="none" strike="noStrike">
                <a:solidFill>
                  <a:schemeClr val="dk1"/>
                </a:solidFill>
                <a:effectLst/>
                <a:uFillTx/>
                <a:latin typeface="Arial"/>
              </a:defRPr>
            </a:lvl1pPr>
          </a:lstStyle>
          <a:p>
            <a:pPr indent="0" algn="l" defTabSz="914400">
              <a:lnSpc>
                <a:spcPct val="90000"/>
              </a:lnSpc>
              <a:buNone/>
            </a:pPr>
            <a:r>
              <a:rPr lang="en-US" sz="4400" b="1" u="none" strike="noStrike">
                <a:solidFill>
                  <a:schemeClr val="dk1"/>
                </a:solidFill>
                <a:effectLst/>
                <a:uFillTx/>
                <a:latin typeface="Arial"/>
              </a:rPr>
              <a:t>Click to edit Master title style</a:t>
            </a:r>
            <a:endParaRPr lang="fr-FR" sz="4400" b="1" u="none" strike="noStrike">
              <a:solidFill>
                <a:schemeClr val="dk1"/>
              </a:solidFill>
              <a:effectLst/>
              <a:uFillTx/>
              <a:latin typeface="Arial"/>
            </a:endParaRPr>
          </a:p>
        </p:txBody>
      </p:sp>
      <p:sp>
        <p:nvSpPr>
          <p:cNvPr id="354" name="PlaceHolder 2"/>
          <p:cNvSpPr>
            <a:spLocks noGrp="1"/>
          </p:cNvSpPr>
          <p:nvPr>
            <p:ph type="body"/>
          </p:nvPr>
        </p:nvSpPr>
        <p:spPr>
          <a:xfrm>
            <a:off x="246240" y="3525480"/>
            <a:ext cx="7584480" cy="807120"/>
          </a:xfrm>
          <a:prstGeom prst="rect">
            <a:avLst/>
          </a:prstGeom>
          <a:noFill/>
          <a:ln w="0">
            <a:noFill/>
          </a:ln>
        </p:spPr>
        <p:txBody>
          <a:bodyPr lIns="91440" tIns="45720" rIns="91440" bIns="45720" anchor="t">
            <a:noAutofit/>
          </a:bodyPr>
          <a:lstStyle>
            <a:lvl1pPr indent="0" algn="l" defTabSz="914400">
              <a:lnSpc>
                <a:spcPct val="90000"/>
              </a:lnSpc>
              <a:spcBef>
                <a:spcPts val="1400"/>
              </a:spcBef>
              <a:buNone/>
              <a:tabLst>
                <a:tab pos="0" algn="l"/>
              </a:tabLst>
              <a:defRPr lang="en-US" sz="20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
        <p:nvSpPr>
          <p:cNvPr id="355" name="PlaceHolder 3"/>
          <p:cNvSpPr>
            <a:spLocks noGrp="1"/>
          </p:cNvSpPr>
          <p:nvPr>
            <p:ph type="dt" idx="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Tree>
  </p:cSld>
  <p:clrMapOvr>
    <a:masterClrMapping/>
  </p:clrMapOvr>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3">
    <p:bg>
      <p:bgPr>
        <a:solidFill>
          <a:srgbClr val="F0F0F0"/>
        </a:solidFill>
      </p:bgPr>
    </p:bg>
    <p:spTree>
      <p:nvGrpSpPr>
        <p:cNvPr id="1" name=""/>
        <p:cNvGrpSpPr/>
        <p:nvPr/>
      </p:nvGrpSpPr>
      <p:grpSpPr>
        <a:xfrm>
          <a:off x="0" y="0"/>
          <a:ext cx="0" cy="0"/>
          <a:chOff x="0" y="0"/>
          <a:chExt cx="0" cy="0"/>
        </a:xfrm>
      </p:grpSpPr>
      <p:sp>
        <p:nvSpPr>
          <p:cNvPr id="356"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3E13E3A2-CEE1-44B2-9BD8-23C1175C6DEA}"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357" name="Picture 30"/>
          <p:cNvPicPr/>
          <p:nvPr/>
        </p:nvPicPr>
        <p:blipFill>
          <a:blip r:embed="rId2"/>
          <a:stretch/>
        </p:blipFill>
        <p:spPr>
          <a:xfrm>
            <a:off x="343080" y="6415560"/>
            <a:ext cx="277920" cy="199080"/>
          </a:xfrm>
          <a:prstGeom prst="rect">
            <a:avLst/>
          </a:prstGeom>
          <a:noFill/>
          <a:ln w="0">
            <a:noFill/>
          </a:ln>
        </p:spPr>
      </p:pic>
      <p:sp>
        <p:nvSpPr>
          <p:cNvPr id="358"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359" name="Picture 32"/>
          <p:cNvPicPr/>
          <p:nvPr/>
        </p:nvPicPr>
        <p:blipFill>
          <a:blip r:embed="rId3"/>
          <a:stretch/>
        </p:blipFill>
        <p:spPr>
          <a:xfrm rot="10800000">
            <a:off x="11217240" y="-8280"/>
            <a:ext cx="974880" cy="224640"/>
          </a:xfrm>
          <a:prstGeom prst="rect">
            <a:avLst/>
          </a:prstGeom>
          <a:noFill/>
          <a:ln w="0">
            <a:noFill/>
          </a:ln>
        </p:spPr>
      </p:pic>
      <p:pic>
        <p:nvPicPr>
          <p:cNvPr id="360" name="Picture 19"/>
          <p:cNvPicPr/>
          <p:nvPr/>
        </p:nvPicPr>
        <p:blipFill>
          <a:blip r:embed="rId4"/>
          <a:srcRect l="0" t="0" r="0" b="68118"/>
          <a:stretch/>
        </p:blipFill>
        <p:spPr>
          <a:xfrm>
            <a:off x="643680" y="1652400"/>
            <a:ext cx="2529360" cy="682920"/>
          </a:xfrm>
          <a:prstGeom prst="rect">
            <a:avLst/>
          </a:prstGeom>
          <a:noFill/>
          <a:ln w="0">
            <a:noFill/>
          </a:ln>
        </p:spPr>
      </p:pic>
      <p:sp>
        <p:nvSpPr>
          <p:cNvPr id="361" name="Rectangle 20"/>
          <p:cNvSpPr/>
          <p:nvPr/>
        </p:nvSpPr>
        <p:spPr>
          <a:xfrm>
            <a:off x="8085960" y="5101560"/>
            <a:ext cx="1010520" cy="595080"/>
          </a:xfrm>
          <a:prstGeom prst="rect">
            <a:avLst/>
          </a:prstGeom>
          <a:gradFill rotWithShape="0">
            <a:gsLst>
              <a:gs pos="0">
                <a:srgbClr val="9063CD"/>
              </a:gs>
              <a:gs pos="100000">
                <a:srgbClr val="9063CD">
                  <a:alpha val="20000"/>
                </a:srgbClr>
              </a:gs>
            </a:gsLst>
            <a:lin ang="5400000"/>
          </a:gra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pic>
        <p:nvPicPr>
          <p:cNvPr id="362" name="Picture 21"/>
          <p:cNvPicPr/>
          <p:nvPr/>
        </p:nvPicPr>
        <p:blipFill>
          <a:blip r:embed="rId5"/>
          <a:stretch/>
        </p:blipFill>
        <p:spPr>
          <a:xfrm>
            <a:off x="8085960" y="4869000"/>
            <a:ext cx="1010520" cy="232920"/>
          </a:xfrm>
          <a:prstGeom prst="rect">
            <a:avLst/>
          </a:prstGeom>
          <a:noFill/>
          <a:ln w="0">
            <a:noFill/>
          </a:ln>
        </p:spPr>
      </p:pic>
      <p:sp>
        <p:nvSpPr>
          <p:cNvPr id="363" name="Rectangle 22"/>
          <p:cNvSpPr/>
          <p:nvPr/>
        </p:nvSpPr>
        <p:spPr>
          <a:xfrm>
            <a:off x="10494360" y="508680"/>
            <a:ext cx="171720" cy="2970360"/>
          </a:xfrm>
          <a:prstGeom prst="rect">
            <a:avLst/>
          </a:prstGeom>
          <a:solidFill>
            <a:srgbClr val="000000">
              <a:alpha val="50000"/>
            </a:srgbClr>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64" name="Rectangle 23"/>
          <p:cNvSpPr/>
          <p:nvPr/>
        </p:nvSpPr>
        <p:spPr>
          <a:xfrm>
            <a:off x="10075320" y="3800880"/>
            <a:ext cx="1010520" cy="3056760"/>
          </a:xfrm>
          <a:prstGeom prst="rect">
            <a:avLst/>
          </a:prstGeom>
          <a:solidFill>
            <a:srgbClr val="000000">
              <a:alpha val="20000"/>
            </a:srgbClr>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65" name="Rectangle 24"/>
          <p:cNvSpPr/>
          <p:nvPr/>
        </p:nvSpPr>
        <p:spPr>
          <a:xfrm>
            <a:off x="11673000" y="1136160"/>
            <a:ext cx="518760" cy="1497240"/>
          </a:xfrm>
          <a:prstGeom prst="rect">
            <a:avLst/>
          </a:prstGeom>
          <a:solidFill>
            <a:srgbClr val="000000">
              <a:alpha val="10000"/>
            </a:srgbClr>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66" name="Rectangle 17"/>
          <p:cNvSpPr/>
          <p:nvPr/>
        </p:nvSpPr>
        <p:spPr>
          <a:xfrm>
            <a:off x="0" y="1994040"/>
            <a:ext cx="8591040" cy="3301560"/>
          </a:xfrm>
          <a:prstGeom prst="rect">
            <a:avLst/>
          </a:prstGeom>
          <a:solidFill>
            <a:srgbClr val="FFFFFF"/>
          </a:solidFill>
          <a:ln w="12700">
            <a:noFill/>
          </a:ln>
        </p:spPr>
        <p:style>
          <a:lnRef idx="0"/>
          <a:fillRef idx="0"/>
          <a:effectRef idx="0"/>
          <a:fontRef idx="minor"/>
        </p:style>
        <p:txBody>
          <a:bodyPr lIns="90000" tIns="45000" rIns="90000" bIns="45000" anchor="ctr">
            <a:noAutofit/>
          </a:bodyPr>
          <a:p>
            <a:pPr/>
            <a:endParaRPr lang="en-US" sz="1400" b="0" u="none" strike="noStrike">
              <a:solidFill>
                <a:srgbClr val="FFFFFF"/>
              </a:solidFill>
              <a:effectLst/>
              <a:uFillTx/>
              <a:latin typeface="Arial"/>
            </a:endParaRPr>
          </a:p>
        </p:txBody>
      </p:sp>
      <p:sp>
        <p:nvSpPr>
          <p:cNvPr id="367" name="PlaceHolder 1"/>
          <p:cNvSpPr>
            <a:spLocks noGrp="1"/>
          </p:cNvSpPr>
          <p:nvPr>
            <p:ph type="title"/>
          </p:nvPr>
        </p:nvSpPr>
        <p:spPr>
          <a:xfrm>
            <a:off x="246240" y="1994040"/>
            <a:ext cx="8334720" cy="1389960"/>
          </a:xfrm>
          <a:prstGeom prst="rect">
            <a:avLst/>
          </a:prstGeom>
          <a:noFill/>
          <a:ln w="0">
            <a:noFill/>
          </a:ln>
        </p:spPr>
        <p:txBody>
          <a:bodyPr lIns="91440" tIns="45720" rIns="91440" bIns="45720" anchor="b">
            <a:noAutofit/>
          </a:bodyPr>
          <a:lstStyle>
            <a:lvl1pPr indent="0" algn="l" defTabSz="914400">
              <a:lnSpc>
                <a:spcPct val="90000"/>
              </a:lnSpc>
              <a:buNone/>
              <a:defRPr lang="en-US" sz="4400" b="1" u="none" strike="noStrike">
                <a:solidFill>
                  <a:schemeClr val="dk1"/>
                </a:solidFill>
                <a:effectLst/>
                <a:uFillTx/>
                <a:latin typeface="Arial"/>
              </a:defRPr>
            </a:lvl1pPr>
          </a:lstStyle>
          <a:p>
            <a:pPr indent="0" algn="l" defTabSz="914400">
              <a:lnSpc>
                <a:spcPct val="90000"/>
              </a:lnSpc>
              <a:buNone/>
            </a:pPr>
            <a:r>
              <a:rPr lang="en-US" sz="4400" b="1" u="none" strike="noStrike">
                <a:solidFill>
                  <a:schemeClr val="dk1"/>
                </a:solidFill>
                <a:effectLst/>
                <a:uFillTx/>
                <a:latin typeface="Arial"/>
              </a:rPr>
              <a:t>Click to edit Master title style</a:t>
            </a:r>
            <a:endParaRPr lang="fr-FR" sz="4400" b="1" u="none" strike="noStrike">
              <a:solidFill>
                <a:schemeClr val="dk1"/>
              </a:solidFill>
              <a:effectLst/>
              <a:uFillTx/>
              <a:latin typeface="Arial"/>
            </a:endParaRPr>
          </a:p>
        </p:txBody>
      </p:sp>
      <p:sp>
        <p:nvSpPr>
          <p:cNvPr id="368" name="PlaceHolder 2"/>
          <p:cNvSpPr>
            <a:spLocks noGrp="1"/>
          </p:cNvSpPr>
          <p:nvPr>
            <p:ph type="body"/>
          </p:nvPr>
        </p:nvSpPr>
        <p:spPr>
          <a:xfrm>
            <a:off x="246240" y="3525480"/>
            <a:ext cx="7584480" cy="807120"/>
          </a:xfrm>
          <a:prstGeom prst="rect">
            <a:avLst/>
          </a:prstGeom>
          <a:noFill/>
          <a:ln w="0">
            <a:noFill/>
          </a:ln>
        </p:spPr>
        <p:txBody>
          <a:bodyPr lIns="91440" tIns="45720" rIns="91440" bIns="45720" anchor="t">
            <a:noAutofit/>
          </a:bodyPr>
          <a:lstStyle>
            <a:lvl1pPr indent="0" algn="l" defTabSz="914400">
              <a:lnSpc>
                <a:spcPct val="90000"/>
              </a:lnSpc>
              <a:spcBef>
                <a:spcPts val="1400"/>
              </a:spcBef>
              <a:buNone/>
              <a:tabLst>
                <a:tab pos="0" algn="l"/>
              </a:tabLst>
              <a:defRPr lang="en-US" sz="20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
        <p:nvSpPr>
          <p:cNvPr id="36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Tree>
  </p:cSld>
  <p:clrMapOvr>
    <a:masterClrMapping/>
  </p:clrMapOvr>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bg>
      <p:bgPr>
        <a:solidFill>
          <a:srgbClr val="F0F0F0"/>
        </a:solidFill>
      </p:bgPr>
    </p:bg>
    <p:spTree>
      <p:nvGrpSpPr>
        <p:cNvPr id="1" name=""/>
        <p:cNvGrpSpPr/>
        <p:nvPr/>
      </p:nvGrpSpPr>
      <p:grpSpPr>
        <a:xfrm>
          <a:off x="0" y="0"/>
          <a:ext cx="0" cy="0"/>
          <a:chOff x="0" y="0"/>
          <a:chExt cx="0" cy="0"/>
        </a:xfrm>
      </p:grpSpPr>
      <p:sp>
        <p:nvSpPr>
          <p:cNvPr id="370"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1060C566-6329-4DEA-8DF0-8773864442B8}"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371" name="Picture 30"/>
          <p:cNvPicPr/>
          <p:nvPr/>
        </p:nvPicPr>
        <p:blipFill>
          <a:blip r:embed="rId2"/>
          <a:stretch/>
        </p:blipFill>
        <p:spPr>
          <a:xfrm>
            <a:off x="343080" y="6415560"/>
            <a:ext cx="277920" cy="199080"/>
          </a:xfrm>
          <a:prstGeom prst="rect">
            <a:avLst/>
          </a:prstGeom>
          <a:noFill/>
          <a:ln w="0">
            <a:noFill/>
          </a:ln>
        </p:spPr>
      </p:pic>
      <p:sp>
        <p:nvSpPr>
          <p:cNvPr id="372"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373" name="Picture 32"/>
          <p:cNvPicPr/>
          <p:nvPr/>
        </p:nvPicPr>
        <p:blipFill>
          <a:blip r:embed="rId3"/>
          <a:stretch/>
        </p:blipFill>
        <p:spPr>
          <a:xfrm rot="10800000">
            <a:off x="11217240" y="-8280"/>
            <a:ext cx="974880" cy="224640"/>
          </a:xfrm>
          <a:prstGeom prst="rect">
            <a:avLst/>
          </a:prstGeom>
          <a:noFill/>
          <a:ln w="0">
            <a:noFill/>
          </a:ln>
        </p:spPr>
      </p:pic>
      <p:sp>
        <p:nvSpPr>
          <p:cNvPr id="374"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375" name="PlaceHolder 2"/>
          <p:cNvSpPr>
            <a:spLocks noGrp="1"/>
          </p:cNvSpPr>
          <p:nvPr>
            <p:ph type="body"/>
          </p:nvPr>
        </p:nvSpPr>
        <p:spPr>
          <a:xfrm>
            <a:off x="353160" y="1499760"/>
            <a:ext cx="5480640" cy="4628880"/>
          </a:xfrm>
          <a:prstGeom prst="rect">
            <a:avLst/>
          </a:prstGeom>
          <a:noFill/>
          <a:ln w="0">
            <a:noFill/>
          </a:ln>
        </p:spPr>
        <p:txBody>
          <a:bodyPr lIns="0" tIns="45720" rIns="91440" bIns="4572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376" name="PlaceHolder 3"/>
          <p:cNvSpPr>
            <a:spLocks noGrp="1"/>
          </p:cNvSpPr>
          <p:nvPr>
            <p:ph type="body"/>
          </p:nvPr>
        </p:nvSpPr>
        <p:spPr>
          <a:xfrm>
            <a:off x="6172200" y="1499760"/>
            <a:ext cx="5490360" cy="4628880"/>
          </a:xfrm>
          <a:prstGeom prst="rect">
            <a:avLst/>
          </a:prstGeom>
          <a:noFill/>
          <a:ln w="0">
            <a:noFill/>
          </a:ln>
        </p:spPr>
        <p:txBody>
          <a:bodyPr lIns="0" tIns="45720" rIns="91440" bIns="4572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377" name="PlaceHolder 4"/>
          <p:cNvSpPr>
            <a:spLocks noGrp="1"/>
          </p:cNvSpPr>
          <p:nvPr>
            <p:ph type="dt" idx="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378" name="PlaceHolder 5"/>
          <p:cNvSpPr>
            <a:spLocks noGrp="1"/>
          </p:cNvSpPr>
          <p:nvPr>
            <p:ph type="body"/>
          </p:nvPr>
        </p:nvSpPr>
        <p:spPr>
          <a:xfrm>
            <a:off x="342720" y="961920"/>
            <a:ext cx="11324880" cy="399600"/>
          </a:xfrm>
          <a:prstGeom prst="rect">
            <a:avLst/>
          </a:prstGeom>
          <a:noFill/>
          <a:ln w="0">
            <a:noFill/>
          </a:ln>
        </p:spPr>
        <p:txBody>
          <a:bodyPr lIns="0" tIns="45720" rIns="91440" bIns="4572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Tree>
  </p:cSld>
  <p:clrMapOvr>
    <a:masterClrMapping/>
  </p:clrMapOvr>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0">
    <p:bg>
      <p:bgPr>
        <a:solidFill>
          <a:srgbClr val="F0F0F0"/>
        </a:solidFill>
      </p:bgPr>
    </p:bg>
    <p:spTree>
      <p:nvGrpSpPr>
        <p:cNvPr id="1" name=""/>
        <p:cNvGrpSpPr/>
        <p:nvPr/>
      </p:nvGrpSpPr>
      <p:grpSpPr>
        <a:xfrm>
          <a:off x="0" y="0"/>
          <a:ext cx="0" cy="0"/>
          <a:chOff x="0" y="0"/>
          <a:chExt cx="0" cy="0"/>
        </a:xfrm>
      </p:grpSpPr>
      <p:sp>
        <p:nvSpPr>
          <p:cNvPr id="379"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924E694E-06C0-46DF-A62D-87632A9741AF}"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380" name="Picture 30"/>
          <p:cNvPicPr/>
          <p:nvPr/>
        </p:nvPicPr>
        <p:blipFill>
          <a:blip r:embed="rId2"/>
          <a:stretch/>
        </p:blipFill>
        <p:spPr>
          <a:xfrm>
            <a:off x="343080" y="6415560"/>
            <a:ext cx="277920" cy="199080"/>
          </a:xfrm>
          <a:prstGeom prst="rect">
            <a:avLst/>
          </a:prstGeom>
          <a:noFill/>
          <a:ln w="0">
            <a:noFill/>
          </a:ln>
        </p:spPr>
      </p:pic>
      <p:sp>
        <p:nvSpPr>
          <p:cNvPr id="381"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382" name="Picture 32"/>
          <p:cNvPicPr/>
          <p:nvPr/>
        </p:nvPicPr>
        <p:blipFill>
          <a:blip r:embed="rId3"/>
          <a:stretch/>
        </p:blipFill>
        <p:spPr>
          <a:xfrm rot="10800000">
            <a:off x="11217240" y="-8280"/>
            <a:ext cx="974880" cy="224640"/>
          </a:xfrm>
          <a:prstGeom prst="rect">
            <a:avLst/>
          </a:prstGeom>
          <a:noFill/>
          <a:ln w="0">
            <a:noFill/>
          </a:ln>
        </p:spPr>
      </p:pic>
      <p:sp>
        <p:nvSpPr>
          <p:cNvPr id="383"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384" name="PlaceHolder 2"/>
          <p:cNvSpPr>
            <a:spLocks noGrp="1"/>
          </p:cNvSpPr>
          <p:nvPr>
            <p:ph type="body"/>
          </p:nvPr>
        </p:nvSpPr>
        <p:spPr>
          <a:xfrm>
            <a:off x="353160" y="2028240"/>
            <a:ext cx="5454720" cy="4143600"/>
          </a:xfrm>
          <a:prstGeom prst="rect">
            <a:avLst/>
          </a:prstGeom>
          <a:noFill/>
          <a:ln w="0">
            <a:noFill/>
          </a:ln>
        </p:spPr>
        <p:txBody>
          <a:bodyPr lIns="0" tIns="45720" rIns="91440" bIns="4572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385" name="PlaceHolder 3"/>
          <p:cNvSpPr>
            <a:spLocks noGrp="1"/>
          </p:cNvSpPr>
          <p:nvPr>
            <p:ph type="body"/>
          </p:nvPr>
        </p:nvSpPr>
        <p:spPr>
          <a:xfrm>
            <a:off x="6172200" y="2028240"/>
            <a:ext cx="5464440" cy="4143600"/>
          </a:xfrm>
          <a:prstGeom prst="rect">
            <a:avLst/>
          </a:prstGeom>
          <a:noFill/>
          <a:ln w="0">
            <a:noFill/>
          </a:ln>
        </p:spPr>
        <p:txBody>
          <a:bodyPr lIns="0" tIns="45720" rIns="91440" bIns="4572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386" name="PlaceHolder 4"/>
          <p:cNvSpPr>
            <a:spLocks noGrp="1"/>
          </p:cNvSpPr>
          <p:nvPr>
            <p:ph type="dt" idx="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387" name="PlaceHolder 5"/>
          <p:cNvSpPr>
            <a:spLocks noGrp="1"/>
          </p:cNvSpPr>
          <p:nvPr>
            <p:ph type="body"/>
          </p:nvPr>
        </p:nvSpPr>
        <p:spPr>
          <a:xfrm>
            <a:off x="353160" y="1422000"/>
            <a:ext cx="5464440" cy="491760"/>
          </a:xfrm>
          <a:prstGeom prst="rect">
            <a:avLst/>
          </a:prstGeom>
          <a:noFill/>
          <a:ln w="0">
            <a:noFill/>
          </a:ln>
        </p:spPr>
        <p:txBody>
          <a:bodyPr lIns="0" tIns="45720" rIns="91440" bIns="45720" anchor="b">
            <a:noAutofit/>
          </a:bodyPr>
          <a:lstStyle>
            <a:lvl1pPr indent="0" algn="l" defTabSz="914400">
              <a:lnSpc>
                <a:spcPct val="90000"/>
              </a:lnSpc>
              <a:spcBef>
                <a:spcPts val="1400"/>
              </a:spcBef>
              <a:buNone/>
              <a:tabLst>
                <a:tab pos="0" algn="l"/>
              </a:tabLst>
              <a:defRPr lang="en-US" sz="24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400" b="1" u="none" strike="noStrike">
                <a:solidFill>
                  <a:schemeClr val="dk1"/>
                </a:solidFill>
                <a:effectLst/>
                <a:uFillTx/>
                <a:latin typeface="Arial"/>
              </a:rPr>
              <a:t>Click to edit Master text styles</a:t>
            </a:r>
            <a:endParaRPr lang="fr-FR" sz="2400" b="0" u="none" strike="noStrike">
              <a:solidFill>
                <a:srgbClr val="7F7F7F"/>
              </a:solidFill>
              <a:effectLst/>
              <a:uFillTx/>
              <a:latin typeface="Arial"/>
            </a:endParaRPr>
          </a:p>
        </p:txBody>
      </p:sp>
      <p:sp>
        <p:nvSpPr>
          <p:cNvPr id="388" name="PlaceHolder 6"/>
          <p:cNvSpPr>
            <a:spLocks noGrp="1"/>
          </p:cNvSpPr>
          <p:nvPr>
            <p:ph type="body"/>
          </p:nvPr>
        </p:nvSpPr>
        <p:spPr>
          <a:xfrm>
            <a:off x="6172200" y="1422000"/>
            <a:ext cx="5464440" cy="491760"/>
          </a:xfrm>
          <a:prstGeom prst="rect">
            <a:avLst/>
          </a:prstGeom>
          <a:noFill/>
          <a:ln w="0">
            <a:noFill/>
          </a:ln>
        </p:spPr>
        <p:txBody>
          <a:bodyPr lIns="0" tIns="45720" rIns="91440" bIns="45720" anchor="b">
            <a:noAutofit/>
          </a:bodyPr>
          <a:lstStyle>
            <a:lvl1pPr indent="0" algn="l" defTabSz="914400">
              <a:lnSpc>
                <a:spcPct val="90000"/>
              </a:lnSpc>
              <a:spcBef>
                <a:spcPts val="1400"/>
              </a:spcBef>
              <a:buNone/>
              <a:tabLst>
                <a:tab pos="0" algn="l"/>
              </a:tabLst>
              <a:defRPr lang="en-US" sz="24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400" b="1" u="none" strike="noStrike">
                <a:solidFill>
                  <a:schemeClr val="dk1"/>
                </a:solidFill>
                <a:effectLst/>
                <a:uFillTx/>
                <a:latin typeface="Arial"/>
              </a:rPr>
              <a:t>Click to edit Master text styles</a:t>
            </a:r>
            <a:endParaRPr lang="fr-FR" sz="2400" b="0" u="none" strike="noStrike">
              <a:solidFill>
                <a:srgbClr val="7F7F7F"/>
              </a:solidFill>
              <a:effectLst/>
              <a:uFillTx/>
              <a:latin typeface="Arial"/>
            </a:endParaRPr>
          </a:p>
        </p:txBody>
      </p:sp>
      <p:sp>
        <p:nvSpPr>
          <p:cNvPr id="389" name="PlaceHolder 7"/>
          <p:cNvSpPr>
            <a:spLocks noGrp="1"/>
          </p:cNvSpPr>
          <p:nvPr>
            <p:ph type="body"/>
          </p:nvPr>
        </p:nvSpPr>
        <p:spPr>
          <a:xfrm>
            <a:off x="342720" y="961920"/>
            <a:ext cx="11324880" cy="399600"/>
          </a:xfrm>
          <a:prstGeom prst="rect">
            <a:avLst/>
          </a:prstGeom>
          <a:noFill/>
          <a:ln w="0">
            <a:noFill/>
          </a:ln>
        </p:spPr>
        <p:txBody>
          <a:bodyPr lIns="0" tIns="45720" rIns="91440" bIns="4572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Tree>
  </p:cSld>
  <p:clrMapOvr>
    <a:masterClrMapping/>
  </p:clrMapOvr>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1">
    <p:bg>
      <p:bgPr>
        <a:solidFill>
          <a:srgbClr val="F0F0F0"/>
        </a:solidFill>
      </p:bgPr>
    </p:bg>
    <p:spTree>
      <p:nvGrpSpPr>
        <p:cNvPr id="1" name=""/>
        <p:cNvGrpSpPr/>
        <p:nvPr/>
      </p:nvGrpSpPr>
      <p:grpSpPr>
        <a:xfrm>
          <a:off x="0" y="0"/>
          <a:ext cx="0" cy="0"/>
          <a:chOff x="0" y="0"/>
          <a:chExt cx="0" cy="0"/>
        </a:xfrm>
      </p:grpSpPr>
      <p:sp>
        <p:nvSpPr>
          <p:cNvPr id="390"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00A1B7CD-A7C6-417F-9E94-99A956983D59}"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391" name="Picture 30"/>
          <p:cNvPicPr/>
          <p:nvPr/>
        </p:nvPicPr>
        <p:blipFill>
          <a:blip r:embed="rId2"/>
          <a:stretch/>
        </p:blipFill>
        <p:spPr>
          <a:xfrm>
            <a:off x="343080" y="6415560"/>
            <a:ext cx="277920" cy="199080"/>
          </a:xfrm>
          <a:prstGeom prst="rect">
            <a:avLst/>
          </a:prstGeom>
          <a:noFill/>
          <a:ln w="0">
            <a:noFill/>
          </a:ln>
        </p:spPr>
      </p:pic>
      <p:sp>
        <p:nvSpPr>
          <p:cNvPr id="392"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393" name="Picture 32"/>
          <p:cNvPicPr/>
          <p:nvPr/>
        </p:nvPicPr>
        <p:blipFill>
          <a:blip r:embed="rId3"/>
          <a:stretch/>
        </p:blipFill>
        <p:spPr>
          <a:xfrm rot="10800000">
            <a:off x="11217240" y="-8280"/>
            <a:ext cx="974880" cy="224640"/>
          </a:xfrm>
          <a:prstGeom prst="rect">
            <a:avLst/>
          </a:prstGeom>
          <a:noFill/>
          <a:ln w="0">
            <a:noFill/>
          </a:ln>
        </p:spPr>
      </p:pic>
      <p:sp>
        <p:nvSpPr>
          <p:cNvPr id="394"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395" name="PlaceHolder 2"/>
          <p:cNvSpPr>
            <a:spLocks noGrp="1"/>
          </p:cNvSpPr>
          <p:nvPr>
            <p:ph type="body"/>
          </p:nvPr>
        </p:nvSpPr>
        <p:spPr>
          <a:xfrm>
            <a:off x="353160" y="2002320"/>
            <a:ext cx="3723480" cy="4169520"/>
          </a:xfrm>
          <a:prstGeom prst="rect">
            <a:avLst/>
          </a:prstGeom>
          <a:noFill/>
          <a:ln w="0">
            <a:noFill/>
          </a:ln>
        </p:spPr>
        <p:txBody>
          <a:bodyPr lIns="0" tIns="45720" rIns="0" bIns="4572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396" name="PlaceHolder 3"/>
          <p:cNvSpPr>
            <a:spLocks noGrp="1"/>
          </p:cNvSpPr>
          <p:nvPr>
            <p:ph type="body"/>
          </p:nvPr>
        </p:nvSpPr>
        <p:spPr>
          <a:xfrm>
            <a:off x="4229280" y="2002320"/>
            <a:ext cx="3733560" cy="4169520"/>
          </a:xfrm>
          <a:prstGeom prst="rect">
            <a:avLst/>
          </a:prstGeom>
          <a:noFill/>
          <a:ln w="0">
            <a:noFill/>
          </a:ln>
        </p:spPr>
        <p:txBody>
          <a:bodyPr lIns="0" tIns="45720" rIns="0" bIns="4572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397" name="PlaceHolder 4"/>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398" name="PlaceHolder 5"/>
          <p:cNvSpPr>
            <a:spLocks noGrp="1"/>
          </p:cNvSpPr>
          <p:nvPr>
            <p:ph type="body"/>
          </p:nvPr>
        </p:nvSpPr>
        <p:spPr>
          <a:xfrm>
            <a:off x="352800" y="1366560"/>
            <a:ext cx="3723480" cy="491760"/>
          </a:xfrm>
          <a:prstGeom prst="rect">
            <a:avLst/>
          </a:prstGeom>
          <a:noFill/>
          <a:ln w="0">
            <a:noFill/>
          </a:ln>
        </p:spPr>
        <p:txBody>
          <a:bodyPr lIns="0" tIns="45720" rIns="0" bIns="4572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a:t>
            </a:r>
            <a:endParaRPr lang="fr-FR" sz="2000" b="1" u="none" strike="noStrike">
              <a:solidFill>
                <a:schemeClr val="dk1"/>
              </a:solidFill>
              <a:effectLst/>
              <a:uFillTx/>
              <a:latin typeface="Arial"/>
            </a:endParaRPr>
          </a:p>
        </p:txBody>
      </p:sp>
      <p:sp>
        <p:nvSpPr>
          <p:cNvPr id="399" name="PlaceHolder 6"/>
          <p:cNvSpPr>
            <a:spLocks noGrp="1"/>
          </p:cNvSpPr>
          <p:nvPr>
            <p:ph type="body"/>
          </p:nvPr>
        </p:nvSpPr>
        <p:spPr>
          <a:xfrm>
            <a:off x="4229280" y="1366560"/>
            <a:ext cx="3733560" cy="491760"/>
          </a:xfrm>
          <a:prstGeom prst="rect">
            <a:avLst/>
          </a:prstGeom>
          <a:noFill/>
          <a:ln w="0">
            <a:noFill/>
          </a:ln>
        </p:spPr>
        <p:txBody>
          <a:bodyPr lIns="0" tIns="45720" rIns="0" bIns="4572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a:t>
            </a:r>
            <a:endParaRPr lang="fr-FR" sz="2000" b="1" u="none" strike="noStrike">
              <a:solidFill>
                <a:schemeClr val="dk1"/>
              </a:solidFill>
              <a:effectLst/>
              <a:uFillTx/>
              <a:latin typeface="Arial"/>
            </a:endParaRPr>
          </a:p>
        </p:txBody>
      </p:sp>
      <p:sp>
        <p:nvSpPr>
          <p:cNvPr id="400" name="PlaceHolder 7"/>
          <p:cNvSpPr>
            <a:spLocks noGrp="1"/>
          </p:cNvSpPr>
          <p:nvPr>
            <p:ph type="body"/>
          </p:nvPr>
        </p:nvSpPr>
        <p:spPr>
          <a:xfrm>
            <a:off x="342720" y="961920"/>
            <a:ext cx="11324880" cy="399600"/>
          </a:xfrm>
          <a:prstGeom prst="rect">
            <a:avLst/>
          </a:prstGeom>
          <a:noFill/>
          <a:ln w="0">
            <a:noFill/>
          </a:ln>
        </p:spPr>
        <p:txBody>
          <a:bodyPr lIns="0" tIns="45720" rIns="91440" bIns="4572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1" u="none" strike="noStrike">
              <a:solidFill>
                <a:schemeClr val="dk1"/>
              </a:solidFill>
              <a:effectLst/>
              <a:uFillTx/>
              <a:latin typeface="Arial"/>
            </a:endParaRPr>
          </a:p>
        </p:txBody>
      </p:sp>
      <p:sp>
        <p:nvSpPr>
          <p:cNvPr id="401" name="PlaceHolder 8"/>
          <p:cNvSpPr>
            <a:spLocks noGrp="1"/>
          </p:cNvSpPr>
          <p:nvPr>
            <p:ph type="body"/>
          </p:nvPr>
        </p:nvSpPr>
        <p:spPr>
          <a:xfrm>
            <a:off x="8115480" y="2002320"/>
            <a:ext cx="3733560" cy="4169520"/>
          </a:xfrm>
          <a:prstGeom prst="rect">
            <a:avLst/>
          </a:prstGeom>
          <a:noFill/>
          <a:ln w="0">
            <a:noFill/>
          </a:ln>
        </p:spPr>
        <p:txBody>
          <a:bodyPr lIns="0" tIns="45720" rIns="0" bIns="45720" anchor="t">
            <a:noAutofit/>
          </a:bodyPr>
          <a:lstStyle>
            <a:lvl1pPr algn="l" defTabSz="914400">
              <a:lnSpc>
                <a:spcPct val="90000"/>
              </a:lnSpc>
              <a:spcBef>
                <a:spcPts val="1400"/>
              </a:spcBef>
              <a:buClr>
                <a:srgbClr val="000000"/>
              </a:buClr>
              <a:buFont typeface="Arial"/>
              <a:buChar char="•"/>
              <a:tabLst>
                <a:tab pos="0" algn="l"/>
              </a:tabLst>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tabLst>
                <a:tab pos="0" algn="l"/>
              </a:tabLst>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tabLst>
                <a:tab pos="0" algn="l"/>
              </a:tabLst>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tabLst>
                <a:tab pos="0" algn="l"/>
              </a:tabLst>
            </a:pPr>
            <a:r>
              <a:rPr lang="en-US" sz="2000" b="0"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tabLst>
                <a:tab pos="0" algn="l"/>
              </a:tabLst>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tabLst>
                <a:tab pos="0" algn="l"/>
              </a:tabLst>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402" name="PlaceHolder 9"/>
          <p:cNvSpPr>
            <a:spLocks noGrp="1"/>
          </p:cNvSpPr>
          <p:nvPr>
            <p:ph type="body"/>
          </p:nvPr>
        </p:nvSpPr>
        <p:spPr>
          <a:xfrm>
            <a:off x="8115480" y="1366560"/>
            <a:ext cx="3733560" cy="491760"/>
          </a:xfrm>
          <a:prstGeom prst="rect">
            <a:avLst/>
          </a:prstGeom>
          <a:noFill/>
          <a:ln w="0">
            <a:noFill/>
          </a:ln>
        </p:spPr>
        <p:txBody>
          <a:bodyPr lIns="0" tIns="45720" rIns="0" bIns="4572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a:t>
            </a:r>
            <a:endParaRPr lang="fr-FR" sz="2000" b="1" u="none" strike="noStrike">
              <a:solidFill>
                <a:schemeClr val="dk1"/>
              </a:solidFill>
              <a:effectLst/>
              <a:uFillTx/>
              <a:latin typeface="Arial"/>
            </a:endParaRPr>
          </a:p>
        </p:txBody>
      </p:sp>
    </p:spTree>
  </p:cSld>
  <p:clrMapOvr>
    <a:masterClrMapping/>
  </p:clrMapOvr>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2">
    <p:bg>
      <p:bgPr>
        <a:solidFill>
          <a:srgbClr val="F0F0F0"/>
        </a:solidFill>
      </p:bgPr>
    </p:bg>
    <p:spTree>
      <p:nvGrpSpPr>
        <p:cNvPr id="1" name=""/>
        <p:cNvGrpSpPr/>
        <p:nvPr/>
      </p:nvGrpSpPr>
      <p:grpSpPr>
        <a:xfrm>
          <a:off x="0" y="0"/>
          <a:ext cx="0" cy="0"/>
          <a:chOff x="0" y="0"/>
          <a:chExt cx="0" cy="0"/>
        </a:xfrm>
      </p:grpSpPr>
      <p:sp>
        <p:nvSpPr>
          <p:cNvPr id="403"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1E923FC1-684E-44D2-8305-E1BC215C1F57}"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404" name="Picture 30"/>
          <p:cNvPicPr/>
          <p:nvPr/>
        </p:nvPicPr>
        <p:blipFill>
          <a:blip r:embed="rId2"/>
          <a:stretch/>
        </p:blipFill>
        <p:spPr>
          <a:xfrm>
            <a:off x="343080" y="6415560"/>
            <a:ext cx="277920" cy="199080"/>
          </a:xfrm>
          <a:prstGeom prst="rect">
            <a:avLst/>
          </a:prstGeom>
          <a:noFill/>
          <a:ln w="0">
            <a:noFill/>
          </a:ln>
        </p:spPr>
      </p:pic>
      <p:sp>
        <p:nvSpPr>
          <p:cNvPr id="405"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406" name="Picture 32"/>
          <p:cNvPicPr/>
          <p:nvPr/>
        </p:nvPicPr>
        <p:blipFill>
          <a:blip r:embed="rId3"/>
          <a:stretch/>
        </p:blipFill>
        <p:spPr>
          <a:xfrm rot="10800000">
            <a:off x="11217240" y="-8280"/>
            <a:ext cx="974880" cy="224640"/>
          </a:xfrm>
          <a:prstGeom prst="rect">
            <a:avLst/>
          </a:prstGeom>
          <a:noFill/>
          <a:ln w="0">
            <a:noFill/>
          </a:ln>
        </p:spPr>
      </p:pic>
      <p:sp>
        <p:nvSpPr>
          <p:cNvPr id="407"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408" name="PlaceHolder 2"/>
          <p:cNvSpPr>
            <a:spLocks noGrp="1"/>
          </p:cNvSpPr>
          <p:nvPr>
            <p:ph type="body"/>
          </p:nvPr>
        </p:nvSpPr>
        <p:spPr>
          <a:xfrm>
            <a:off x="353160" y="1509480"/>
            <a:ext cx="3723480" cy="4662360"/>
          </a:xfrm>
          <a:prstGeom prst="rect">
            <a:avLst/>
          </a:prstGeom>
          <a:noFill/>
          <a:ln w="0">
            <a:noFill/>
          </a:ln>
        </p:spPr>
        <p:txBody>
          <a:bodyPr lIns="0" tIns="45720" rIns="91440" bIns="4572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409" name="PlaceHolder 3"/>
          <p:cNvSpPr>
            <a:spLocks noGrp="1"/>
          </p:cNvSpPr>
          <p:nvPr>
            <p:ph type="body"/>
          </p:nvPr>
        </p:nvSpPr>
        <p:spPr>
          <a:xfrm>
            <a:off x="4229280" y="1509480"/>
            <a:ext cx="3733560" cy="4662360"/>
          </a:xfrm>
          <a:prstGeom prst="rect">
            <a:avLst/>
          </a:prstGeom>
          <a:noFill/>
          <a:ln w="0">
            <a:noFill/>
          </a:ln>
        </p:spPr>
        <p:txBody>
          <a:bodyPr lIns="0" tIns="45720" rIns="91440" bIns="4572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410" name="PlaceHolder 4"/>
          <p:cNvSpPr>
            <a:spLocks noGrp="1"/>
          </p:cNvSpPr>
          <p:nvPr>
            <p:ph type="dt" idx="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411" name="PlaceHolder 5"/>
          <p:cNvSpPr>
            <a:spLocks noGrp="1"/>
          </p:cNvSpPr>
          <p:nvPr>
            <p:ph type="body"/>
          </p:nvPr>
        </p:nvSpPr>
        <p:spPr>
          <a:xfrm>
            <a:off x="342720" y="961920"/>
            <a:ext cx="11324880" cy="399600"/>
          </a:xfrm>
          <a:prstGeom prst="rect">
            <a:avLst/>
          </a:prstGeom>
          <a:noFill/>
          <a:ln w="0">
            <a:noFill/>
          </a:ln>
        </p:spPr>
        <p:txBody>
          <a:bodyPr lIns="0" tIns="45720" rIns="91440" bIns="4572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chemeClr val="dk1"/>
              </a:solidFill>
              <a:effectLst/>
              <a:uFillTx/>
              <a:latin typeface="Arial"/>
            </a:endParaRPr>
          </a:p>
        </p:txBody>
      </p:sp>
      <p:sp>
        <p:nvSpPr>
          <p:cNvPr id="412" name="PlaceHolder 6"/>
          <p:cNvSpPr>
            <a:spLocks noGrp="1"/>
          </p:cNvSpPr>
          <p:nvPr>
            <p:ph type="body"/>
          </p:nvPr>
        </p:nvSpPr>
        <p:spPr>
          <a:xfrm>
            <a:off x="8115480" y="1509480"/>
            <a:ext cx="3733560" cy="4662360"/>
          </a:xfrm>
          <a:prstGeom prst="rect">
            <a:avLst/>
          </a:prstGeom>
          <a:noFill/>
          <a:ln w="0">
            <a:noFill/>
          </a:ln>
        </p:spPr>
        <p:txBody>
          <a:bodyPr lIns="0" tIns="45720" rIns="91440" bIns="45720" anchor="t">
            <a:noAutofit/>
          </a:bodyPr>
          <a:lstStyle>
            <a:lvl1pPr algn="l" defTabSz="914400">
              <a:lnSpc>
                <a:spcPct val="90000"/>
              </a:lnSpc>
              <a:spcBef>
                <a:spcPts val="1400"/>
              </a:spcBef>
              <a:buClr>
                <a:srgbClr val="000000"/>
              </a:buClr>
              <a:buFont typeface="Arial"/>
              <a:buChar char="•"/>
              <a:tabLst>
                <a:tab pos="0" algn="l"/>
              </a:tabLst>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tabLst>
                <a:tab pos="0" algn="l"/>
              </a:tabLst>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tabLst>
                <a:tab pos="0" algn="l"/>
              </a:tabLst>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tabLst>
                <a:tab pos="0" algn="l"/>
              </a:tabLst>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tabLst>
                <a:tab pos="0" algn="l"/>
              </a:tabLst>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tabLst>
                <a:tab pos="0" algn="l"/>
              </a:tabLst>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Tree>
  </p:cSld>
  <p:clrMapOvr>
    <a:masterClrMapping/>
  </p:clrMapOvr>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3">
    <p:bg>
      <p:bgPr>
        <a:solidFill>
          <a:srgbClr val="F0F0F0"/>
        </a:solidFill>
      </p:bgPr>
    </p:bg>
    <p:spTree>
      <p:nvGrpSpPr>
        <p:cNvPr id="1" name=""/>
        <p:cNvGrpSpPr/>
        <p:nvPr/>
      </p:nvGrpSpPr>
      <p:grpSpPr>
        <a:xfrm>
          <a:off x="0" y="0"/>
          <a:ext cx="0" cy="0"/>
          <a:chOff x="0" y="0"/>
          <a:chExt cx="0" cy="0"/>
        </a:xfrm>
      </p:grpSpPr>
      <p:sp>
        <p:nvSpPr>
          <p:cNvPr id="413"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CAAA7FF3-374E-4393-88E9-67133B141C88}"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414" name="Picture 30"/>
          <p:cNvPicPr/>
          <p:nvPr/>
        </p:nvPicPr>
        <p:blipFill>
          <a:blip r:embed="rId2"/>
          <a:stretch/>
        </p:blipFill>
        <p:spPr>
          <a:xfrm>
            <a:off x="343080" y="6415560"/>
            <a:ext cx="277920" cy="199080"/>
          </a:xfrm>
          <a:prstGeom prst="rect">
            <a:avLst/>
          </a:prstGeom>
          <a:noFill/>
          <a:ln w="0">
            <a:noFill/>
          </a:ln>
        </p:spPr>
      </p:pic>
      <p:sp>
        <p:nvSpPr>
          <p:cNvPr id="415"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416" name="Picture 32"/>
          <p:cNvPicPr/>
          <p:nvPr/>
        </p:nvPicPr>
        <p:blipFill>
          <a:blip r:embed="rId3"/>
          <a:stretch/>
        </p:blipFill>
        <p:spPr>
          <a:xfrm rot="10800000">
            <a:off x="11217240" y="-8280"/>
            <a:ext cx="974880" cy="224640"/>
          </a:xfrm>
          <a:prstGeom prst="rect">
            <a:avLst/>
          </a:prstGeom>
          <a:noFill/>
          <a:ln w="0">
            <a:noFill/>
          </a:ln>
        </p:spPr>
      </p:pic>
      <p:sp>
        <p:nvSpPr>
          <p:cNvPr id="417"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418" name="PlaceHolder 2"/>
          <p:cNvSpPr>
            <a:spLocks noGrp="1"/>
          </p:cNvSpPr>
          <p:nvPr>
            <p:ph type="dt" idx="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419" name="PlaceHolder 3"/>
          <p:cNvSpPr>
            <a:spLocks noGrp="1"/>
          </p:cNvSpPr>
          <p:nvPr>
            <p:ph type="body"/>
          </p:nvPr>
        </p:nvSpPr>
        <p:spPr>
          <a:xfrm>
            <a:off x="342720" y="961920"/>
            <a:ext cx="11324880" cy="399600"/>
          </a:xfrm>
          <a:prstGeom prst="rect">
            <a:avLst/>
          </a:prstGeom>
          <a:noFill/>
          <a:ln w="0">
            <a:noFill/>
          </a:ln>
        </p:spPr>
        <p:txBody>
          <a:bodyPr lIns="0" tIns="45720" rIns="91440" bIns="4572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chemeClr val="dk1"/>
              </a:solidFill>
              <a:effectLst/>
              <a:uFillTx/>
              <a:latin typeface="Arial"/>
            </a:endParaRPr>
          </a:p>
        </p:txBody>
      </p:sp>
      <p:sp>
        <p:nvSpPr>
          <p:cNvPr id="420" name="PlaceHolder 4"/>
          <p:cNvSpPr>
            <a:spLocks noGrp="1"/>
          </p:cNvSpPr>
          <p:nvPr>
            <p:ph type="body"/>
          </p:nvPr>
        </p:nvSpPr>
        <p:spPr>
          <a:xfrm>
            <a:off x="343080" y="1562040"/>
            <a:ext cx="7619760" cy="4609800"/>
          </a:xfrm>
          <a:prstGeom prst="rect">
            <a:avLst/>
          </a:prstGeom>
          <a:noFill/>
          <a:ln w="0">
            <a:noFill/>
          </a:ln>
        </p:spPr>
        <p:txBody>
          <a:bodyPr lIns="90000" tIns="45000" rIns="90000" bIns="45000" anchor="t">
            <a:noAutofit/>
          </a:bodyPr>
          <a:lstStyle>
            <a:lvl1pPr indent="0" algn="l" defTabSz="914400">
              <a:lnSpc>
                <a:spcPct val="90000"/>
              </a:lnSpc>
              <a:spcBef>
                <a:spcPts val="1400"/>
              </a:spcBef>
              <a:tabLst>
                <a:tab pos="0" algn="l"/>
              </a:tabLst>
              <a:defRPr lang="fr-FR" sz="1800" b="0" u="none" strike="noStrike">
                <a:solidFill>
                  <a:schemeClr val="dk1"/>
                </a:solidFill>
                <a:effectLst/>
                <a:uFillTx/>
                <a:latin typeface="Arial"/>
              </a:defRPr>
            </a:lvl1pPr>
            <a:lvl2pPr lvl="1" algn="l" defTabSz="914400">
              <a:lnSpc>
                <a:spcPct val="90000"/>
              </a:lnSpc>
              <a:spcBef>
                <a:spcPts val="901"/>
              </a:spcBef>
              <a:buClr>
                <a:srgbClr val="000000"/>
              </a:buClr>
              <a:buSzPct val="75000"/>
              <a:buFont typeface="Symbol" charset="2"/>
              <a:buChar char=""/>
              <a:defRPr lang="fr-FR" sz="1800" b="0" u="none" strike="noStrike">
                <a:solidFill>
                  <a:schemeClr val="dk1"/>
                </a:solidFill>
                <a:effectLst/>
                <a:uFillTx/>
                <a:latin typeface="Arial"/>
              </a:defRPr>
            </a:lvl2pPr>
            <a:lvl3pPr lvl="2" algn="l" defTabSz="914400">
              <a:lnSpc>
                <a:spcPct val="90000"/>
              </a:lnSpc>
              <a:spcBef>
                <a:spcPts val="601"/>
              </a:spcBef>
              <a:buClr>
                <a:srgbClr val="000000"/>
              </a:buClr>
              <a:buSzPct val="45000"/>
              <a:buFont typeface="Wingdings" charset="2"/>
              <a:buChar char=""/>
              <a:defRPr lang="fr-FR"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7pPr>
          </a:lstStyle>
          <a:p>
            <a:pPr indent="0" algn="l" defTabSz="914400">
              <a:lnSpc>
                <a:spcPct val="90000"/>
              </a:lnSpc>
              <a:spcBef>
                <a:spcPts val="1400"/>
              </a:spcBef>
              <a:tabLst>
                <a:tab pos="0" algn="l"/>
              </a:tabLst>
            </a:pPr>
            <a:r>
              <a:rPr lang="fr-FR" sz="1800" b="0" u="none" strike="noStrike">
                <a:solidFill>
                  <a:schemeClr val="dk1"/>
                </a:solidFill>
                <a:effectLst/>
                <a:uFillTx/>
                <a:latin typeface="Arial"/>
              </a:rPr>
              <a:t>Click to edit the outline text format</a:t>
            </a:r>
            <a:endParaRPr lang="fr-FR" sz="1800" b="0" u="none" strike="noStrike">
              <a:solidFill>
                <a:schemeClr val="dk1"/>
              </a:solidFill>
              <a:effectLst/>
              <a:uFillTx/>
              <a:latin typeface="Arial"/>
            </a:endParaRPr>
          </a:p>
          <a:p>
            <a:pPr marL="457200" lvl="1" indent="-324000" algn="l" defTabSz="914400">
              <a:lnSpc>
                <a:spcPct val="90000"/>
              </a:lnSpc>
              <a:spcBef>
                <a:spcPts val="901"/>
              </a:spcBef>
              <a:buClr>
                <a:srgbClr val="000000"/>
              </a:buClr>
              <a:buSzPct val="75000"/>
              <a:buFont typeface="Symbol" charset="2"/>
              <a:buChar char=""/>
            </a:pPr>
            <a:r>
              <a:rPr lang="fr-FR" sz="1800" b="0" u="none" strike="noStrike">
                <a:solidFill>
                  <a:schemeClr val="dk1"/>
                </a:solidFill>
                <a:effectLst/>
                <a:uFillTx/>
                <a:latin typeface="Arial"/>
              </a:rPr>
              <a:t>Second Outline Level</a:t>
            </a:r>
            <a:endParaRPr lang="fr-FR" sz="1800" b="0" u="none" strike="noStrike">
              <a:solidFill>
                <a:schemeClr val="dk1"/>
              </a:solidFill>
              <a:effectLst/>
              <a:uFillTx/>
              <a:latin typeface="Arial"/>
            </a:endParaRPr>
          </a:p>
          <a:p>
            <a:pPr marL="914400" lvl="2" indent="-288000" algn="l" defTabSz="914400">
              <a:lnSpc>
                <a:spcPct val="90000"/>
              </a:lnSpc>
              <a:spcBef>
                <a:spcPts val="601"/>
              </a:spcBef>
              <a:buClr>
                <a:srgbClr val="000000"/>
              </a:buClr>
              <a:buSzPct val="45000"/>
              <a:buFont typeface="Wingdings" charset="2"/>
              <a:buChar char=""/>
            </a:pPr>
            <a:r>
              <a:rPr lang="fr-FR" sz="1800" b="0" u="none" strike="noStrike">
                <a:solidFill>
                  <a:schemeClr val="dk1"/>
                </a:solidFill>
                <a:effectLst/>
                <a:uFillTx/>
                <a:latin typeface="Arial"/>
              </a:rPr>
              <a:t>Third Outline Level</a:t>
            </a:r>
            <a:endParaRPr lang="fr-FR"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rial"/>
              </a:rPr>
              <a:t>Fourth Outline Level</a:t>
            </a:r>
            <a:endParaRPr lang="fr-FR"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Fifth Outline Level</a:t>
            </a:r>
            <a:endParaRPr lang="fr-FR"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Sixth Outline Level</a:t>
            </a:r>
            <a:endParaRPr lang="fr-FR"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Seventh Outline Level</a:t>
            </a:r>
            <a:endParaRPr lang="fr-FR" sz="1800" b="0" u="none" strike="noStrike">
              <a:solidFill>
                <a:schemeClr val="dk1"/>
              </a:solidFill>
              <a:effectLst/>
              <a:uFillTx/>
              <a:latin typeface="Arial"/>
            </a:endParaRPr>
          </a:p>
        </p:txBody>
      </p:sp>
      <p:sp>
        <p:nvSpPr>
          <p:cNvPr id="421" name="PlaceHolder 5"/>
          <p:cNvSpPr>
            <a:spLocks noGrp="1"/>
          </p:cNvSpPr>
          <p:nvPr>
            <p:ph type="body"/>
          </p:nvPr>
        </p:nvSpPr>
        <p:spPr>
          <a:xfrm>
            <a:off x="8115480" y="1509480"/>
            <a:ext cx="3733560" cy="4662360"/>
          </a:xfrm>
          <a:prstGeom prst="rect">
            <a:avLst/>
          </a:prstGeom>
          <a:noFill/>
          <a:ln w="0">
            <a:noFill/>
          </a:ln>
        </p:spPr>
        <p:txBody>
          <a:bodyPr lIns="0" tIns="45720" rIns="91440" bIns="45720" anchor="t">
            <a:noAutofit/>
          </a:bodyPr>
          <a:lstStyle>
            <a:lvl1pPr algn="l" defTabSz="914400">
              <a:lnSpc>
                <a:spcPct val="90000"/>
              </a:lnSpc>
              <a:spcBef>
                <a:spcPts val="1400"/>
              </a:spcBef>
              <a:buClr>
                <a:srgbClr val="000000"/>
              </a:buClr>
              <a:buFont typeface="Arial"/>
              <a:buChar char="•"/>
              <a:tabLst>
                <a:tab pos="0" algn="l"/>
              </a:tabLst>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tabLst>
                <a:tab pos="0" algn="l"/>
              </a:tabLst>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tabLst>
                <a:tab pos="0" algn="l"/>
              </a:tabLst>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tabLst>
                <a:tab pos="0" algn="l"/>
              </a:tabLst>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tabLst>
                <a:tab pos="0" algn="l"/>
              </a:tabLst>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tabLst>
                <a:tab pos="0" algn="l"/>
              </a:tabLst>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Tree>
  </p:cSld>
  <p:clrMapOvr>
    <a:masterClrMapping/>
  </p:clrMapOvr>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4">
    <p:bg>
      <p:bgPr>
        <a:solidFill>
          <a:srgbClr val="F0F0F0"/>
        </a:solidFill>
      </p:bgPr>
    </p:bg>
    <p:spTree>
      <p:nvGrpSpPr>
        <p:cNvPr id="1" name=""/>
        <p:cNvGrpSpPr/>
        <p:nvPr/>
      </p:nvGrpSpPr>
      <p:grpSpPr>
        <a:xfrm>
          <a:off x="0" y="0"/>
          <a:ext cx="0" cy="0"/>
          <a:chOff x="0" y="0"/>
          <a:chExt cx="0" cy="0"/>
        </a:xfrm>
      </p:grpSpPr>
      <p:sp>
        <p:nvSpPr>
          <p:cNvPr id="422"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186A86DC-A513-4CEE-8CC4-1F5D0AA483F5}"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423" name="Picture 30"/>
          <p:cNvPicPr/>
          <p:nvPr/>
        </p:nvPicPr>
        <p:blipFill>
          <a:blip r:embed="rId2"/>
          <a:stretch/>
        </p:blipFill>
        <p:spPr>
          <a:xfrm>
            <a:off x="343080" y="6415560"/>
            <a:ext cx="277920" cy="199080"/>
          </a:xfrm>
          <a:prstGeom prst="rect">
            <a:avLst/>
          </a:prstGeom>
          <a:noFill/>
          <a:ln w="0">
            <a:noFill/>
          </a:ln>
        </p:spPr>
      </p:pic>
      <p:sp>
        <p:nvSpPr>
          <p:cNvPr id="424"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425" name="Picture 32"/>
          <p:cNvPicPr/>
          <p:nvPr/>
        </p:nvPicPr>
        <p:blipFill>
          <a:blip r:embed="rId3"/>
          <a:stretch/>
        </p:blipFill>
        <p:spPr>
          <a:xfrm rot="10800000">
            <a:off x="11217240" y="-8280"/>
            <a:ext cx="974880" cy="224640"/>
          </a:xfrm>
          <a:prstGeom prst="rect">
            <a:avLst/>
          </a:prstGeom>
          <a:noFill/>
          <a:ln w="0">
            <a:noFill/>
          </a:ln>
        </p:spPr>
      </p:pic>
      <p:sp>
        <p:nvSpPr>
          <p:cNvPr id="426"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427" name="PlaceHolder 2"/>
          <p:cNvSpPr>
            <a:spLocks noGrp="1"/>
          </p:cNvSpPr>
          <p:nvPr>
            <p:ph type="body"/>
          </p:nvPr>
        </p:nvSpPr>
        <p:spPr>
          <a:xfrm>
            <a:off x="8115480" y="1517040"/>
            <a:ext cx="3733560" cy="4654800"/>
          </a:xfrm>
          <a:prstGeom prst="rect">
            <a:avLst/>
          </a:prstGeom>
          <a:noFill/>
          <a:ln w="0">
            <a:noFill/>
          </a:ln>
        </p:spPr>
        <p:txBody>
          <a:bodyPr lIns="0" tIns="45720" rIns="91440" bIns="45720" anchor="t">
            <a:noAutofit/>
          </a:bodyPr>
          <a:lstStyle>
            <a:lvl1pPr indent="0" algn="l" defTabSz="914400">
              <a:lnSpc>
                <a:spcPct val="90000"/>
              </a:lnSpc>
              <a:spcBef>
                <a:spcPts val="1400"/>
              </a:spcBef>
              <a:buNone/>
              <a:tabLst>
                <a:tab pos="0" algn="l"/>
              </a:tabLst>
              <a:defRPr lang="en-US" sz="20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0" u="none" strike="noStrike">
                <a:solidFill>
                  <a:schemeClr val="dk1"/>
                </a:solidFill>
                <a:effectLst/>
                <a:uFillTx/>
                <a:latin typeface="Arial"/>
              </a:rPr>
              <a:t>Click to edit Master text styles</a:t>
            </a:r>
            <a:endParaRPr lang="fr-FR" sz="2000" b="0" u="none" strike="noStrike">
              <a:solidFill>
                <a:srgbClr val="7F7F7F"/>
              </a:solidFill>
              <a:effectLst/>
              <a:uFillTx/>
              <a:latin typeface="Arial"/>
            </a:endParaRPr>
          </a:p>
        </p:txBody>
      </p:sp>
      <p:sp>
        <p:nvSpPr>
          <p:cNvPr id="42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429" name="PlaceHolder 4"/>
          <p:cNvSpPr>
            <a:spLocks noGrp="1"/>
          </p:cNvSpPr>
          <p:nvPr>
            <p:ph type="body"/>
          </p:nvPr>
        </p:nvSpPr>
        <p:spPr>
          <a:xfrm>
            <a:off x="342720" y="961920"/>
            <a:ext cx="11324880" cy="399600"/>
          </a:xfrm>
          <a:prstGeom prst="rect">
            <a:avLst/>
          </a:prstGeom>
          <a:noFill/>
          <a:ln w="0">
            <a:noFill/>
          </a:ln>
        </p:spPr>
        <p:txBody>
          <a:bodyPr lIns="0" tIns="45720" rIns="91440" bIns="4572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
        <p:nvSpPr>
          <p:cNvPr id="430" name="PlaceHolder 5"/>
          <p:cNvSpPr>
            <a:spLocks noGrp="1"/>
          </p:cNvSpPr>
          <p:nvPr>
            <p:ph type="body"/>
          </p:nvPr>
        </p:nvSpPr>
        <p:spPr>
          <a:xfrm>
            <a:off x="343080" y="1557000"/>
            <a:ext cx="7619760" cy="4614840"/>
          </a:xfrm>
          <a:prstGeom prst="rect">
            <a:avLst/>
          </a:prstGeom>
          <a:noFill/>
          <a:ln w="0">
            <a:noFill/>
          </a:ln>
        </p:spPr>
        <p:txBody>
          <a:bodyPr lIns="90000" tIns="45000" rIns="90000" bIns="45000" anchor="t">
            <a:noAutofit/>
          </a:bodyPr>
          <a:lstStyle>
            <a:lvl1pPr indent="0" algn="l" defTabSz="914400">
              <a:lnSpc>
                <a:spcPct val="90000"/>
              </a:lnSpc>
              <a:tabLst>
                <a:tab pos="0" algn="l"/>
              </a:tabLst>
              <a:defRPr lang="fr-FR" sz="1800" b="0" u="none" strike="noStrike">
                <a:solidFill>
                  <a:srgbClr val="7F7F7F"/>
                </a:solidFill>
                <a:effectLst/>
                <a:uFillTx/>
                <a:latin typeface="Arial"/>
              </a:defRPr>
            </a:lvl1pPr>
            <a:lvl2pPr lvl="1" algn="l" defTabSz="914400">
              <a:lnSpc>
                <a:spcPct val="90000"/>
              </a:lnSpc>
              <a:spcBef>
                <a:spcPts val="901"/>
              </a:spcBef>
              <a:buClr>
                <a:srgbClr val="000000"/>
              </a:buClr>
              <a:buSzPct val="75000"/>
              <a:buFont typeface="Symbol" charset="2"/>
              <a:buChar char=""/>
              <a:defRPr lang="fr-FR" sz="1800" b="0" u="none" strike="noStrike">
                <a:solidFill>
                  <a:schemeClr val="dk1"/>
                </a:solidFill>
                <a:effectLst/>
                <a:uFillTx/>
                <a:latin typeface="Arial"/>
              </a:defRPr>
            </a:lvl2pPr>
            <a:lvl3pPr lvl="2" algn="l" defTabSz="914400">
              <a:lnSpc>
                <a:spcPct val="90000"/>
              </a:lnSpc>
              <a:spcBef>
                <a:spcPts val="601"/>
              </a:spcBef>
              <a:buClr>
                <a:srgbClr val="000000"/>
              </a:buClr>
              <a:buSzPct val="45000"/>
              <a:buFont typeface="Wingdings" charset="2"/>
              <a:buChar char=""/>
              <a:defRPr lang="fr-FR"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7pPr>
          </a:lstStyle>
          <a:p>
            <a:pPr indent="0" algn="l" defTabSz="914400">
              <a:lnSpc>
                <a:spcPct val="90000"/>
              </a:lnSpc>
              <a:tabLst>
                <a:tab pos="0" algn="l"/>
              </a:tabLst>
            </a:pPr>
            <a:r>
              <a:rPr lang="fr-FR" sz="1800" b="0" u="none" strike="noStrike">
                <a:solidFill>
                  <a:srgbClr val="7F7F7F"/>
                </a:solidFill>
                <a:effectLst/>
                <a:uFillTx/>
                <a:latin typeface="Arial"/>
              </a:rPr>
              <a:t>Click to edit the outline text format</a:t>
            </a:r>
            <a:endParaRPr lang="fr-FR" sz="1800" b="0" u="none" strike="noStrike">
              <a:solidFill>
                <a:srgbClr val="7F7F7F"/>
              </a:solidFill>
              <a:effectLst/>
              <a:uFillTx/>
              <a:latin typeface="Arial"/>
            </a:endParaRPr>
          </a:p>
          <a:p>
            <a:pPr marL="457200" lvl="1" indent="-324000" algn="l" defTabSz="914400">
              <a:lnSpc>
                <a:spcPct val="90000"/>
              </a:lnSpc>
              <a:spcBef>
                <a:spcPts val="901"/>
              </a:spcBef>
              <a:buClr>
                <a:srgbClr val="000000"/>
              </a:buClr>
              <a:buSzPct val="75000"/>
              <a:buFont typeface="Symbol" charset="2"/>
              <a:buChar char=""/>
            </a:pPr>
            <a:r>
              <a:rPr lang="fr-FR" sz="1800" b="0" u="none" strike="noStrike">
                <a:solidFill>
                  <a:schemeClr val="dk1"/>
                </a:solidFill>
                <a:effectLst/>
                <a:uFillTx/>
                <a:latin typeface="Arial"/>
              </a:rPr>
              <a:t>Second Outline Level</a:t>
            </a:r>
            <a:endParaRPr lang="fr-FR" sz="1800" b="0" u="none" strike="noStrike">
              <a:solidFill>
                <a:schemeClr val="dk1"/>
              </a:solidFill>
              <a:effectLst/>
              <a:uFillTx/>
              <a:latin typeface="Arial"/>
            </a:endParaRPr>
          </a:p>
          <a:p>
            <a:pPr marL="914400" lvl="2" indent="-288000" algn="l" defTabSz="914400">
              <a:lnSpc>
                <a:spcPct val="90000"/>
              </a:lnSpc>
              <a:spcBef>
                <a:spcPts val="601"/>
              </a:spcBef>
              <a:buClr>
                <a:srgbClr val="000000"/>
              </a:buClr>
              <a:buSzPct val="45000"/>
              <a:buFont typeface="Wingdings" charset="2"/>
              <a:buChar char=""/>
            </a:pPr>
            <a:r>
              <a:rPr lang="fr-FR" sz="1800" b="0" u="none" strike="noStrike">
                <a:solidFill>
                  <a:schemeClr val="dk1"/>
                </a:solidFill>
                <a:effectLst/>
                <a:uFillTx/>
                <a:latin typeface="Arial"/>
              </a:rPr>
              <a:t>Third Outline Level</a:t>
            </a:r>
            <a:endParaRPr lang="fr-FR"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rial"/>
              </a:rPr>
              <a:t>Fourth Outline Level</a:t>
            </a:r>
            <a:endParaRPr lang="fr-FR"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Fifth Outline Level</a:t>
            </a:r>
            <a:endParaRPr lang="fr-FR"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Sixth Outline Level</a:t>
            </a:r>
            <a:endParaRPr lang="fr-FR"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Seventh Outline Level</a:t>
            </a:r>
            <a:endParaRPr lang="fr-FR" sz="1800" b="0" u="none" strike="noStrike">
              <a:solidFill>
                <a:schemeClr val="dk1"/>
              </a:solidFill>
              <a:effectLst/>
              <a:uFillTx/>
              <a:latin typeface="Arial"/>
            </a:endParaRPr>
          </a:p>
        </p:txBody>
      </p:sp>
    </p:spTree>
  </p:cSld>
  <p:clrMapOvr>
    <a:masterClrMapping/>
  </p:clrMapOvr>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bg>
      <p:bgPr>
        <a:solidFill>
          <a:srgbClr val="F0F0F0"/>
        </a:solidFill>
      </p:bgPr>
    </p:bg>
    <p:spTree>
      <p:nvGrpSpPr>
        <p:cNvPr id="1" name=""/>
        <p:cNvGrpSpPr/>
        <p:nvPr/>
      </p:nvGrpSpPr>
      <p:grpSpPr>
        <a:xfrm>
          <a:off x="0" y="0"/>
          <a:ext cx="0" cy="0"/>
          <a:chOff x="0" y="0"/>
          <a:chExt cx="0" cy="0"/>
        </a:xfrm>
      </p:grpSpPr>
      <p:sp>
        <p:nvSpPr>
          <p:cNvPr id="431"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CA33D139-FA01-42C2-AA49-60434A93A5A0}"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432" name="Picture 30"/>
          <p:cNvPicPr/>
          <p:nvPr/>
        </p:nvPicPr>
        <p:blipFill>
          <a:blip r:embed="rId2"/>
          <a:stretch/>
        </p:blipFill>
        <p:spPr>
          <a:xfrm>
            <a:off x="343080" y="6415560"/>
            <a:ext cx="277920" cy="199080"/>
          </a:xfrm>
          <a:prstGeom prst="rect">
            <a:avLst/>
          </a:prstGeom>
          <a:noFill/>
          <a:ln w="0">
            <a:noFill/>
          </a:ln>
        </p:spPr>
      </p:pic>
      <p:sp>
        <p:nvSpPr>
          <p:cNvPr id="433"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434" name="Picture 32"/>
          <p:cNvPicPr/>
          <p:nvPr/>
        </p:nvPicPr>
        <p:blipFill>
          <a:blip r:embed="rId3"/>
          <a:stretch/>
        </p:blipFill>
        <p:spPr>
          <a:xfrm rot="10800000">
            <a:off x="11217240" y="-8280"/>
            <a:ext cx="974880" cy="224640"/>
          </a:xfrm>
          <a:prstGeom prst="rect">
            <a:avLst/>
          </a:prstGeom>
          <a:noFill/>
          <a:ln w="0">
            <a:noFill/>
          </a:ln>
        </p:spPr>
      </p:pic>
      <p:sp>
        <p:nvSpPr>
          <p:cNvPr id="435" name="PlaceHolder 1"/>
          <p:cNvSpPr>
            <a:spLocks noGrp="1"/>
          </p:cNvSpPr>
          <p:nvPr>
            <p:ph type="body"/>
          </p:nvPr>
        </p:nvSpPr>
        <p:spPr>
          <a:xfrm>
            <a:off x="343080" y="2071440"/>
            <a:ext cx="3733560" cy="410040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tabLst>
                <a:tab pos="0" algn="l"/>
              </a:tabLst>
              <a:defRPr lang="fr-FR" sz="1800" b="1" u="none" strike="noStrike">
                <a:solidFill>
                  <a:schemeClr val="dk1"/>
                </a:solidFill>
                <a:effectLst/>
                <a:uFillTx/>
                <a:latin typeface="Arial"/>
              </a:defRPr>
            </a:lvl1pPr>
            <a:lvl2pPr lvl="1" algn="l" defTabSz="914400">
              <a:lnSpc>
                <a:spcPct val="90000"/>
              </a:lnSpc>
              <a:spcBef>
                <a:spcPts val="901"/>
              </a:spcBef>
              <a:buClr>
                <a:srgbClr val="000000"/>
              </a:buClr>
              <a:buSzPct val="75000"/>
              <a:buFont typeface="Symbol" charset="2"/>
              <a:buChar char=""/>
              <a:defRPr lang="fr-FR" sz="1800" b="0" u="none" strike="noStrike">
                <a:solidFill>
                  <a:schemeClr val="dk1"/>
                </a:solidFill>
                <a:effectLst/>
                <a:uFillTx/>
                <a:latin typeface="Arial"/>
              </a:defRPr>
            </a:lvl2pPr>
            <a:lvl3pPr lvl="2" algn="l" defTabSz="914400">
              <a:lnSpc>
                <a:spcPct val="90000"/>
              </a:lnSpc>
              <a:spcBef>
                <a:spcPts val="601"/>
              </a:spcBef>
              <a:buClr>
                <a:srgbClr val="000000"/>
              </a:buClr>
              <a:buSzPct val="45000"/>
              <a:buFont typeface="Wingdings" charset="2"/>
              <a:buChar char=""/>
              <a:defRPr lang="fr-FR"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7pPr>
          </a:lstStyle>
          <a:p>
            <a:pPr algn="l" defTabSz="914400">
              <a:lnSpc>
                <a:spcPct val="90000"/>
              </a:lnSpc>
              <a:spcBef>
                <a:spcPts val="1400"/>
              </a:spcBef>
              <a:buClr>
                <a:srgbClr val="000000"/>
              </a:buClr>
              <a:buFont typeface="Arial"/>
              <a:buChar char="•"/>
              <a:tabLst>
                <a:tab pos="0" algn="l"/>
              </a:tabLst>
            </a:pPr>
            <a:r>
              <a:rPr lang="fr-FR" sz="1800" b="1" u="none" strike="noStrike">
                <a:solidFill>
                  <a:schemeClr val="dk1"/>
                </a:solidFill>
                <a:effectLst/>
                <a:uFillTx/>
                <a:latin typeface="Arial"/>
              </a:rPr>
              <a:t>Click to edit the outline text format</a:t>
            </a:r>
            <a:endParaRPr lang="fr-FR" sz="1800" b="1" u="none" strike="noStrike">
              <a:solidFill>
                <a:schemeClr val="dk1"/>
              </a:solidFill>
              <a:effectLst/>
              <a:uFillTx/>
              <a:latin typeface="Arial"/>
            </a:endParaRPr>
          </a:p>
          <a:p>
            <a:pPr marL="457200" lvl="1" indent="-324000" algn="l" defTabSz="914400">
              <a:lnSpc>
                <a:spcPct val="90000"/>
              </a:lnSpc>
              <a:spcBef>
                <a:spcPts val="901"/>
              </a:spcBef>
              <a:buClr>
                <a:srgbClr val="000000"/>
              </a:buClr>
              <a:buSzPct val="75000"/>
              <a:buFont typeface="Symbol" charset="2"/>
              <a:buChar char=""/>
            </a:pPr>
            <a:r>
              <a:rPr lang="fr-FR" sz="1800" b="0" u="none" strike="noStrike">
                <a:solidFill>
                  <a:schemeClr val="dk1"/>
                </a:solidFill>
                <a:effectLst/>
                <a:uFillTx/>
                <a:latin typeface="Arial"/>
              </a:rPr>
              <a:t>Second Outline Level</a:t>
            </a:r>
            <a:endParaRPr lang="fr-FR" sz="1800" b="0" u="none" strike="noStrike">
              <a:solidFill>
                <a:schemeClr val="dk1"/>
              </a:solidFill>
              <a:effectLst/>
              <a:uFillTx/>
              <a:latin typeface="Arial"/>
            </a:endParaRPr>
          </a:p>
          <a:p>
            <a:pPr marL="914400" lvl="2" indent="-288000" algn="l" defTabSz="914400">
              <a:lnSpc>
                <a:spcPct val="90000"/>
              </a:lnSpc>
              <a:spcBef>
                <a:spcPts val="601"/>
              </a:spcBef>
              <a:buClr>
                <a:srgbClr val="000000"/>
              </a:buClr>
              <a:buSzPct val="45000"/>
              <a:buFont typeface="Wingdings" charset="2"/>
              <a:buChar char=""/>
            </a:pPr>
            <a:r>
              <a:rPr lang="fr-FR" sz="1800" b="0" u="none" strike="noStrike">
                <a:solidFill>
                  <a:schemeClr val="dk1"/>
                </a:solidFill>
                <a:effectLst/>
                <a:uFillTx/>
                <a:latin typeface="Arial"/>
              </a:rPr>
              <a:t>Third Outline Level</a:t>
            </a:r>
            <a:endParaRPr lang="fr-FR"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rial"/>
              </a:rPr>
              <a:t>Fourth Outline Level</a:t>
            </a:r>
            <a:endParaRPr lang="fr-FR"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Fifth Outline Level</a:t>
            </a:r>
            <a:endParaRPr lang="fr-FR"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Sixth Outline Level</a:t>
            </a:r>
            <a:endParaRPr lang="fr-FR"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Seventh Outline Level</a:t>
            </a:r>
            <a:endParaRPr lang="fr-FR" sz="1800" b="0" u="none" strike="noStrike">
              <a:solidFill>
                <a:schemeClr val="dk1"/>
              </a:solidFill>
              <a:effectLst/>
              <a:uFillTx/>
              <a:latin typeface="Arial"/>
            </a:endParaRPr>
          </a:p>
        </p:txBody>
      </p:sp>
      <p:sp>
        <p:nvSpPr>
          <p:cNvPr id="436" name="PlaceHolder 2"/>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437" name="PlaceHolder 3"/>
          <p:cNvSpPr>
            <a:spLocks noGrp="1"/>
          </p:cNvSpPr>
          <p:nvPr>
            <p:ph type="dt" idx="1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438" name="PlaceHolder 4"/>
          <p:cNvSpPr>
            <a:spLocks noGrp="1"/>
          </p:cNvSpPr>
          <p:nvPr>
            <p:ph type="body"/>
          </p:nvPr>
        </p:nvSpPr>
        <p:spPr>
          <a:xfrm>
            <a:off x="352800" y="1375200"/>
            <a:ext cx="3723480" cy="491760"/>
          </a:xfrm>
          <a:prstGeom prst="rect">
            <a:avLst/>
          </a:prstGeom>
          <a:noFill/>
          <a:ln w="0">
            <a:noFill/>
          </a:ln>
        </p:spPr>
        <p:txBody>
          <a:bodyPr lIns="0" tIns="45720" rIns="91440" bIns="4572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a:t>
            </a:r>
            <a:endParaRPr lang="fr-FR" sz="2000" b="1" u="none" strike="noStrike">
              <a:solidFill>
                <a:schemeClr val="dk1"/>
              </a:solidFill>
              <a:effectLst/>
              <a:uFillTx/>
              <a:latin typeface="Arial"/>
            </a:endParaRPr>
          </a:p>
        </p:txBody>
      </p:sp>
      <p:sp>
        <p:nvSpPr>
          <p:cNvPr id="439" name="PlaceHolder 5"/>
          <p:cNvSpPr>
            <a:spLocks noGrp="1"/>
          </p:cNvSpPr>
          <p:nvPr>
            <p:ph type="body"/>
          </p:nvPr>
        </p:nvSpPr>
        <p:spPr>
          <a:xfrm>
            <a:off x="4229280" y="1375200"/>
            <a:ext cx="3733560" cy="491760"/>
          </a:xfrm>
          <a:prstGeom prst="rect">
            <a:avLst/>
          </a:prstGeom>
          <a:noFill/>
          <a:ln w="0">
            <a:noFill/>
          </a:ln>
        </p:spPr>
        <p:txBody>
          <a:bodyPr lIns="0" tIns="45720" rIns="91440" bIns="4572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a:t>
            </a:r>
            <a:endParaRPr lang="fr-FR" sz="2000" b="1" u="none" strike="noStrike">
              <a:solidFill>
                <a:schemeClr val="dk1"/>
              </a:solidFill>
              <a:effectLst/>
              <a:uFillTx/>
              <a:latin typeface="Arial"/>
            </a:endParaRPr>
          </a:p>
        </p:txBody>
      </p:sp>
      <p:sp>
        <p:nvSpPr>
          <p:cNvPr id="440" name="PlaceHolder 6"/>
          <p:cNvSpPr>
            <a:spLocks noGrp="1"/>
          </p:cNvSpPr>
          <p:nvPr>
            <p:ph type="body"/>
          </p:nvPr>
        </p:nvSpPr>
        <p:spPr>
          <a:xfrm>
            <a:off x="342720" y="961920"/>
            <a:ext cx="11324880" cy="399600"/>
          </a:xfrm>
          <a:prstGeom prst="rect">
            <a:avLst/>
          </a:prstGeom>
          <a:noFill/>
          <a:ln w="0">
            <a:noFill/>
          </a:ln>
        </p:spPr>
        <p:txBody>
          <a:bodyPr lIns="0" tIns="45720" rIns="91440" bIns="4572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1" u="none" strike="noStrike">
              <a:solidFill>
                <a:schemeClr val="dk1"/>
              </a:solidFill>
              <a:effectLst/>
              <a:uFillTx/>
              <a:latin typeface="Arial"/>
            </a:endParaRPr>
          </a:p>
        </p:txBody>
      </p:sp>
      <p:sp>
        <p:nvSpPr>
          <p:cNvPr id="441" name="PlaceHolder 7"/>
          <p:cNvSpPr>
            <a:spLocks noGrp="1"/>
          </p:cNvSpPr>
          <p:nvPr>
            <p:ph type="body"/>
          </p:nvPr>
        </p:nvSpPr>
        <p:spPr>
          <a:xfrm>
            <a:off x="8115480" y="1375200"/>
            <a:ext cx="3736080" cy="491760"/>
          </a:xfrm>
          <a:prstGeom prst="rect">
            <a:avLst/>
          </a:prstGeom>
          <a:noFill/>
          <a:ln w="0">
            <a:noFill/>
          </a:ln>
        </p:spPr>
        <p:txBody>
          <a:bodyPr lIns="0" tIns="45720" rIns="91440" bIns="4572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a:t>
            </a:r>
            <a:endParaRPr lang="fr-FR" sz="2000" b="1" u="none" strike="noStrike">
              <a:solidFill>
                <a:schemeClr val="dk1"/>
              </a:solidFill>
              <a:effectLst/>
              <a:uFillTx/>
              <a:latin typeface="Arial"/>
            </a:endParaRPr>
          </a:p>
        </p:txBody>
      </p:sp>
      <p:sp>
        <p:nvSpPr>
          <p:cNvPr id="442" name="PlaceHolder 8"/>
          <p:cNvSpPr>
            <a:spLocks noGrp="1"/>
          </p:cNvSpPr>
          <p:nvPr>
            <p:ph type="body"/>
          </p:nvPr>
        </p:nvSpPr>
        <p:spPr>
          <a:xfrm>
            <a:off x="4229280" y="2071440"/>
            <a:ext cx="3733560" cy="4100400"/>
          </a:xfrm>
          <a:prstGeom prst="rect">
            <a:avLst/>
          </a:prstGeom>
          <a:noFill/>
          <a:ln w="0">
            <a:noFill/>
          </a:ln>
        </p:spPr>
        <p:txBody>
          <a:bodyPr lIns="90000" tIns="45000" rIns="90000" bIns="45000" anchor="t">
            <a:noAutofit/>
          </a:bodyPr>
          <a:lstStyle>
            <a:lvl1pPr indent="0" algn="l" defTabSz="914400">
              <a:lnSpc>
                <a:spcPct val="90000"/>
              </a:lnSpc>
              <a:spcBef>
                <a:spcPts val="1400"/>
              </a:spcBef>
              <a:tabLst>
                <a:tab pos="0" algn="l"/>
              </a:tabLst>
              <a:defRPr lang="fr-FR" sz="1800" b="1" u="none" strike="noStrike">
                <a:solidFill>
                  <a:schemeClr val="dk1"/>
                </a:solidFill>
                <a:effectLst/>
                <a:uFillTx/>
                <a:latin typeface="Arial"/>
              </a:defRPr>
            </a:lvl1pPr>
            <a:lvl2pPr lvl="1" algn="l" defTabSz="914400">
              <a:lnSpc>
                <a:spcPct val="90000"/>
              </a:lnSpc>
              <a:spcBef>
                <a:spcPts val="901"/>
              </a:spcBef>
              <a:buClr>
                <a:srgbClr val="000000"/>
              </a:buClr>
              <a:buSzPct val="75000"/>
              <a:buFont typeface="Symbol" charset="2"/>
              <a:buChar char=""/>
              <a:defRPr lang="fr-FR" sz="1800" b="0" u="none" strike="noStrike">
                <a:solidFill>
                  <a:schemeClr val="dk1"/>
                </a:solidFill>
                <a:effectLst/>
                <a:uFillTx/>
                <a:latin typeface="Arial"/>
              </a:defRPr>
            </a:lvl2pPr>
            <a:lvl3pPr lvl="2" algn="l" defTabSz="914400">
              <a:lnSpc>
                <a:spcPct val="90000"/>
              </a:lnSpc>
              <a:spcBef>
                <a:spcPts val="601"/>
              </a:spcBef>
              <a:buClr>
                <a:srgbClr val="000000"/>
              </a:buClr>
              <a:buSzPct val="45000"/>
              <a:buFont typeface="Wingdings" charset="2"/>
              <a:buChar char=""/>
              <a:defRPr lang="fr-FR"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7pPr>
          </a:lstStyle>
          <a:p>
            <a:pPr indent="0" algn="l" defTabSz="914400">
              <a:lnSpc>
                <a:spcPct val="90000"/>
              </a:lnSpc>
              <a:spcBef>
                <a:spcPts val="1400"/>
              </a:spcBef>
              <a:tabLst>
                <a:tab pos="0" algn="l"/>
              </a:tabLst>
            </a:pPr>
            <a:r>
              <a:rPr lang="fr-FR" sz="1800" b="1" u="none" strike="noStrike">
                <a:solidFill>
                  <a:schemeClr val="dk1"/>
                </a:solidFill>
                <a:effectLst/>
                <a:uFillTx/>
                <a:latin typeface="Arial"/>
              </a:rPr>
              <a:t>Click to edit the outline text format</a:t>
            </a:r>
            <a:endParaRPr lang="fr-FR" sz="1800" b="1" u="none" strike="noStrike">
              <a:solidFill>
                <a:schemeClr val="dk1"/>
              </a:solidFill>
              <a:effectLst/>
              <a:uFillTx/>
              <a:latin typeface="Arial"/>
            </a:endParaRPr>
          </a:p>
          <a:p>
            <a:pPr marL="457200" lvl="1" indent="-324000" algn="l" defTabSz="914400">
              <a:lnSpc>
                <a:spcPct val="90000"/>
              </a:lnSpc>
              <a:spcBef>
                <a:spcPts val="901"/>
              </a:spcBef>
              <a:buClr>
                <a:srgbClr val="000000"/>
              </a:buClr>
              <a:buSzPct val="75000"/>
              <a:buFont typeface="Symbol" charset="2"/>
              <a:buChar char=""/>
            </a:pPr>
            <a:r>
              <a:rPr lang="fr-FR" sz="1800" b="0" u="none" strike="noStrike">
                <a:solidFill>
                  <a:schemeClr val="dk1"/>
                </a:solidFill>
                <a:effectLst/>
                <a:uFillTx/>
                <a:latin typeface="Arial"/>
              </a:rPr>
              <a:t>Second Outline Level</a:t>
            </a:r>
            <a:endParaRPr lang="fr-FR" sz="1800" b="0" u="none" strike="noStrike">
              <a:solidFill>
                <a:schemeClr val="dk1"/>
              </a:solidFill>
              <a:effectLst/>
              <a:uFillTx/>
              <a:latin typeface="Arial"/>
            </a:endParaRPr>
          </a:p>
          <a:p>
            <a:pPr marL="914400" lvl="2" indent="-288000" algn="l" defTabSz="914400">
              <a:lnSpc>
                <a:spcPct val="90000"/>
              </a:lnSpc>
              <a:spcBef>
                <a:spcPts val="601"/>
              </a:spcBef>
              <a:buClr>
                <a:srgbClr val="000000"/>
              </a:buClr>
              <a:buSzPct val="45000"/>
              <a:buFont typeface="Wingdings" charset="2"/>
              <a:buChar char=""/>
            </a:pPr>
            <a:r>
              <a:rPr lang="fr-FR" sz="1800" b="0" u="none" strike="noStrike">
                <a:solidFill>
                  <a:schemeClr val="dk1"/>
                </a:solidFill>
                <a:effectLst/>
                <a:uFillTx/>
                <a:latin typeface="Arial"/>
              </a:rPr>
              <a:t>Third Outline Level</a:t>
            </a:r>
            <a:endParaRPr lang="fr-FR"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rial"/>
              </a:rPr>
              <a:t>Fourth Outline Level</a:t>
            </a:r>
            <a:endParaRPr lang="fr-FR"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Fifth Outline Level</a:t>
            </a:r>
            <a:endParaRPr lang="fr-FR"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Sixth Outline Level</a:t>
            </a:r>
            <a:endParaRPr lang="fr-FR"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Seventh Outline Level</a:t>
            </a:r>
            <a:endParaRPr lang="fr-FR" sz="1800" b="0" u="none" strike="noStrike">
              <a:solidFill>
                <a:schemeClr val="dk1"/>
              </a:solidFill>
              <a:effectLst/>
              <a:uFillTx/>
              <a:latin typeface="Arial"/>
            </a:endParaRPr>
          </a:p>
        </p:txBody>
      </p:sp>
      <p:sp>
        <p:nvSpPr>
          <p:cNvPr id="443" name="PlaceHolder 9"/>
          <p:cNvSpPr>
            <a:spLocks noGrp="1"/>
          </p:cNvSpPr>
          <p:nvPr>
            <p:ph type="body"/>
          </p:nvPr>
        </p:nvSpPr>
        <p:spPr>
          <a:xfrm>
            <a:off x="8115480" y="2071440"/>
            <a:ext cx="3733560" cy="4100400"/>
          </a:xfrm>
          <a:prstGeom prst="rect">
            <a:avLst/>
          </a:prstGeom>
          <a:noFill/>
          <a:ln w="0">
            <a:noFill/>
          </a:ln>
        </p:spPr>
        <p:txBody>
          <a:bodyPr lIns="90000" tIns="45000" rIns="90000" bIns="45000" anchor="t">
            <a:noAutofit/>
          </a:bodyPr>
          <a:lstStyle>
            <a:lvl1pPr indent="0" algn="l" defTabSz="914400">
              <a:lnSpc>
                <a:spcPct val="90000"/>
              </a:lnSpc>
              <a:spcBef>
                <a:spcPts val="1400"/>
              </a:spcBef>
              <a:tabLst>
                <a:tab pos="0" algn="l"/>
              </a:tabLst>
              <a:defRPr lang="fr-FR" sz="1800" b="1" u="none" strike="noStrike">
                <a:solidFill>
                  <a:schemeClr val="dk1"/>
                </a:solidFill>
                <a:effectLst/>
                <a:uFillTx/>
                <a:latin typeface="Arial"/>
              </a:defRPr>
            </a:lvl1pPr>
            <a:lvl2pPr lvl="1" algn="l" defTabSz="914400">
              <a:lnSpc>
                <a:spcPct val="90000"/>
              </a:lnSpc>
              <a:spcBef>
                <a:spcPts val="901"/>
              </a:spcBef>
              <a:buClr>
                <a:srgbClr val="000000"/>
              </a:buClr>
              <a:buSzPct val="75000"/>
              <a:buFont typeface="Symbol" charset="2"/>
              <a:buChar char=""/>
              <a:defRPr lang="fr-FR" sz="1800" b="0" u="none" strike="noStrike">
                <a:solidFill>
                  <a:schemeClr val="dk1"/>
                </a:solidFill>
                <a:effectLst/>
                <a:uFillTx/>
                <a:latin typeface="Arial"/>
              </a:defRPr>
            </a:lvl2pPr>
            <a:lvl3pPr lvl="2" algn="l" defTabSz="914400">
              <a:lnSpc>
                <a:spcPct val="90000"/>
              </a:lnSpc>
              <a:spcBef>
                <a:spcPts val="601"/>
              </a:spcBef>
              <a:buClr>
                <a:srgbClr val="000000"/>
              </a:buClr>
              <a:buSzPct val="45000"/>
              <a:buFont typeface="Wingdings" charset="2"/>
              <a:buChar char=""/>
              <a:defRPr lang="fr-FR" sz="1800" b="0" u="none" strike="noStrike">
                <a:solidFill>
                  <a:schemeClr val="dk1"/>
                </a:solidFill>
                <a:effectLst/>
                <a:uFillTx/>
                <a:latin typeface="Arial"/>
              </a:defRPr>
            </a:lvl3pPr>
            <a:lvl4pPr lvl="3" algn="l" defTabSz="914400">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rial"/>
              </a:defRPr>
            </a:lvl4pPr>
            <a:lvl5pPr lvl="4"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5pPr>
            <a:lvl6pPr lvl="5"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6pPr>
            <a:lvl7pPr lvl="6" algn="l" defTabSz="914400">
              <a:lnSpc>
                <a:spcPct val="90000"/>
              </a:lnSpc>
              <a:spcBef>
                <a:spcPts val="283"/>
              </a:spcBef>
              <a:buClr>
                <a:srgbClr val="000000"/>
              </a:buClr>
              <a:buSzPct val="45000"/>
              <a:buFont typeface="Wingdings" charset="2"/>
              <a:buChar char=""/>
              <a:defRPr lang="fr-FR" sz="1800" b="0" u="none" strike="noStrike">
                <a:solidFill>
                  <a:schemeClr val="dk1"/>
                </a:solidFill>
                <a:effectLst/>
                <a:uFillTx/>
                <a:latin typeface="Arial"/>
              </a:defRPr>
            </a:lvl7pPr>
          </a:lstStyle>
          <a:p>
            <a:pPr indent="0" algn="l" defTabSz="914400">
              <a:lnSpc>
                <a:spcPct val="90000"/>
              </a:lnSpc>
              <a:spcBef>
                <a:spcPts val="1400"/>
              </a:spcBef>
              <a:tabLst>
                <a:tab pos="0" algn="l"/>
              </a:tabLst>
            </a:pPr>
            <a:r>
              <a:rPr lang="fr-FR" sz="1800" b="1" u="none" strike="noStrike">
                <a:solidFill>
                  <a:schemeClr val="dk1"/>
                </a:solidFill>
                <a:effectLst/>
                <a:uFillTx/>
                <a:latin typeface="Arial"/>
              </a:rPr>
              <a:t>Click to edit the outline text format</a:t>
            </a:r>
            <a:endParaRPr lang="fr-FR" sz="1800" b="1" u="none" strike="noStrike">
              <a:solidFill>
                <a:schemeClr val="dk1"/>
              </a:solidFill>
              <a:effectLst/>
              <a:uFillTx/>
              <a:latin typeface="Arial"/>
            </a:endParaRPr>
          </a:p>
          <a:p>
            <a:pPr marL="457200" lvl="1" indent="-324000" algn="l" defTabSz="914400">
              <a:lnSpc>
                <a:spcPct val="90000"/>
              </a:lnSpc>
              <a:spcBef>
                <a:spcPts val="901"/>
              </a:spcBef>
              <a:buClr>
                <a:srgbClr val="000000"/>
              </a:buClr>
              <a:buSzPct val="75000"/>
              <a:buFont typeface="Symbol" charset="2"/>
              <a:buChar char=""/>
            </a:pPr>
            <a:r>
              <a:rPr lang="fr-FR" sz="1800" b="0" u="none" strike="noStrike">
                <a:solidFill>
                  <a:schemeClr val="dk1"/>
                </a:solidFill>
                <a:effectLst/>
                <a:uFillTx/>
                <a:latin typeface="Arial"/>
              </a:rPr>
              <a:t>Second Outline Level</a:t>
            </a:r>
            <a:endParaRPr lang="fr-FR" sz="1800" b="0" u="none" strike="noStrike">
              <a:solidFill>
                <a:schemeClr val="dk1"/>
              </a:solidFill>
              <a:effectLst/>
              <a:uFillTx/>
              <a:latin typeface="Arial"/>
            </a:endParaRPr>
          </a:p>
          <a:p>
            <a:pPr marL="914400" lvl="2" indent="-288000" algn="l" defTabSz="914400">
              <a:lnSpc>
                <a:spcPct val="90000"/>
              </a:lnSpc>
              <a:spcBef>
                <a:spcPts val="601"/>
              </a:spcBef>
              <a:buClr>
                <a:srgbClr val="000000"/>
              </a:buClr>
              <a:buSzPct val="45000"/>
              <a:buFont typeface="Wingdings" charset="2"/>
              <a:buChar char=""/>
            </a:pPr>
            <a:r>
              <a:rPr lang="fr-FR" sz="1800" b="0" u="none" strike="noStrike">
                <a:solidFill>
                  <a:schemeClr val="dk1"/>
                </a:solidFill>
                <a:effectLst/>
                <a:uFillTx/>
                <a:latin typeface="Arial"/>
              </a:rPr>
              <a:t>Third Outline Level</a:t>
            </a:r>
            <a:endParaRPr lang="fr-FR" sz="1800" b="0" u="none" strike="noStrike">
              <a:solidFill>
                <a:schemeClr val="dk1"/>
              </a:solidFill>
              <a:effectLst/>
              <a:uFillTx/>
              <a:latin typeface="Arial"/>
            </a:endParaRPr>
          </a:p>
          <a:p>
            <a:pPr marL="1371600" lvl="3" indent="-216000" algn="l" defTabSz="914400">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rial"/>
              </a:rPr>
              <a:t>Fourth Outline Level</a:t>
            </a:r>
            <a:endParaRPr lang="fr-FR" sz="1800" b="0" u="none" strike="noStrike">
              <a:solidFill>
                <a:schemeClr val="dk1"/>
              </a:solidFill>
              <a:effectLst/>
              <a:uFillTx/>
              <a:latin typeface="Arial"/>
            </a:endParaRPr>
          </a:p>
          <a:p>
            <a:pPr marL="1828800" lvl="4"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Fifth Outline Level</a:t>
            </a:r>
            <a:endParaRPr lang="fr-FR" sz="1800" b="0" u="none" strike="noStrike">
              <a:solidFill>
                <a:schemeClr val="dk1"/>
              </a:solidFill>
              <a:effectLst/>
              <a:uFillTx/>
              <a:latin typeface="Arial"/>
            </a:endParaRPr>
          </a:p>
          <a:p>
            <a:pPr marL="2286000" lvl="5"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Sixth Outline Level</a:t>
            </a:r>
            <a:endParaRPr lang="fr-FR" sz="1800" b="0" u="none" strike="noStrike">
              <a:solidFill>
                <a:schemeClr val="dk1"/>
              </a:solidFill>
              <a:effectLst/>
              <a:uFillTx/>
              <a:latin typeface="Arial"/>
            </a:endParaRPr>
          </a:p>
          <a:p>
            <a:pPr marL="2743200" lvl="6" indent="-216000" algn="l" defTabSz="914400">
              <a:lnSpc>
                <a:spcPct val="90000"/>
              </a:lnSpc>
              <a:spcBef>
                <a:spcPts val="283"/>
              </a:spcBef>
              <a:buClr>
                <a:srgbClr val="000000"/>
              </a:buClr>
              <a:buSzPct val="45000"/>
              <a:buFont typeface="Wingdings" charset="2"/>
              <a:buChar char=""/>
            </a:pPr>
            <a:r>
              <a:rPr lang="fr-FR" sz="1800" b="0" u="none" strike="noStrike">
                <a:solidFill>
                  <a:schemeClr val="dk1"/>
                </a:solidFill>
                <a:effectLst/>
                <a:uFillTx/>
                <a:latin typeface="Arial"/>
              </a:rPr>
              <a:t>Seventh Outline Level</a:t>
            </a:r>
            <a:endParaRPr lang="fr-FR" sz="1800" b="0" u="none" strike="noStrike">
              <a:solidFill>
                <a:schemeClr val="dk1"/>
              </a:solidFill>
              <a:effectLst/>
              <a:uFillTx/>
              <a:latin typeface="Arial"/>
            </a:endParaRPr>
          </a:p>
        </p:txBody>
      </p:sp>
    </p:spTree>
  </p:cSld>
  <p:clrMapOvr>
    <a:masterClrMapping/>
  </p:clrMapOvr>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6">
    <p:bg>
      <p:bgPr>
        <a:solidFill>
          <a:srgbClr val="F0F0F0"/>
        </a:solidFill>
      </p:bgPr>
    </p:bg>
    <p:spTree>
      <p:nvGrpSpPr>
        <p:cNvPr id="1" name=""/>
        <p:cNvGrpSpPr/>
        <p:nvPr/>
      </p:nvGrpSpPr>
      <p:grpSpPr>
        <a:xfrm>
          <a:off x="0" y="0"/>
          <a:ext cx="0" cy="0"/>
          <a:chOff x="0" y="0"/>
          <a:chExt cx="0" cy="0"/>
        </a:xfrm>
      </p:grpSpPr>
      <p:sp>
        <p:nvSpPr>
          <p:cNvPr id="444"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10F2E1B7-24ED-4C43-942C-1118A13ACB8C}"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445" name="Picture 30"/>
          <p:cNvPicPr/>
          <p:nvPr/>
        </p:nvPicPr>
        <p:blipFill>
          <a:blip r:embed="rId2"/>
          <a:stretch/>
        </p:blipFill>
        <p:spPr>
          <a:xfrm>
            <a:off x="343080" y="6415560"/>
            <a:ext cx="277920" cy="199080"/>
          </a:xfrm>
          <a:prstGeom prst="rect">
            <a:avLst/>
          </a:prstGeom>
          <a:noFill/>
          <a:ln w="0">
            <a:noFill/>
          </a:ln>
        </p:spPr>
      </p:pic>
      <p:sp>
        <p:nvSpPr>
          <p:cNvPr id="446"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447" name="Picture 32"/>
          <p:cNvPicPr/>
          <p:nvPr/>
        </p:nvPicPr>
        <p:blipFill>
          <a:blip r:embed="rId3"/>
          <a:stretch/>
        </p:blipFill>
        <p:spPr>
          <a:xfrm rot="10800000">
            <a:off x="11217240" y="-8280"/>
            <a:ext cx="974880" cy="224640"/>
          </a:xfrm>
          <a:prstGeom prst="rect">
            <a:avLst/>
          </a:prstGeom>
          <a:noFill/>
          <a:ln w="0">
            <a:noFill/>
          </a:ln>
        </p:spPr>
      </p:pic>
      <p:sp>
        <p:nvSpPr>
          <p:cNvPr id="448"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449" name="PlaceHolder 2"/>
          <p:cNvSpPr>
            <a:spLocks noGrp="1"/>
          </p:cNvSpPr>
          <p:nvPr>
            <p:ph type="body"/>
          </p:nvPr>
        </p:nvSpPr>
        <p:spPr>
          <a:xfrm>
            <a:off x="353160" y="1492200"/>
            <a:ext cx="11314800" cy="4403520"/>
          </a:xfrm>
          <a:prstGeom prst="rect">
            <a:avLst/>
          </a:prstGeom>
          <a:noFill/>
          <a:ln w="0">
            <a:noFill/>
          </a:ln>
        </p:spPr>
        <p:txBody>
          <a:bodyPr lIns="0" tIns="45720" rIns="91440" bIns="4572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450" name="PlaceHolder 3"/>
          <p:cNvSpPr>
            <a:spLocks noGrp="1"/>
          </p:cNvSpPr>
          <p:nvPr>
            <p:ph type="dt" idx="12"/>
          </p:nvPr>
        </p:nvSpPr>
        <p:spPr>
          <a:xfrm>
            <a:off x="838080" y="6356520"/>
            <a:ext cx="1539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Tree>
  </p:cSld>
  <p:clrMapOvr>
    <a:masterClrMapping/>
  </p:clrMapOvr>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7">
    <p:bg>
      <p:bgPr>
        <a:solidFill>
          <a:srgbClr val="F0F0F0"/>
        </a:solidFill>
      </p:bgPr>
    </p:bg>
    <p:spTree>
      <p:nvGrpSpPr>
        <p:cNvPr id="1" name=""/>
        <p:cNvGrpSpPr/>
        <p:nvPr/>
      </p:nvGrpSpPr>
      <p:grpSpPr>
        <a:xfrm>
          <a:off x="0" y="0"/>
          <a:ext cx="0" cy="0"/>
          <a:chOff x="0" y="0"/>
          <a:chExt cx="0" cy="0"/>
        </a:xfrm>
      </p:grpSpPr>
      <p:sp>
        <p:nvSpPr>
          <p:cNvPr id="451"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58ADB66F-3FF5-41E1-BE8D-43A1EAF6CFC0}"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452" name="Picture 30"/>
          <p:cNvPicPr/>
          <p:nvPr/>
        </p:nvPicPr>
        <p:blipFill>
          <a:blip r:embed="rId2"/>
          <a:stretch/>
        </p:blipFill>
        <p:spPr>
          <a:xfrm>
            <a:off x="343080" y="6415560"/>
            <a:ext cx="277920" cy="199080"/>
          </a:xfrm>
          <a:prstGeom prst="rect">
            <a:avLst/>
          </a:prstGeom>
          <a:noFill/>
          <a:ln w="0">
            <a:noFill/>
          </a:ln>
        </p:spPr>
      </p:pic>
      <p:sp>
        <p:nvSpPr>
          <p:cNvPr id="453"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454" name="Picture 32"/>
          <p:cNvPicPr/>
          <p:nvPr/>
        </p:nvPicPr>
        <p:blipFill>
          <a:blip r:embed="rId3"/>
          <a:stretch/>
        </p:blipFill>
        <p:spPr>
          <a:xfrm rot="10800000">
            <a:off x="11217240" y="-8280"/>
            <a:ext cx="974880" cy="224640"/>
          </a:xfrm>
          <a:prstGeom prst="rect">
            <a:avLst/>
          </a:prstGeom>
          <a:noFill/>
          <a:ln w="0">
            <a:noFill/>
          </a:ln>
        </p:spPr>
      </p:pic>
      <p:sp>
        <p:nvSpPr>
          <p:cNvPr id="455"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456" name="PlaceHolder 2"/>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Tree>
  </p:cSld>
  <p:clrMapOvr>
    <a:masterClrMapping/>
  </p:clrMapOvr>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8">
    <p:bg>
      <p:bgPr>
        <a:solidFill>
          <a:srgbClr val="F0F0F0"/>
        </a:solidFill>
      </p:bgPr>
    </p:bg>
    <p:spTree>
      <p:nvGrpSpPr>
        <p:cNvPr id="1" name=""/>
        <p:cNvGrpSpPr/>
        <p:nvPr/>
      </p:nvGrpSpPr>
      <p:grpSpPr>
        <a:xfrm>
          <a:off x="0" y="0"/>
          <a:ext cx="0" cy="0"/>
          <a:chOff x="0" y="0"/>
          <a:chExt cx="0" cy="0"/>
        </a:xfrm>
      </p:grpSpPr>
      <p:sp>
        <p:nvSpPr>
          <p:cNvPr id="457"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A2D3B5E7-C246-4D15-A365-F9096453E922}"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458" name="Picture 30"/>
          <p:cNvPicPr/>
          <p:nvPr/>
        </p:nvPicPr>
        <p:blipFill>
          <a:blip r:embed="rId2"/>
          <a:stretch/>
        </p:blipFill>
        <p:spPr>
          <a:xfrm>
            <a:off x="343080" y="6415560"/>
            <a:ext cx="277920" cy="199080"/>
          </a:xfrm>
          <a:prstGeom prst="rect">
            <a:avLst/>
          </a:prstGeom>
          <a:noFill/>
          <a:ln w="0">
            <a:noFill/>
          </a:ln>
        </p:spPr>
      </p:pic>
      <p:sp>
        <p:nvSpPr>
          <p:cNvPr id="459"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460" name="Picture 32"/>
          <p:cNvPicPr/>
          <p:nvPr/>
        </p:nvPicPr>
        <p:blipFill>
          <a:blip r:embed="rId3"/>
          <a:stretch/>
        </p:blipFill>
        <p:spPr>
          <a:xfrm rot="10800000">
            <a:off x="11217240" y="-8280"/>
            <a:ext cx="974880" cy="224640"/>
          </a:xfrm>
          <a:prstGeom prst="rect">
            <a:avLst/>
          </a:prstGeom>
          <a:noFill/>
          <a:ln w="0">
            <a:noFill/>
          </a:ln>
        </p:spPr>
      </p:pic>
      <p:sp>
        <p:nvSpPr>
          <p:cNvPr id="461"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462" name="PlaceHolder 2"/>
          <p:cNvSpPr>
            <a:spLocks noGrp="1"/>
          </p:cNvSpPr>
          <p:nvPr>
            <p:ph type="dt" idx="14"/>
          </p:nvPr>
        </p:nvSpPr>
        <p:spPr>
          <a:xfrm>
            <a:off x="838080" y="6356520"/>
            <a:ext cx="1539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463" name="PlaceHolder 3"/>
          <p:cNvSpPr>
            <a:spLocks noGrp="1"/>
          </p:cNvSpPr>
          <p:nvPr>
            <p:ph type="body"/>
          </p:nvPr>
        </p:nvSpPr>
        <p:spPr>
          <a:xfrm>
            <a:off x="342720" y="961920"/>
            <a:ext cx="11324880" cy="399600"/>
          </a:xfrm>
          <a:prstGeom prst="rect">
            <a:avLst/>
          </a:prstGeom>
          <a:noFill/>
          <a:ln w="0">
            <a:noFill/>
          </a:ln>
        </p:spPr>
        <p:txBody>
          <a:bodyPr lIns="0" tIns="45720" rIns="91440" bIns="4572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Tree>
  </p:cSld>
  <p:clrMapOvr>
    <a:masterClrMapping/>
  </p:clrMapOvr>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9">
    <p:bg>
      <p:bgPr>
        <a:solidFill>
          <a:srgbClr val="F0F0F0"/>
        </a:solidFill>
      </p:bgPr>
    </p:bg>
    <p:spTree>
      <p:nvGrpSpPr>
        <p:cNvPr id="1" name=""/>
        <p:cNvGrpSpPr/>
        <p:nvPr/>
      </p:nvGrpSpPr>
      <p:grpSpPr>
        <a:xfrm>
          <a:off x="0" y="0"/>
          <a:ext cx="0" cy="0"/>
          <a:chOff x="0" y="0"/>
          <a:chExt cx="0" cy="0"/>
        </a:xfrm>
      </p:grpSpPr>
      <p:sp>
        <p:nvSpPr>
          <p:cNvPr id="464"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C0ECA518-BAE2-4B5C-A421-BE3753FF2DA0}"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465" name="Picture 30"/>
          <p:cNvPicPr/>
          <p:nvPr/>
        </p:nvPicPr>
        <p:blipFill>
          <a:blip r:embed="rId2"/>
          <a:stretch/>
        </p:blipFill>
        <p:spPr>
          <a:xfrm>
            <a:off x="343080" y="6415560"/>
            <a:ext cx="277920" cy="199080"/>
          </a:xfrm>
          <a:prstGeom prst="rect">
            <a:avLst/>
          </a:prstGeom>
          <a:noFill/>
          <a:ln w="0">
            <a:noFill/>
          </a:ln>
        </p:spPr>
      </p:pic>
      <p:sp>
        <p:nvSpPr>
          <p:cNvPr id="466"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467" name="Picture 32"/>
          <p:cNvPicPr/>
          <p:nvPr/>
        </p:nvPicPr>
        <p:blipFill>
          <a:blip r:embed="rId3"/>
          <a:stretch/>
        </p:blipFill>
        <p:spPr>
          <a:xfrm rot="10800000">
            <a:off x="11217240" y="-8280"/>
            <a:ext cx="974880" cy="224640"/>
          </a:xfrm>
          <a:prstGeom prst="rect">
            <a:avLst/>
          </a:prstGeom>
          <a:noFill/>
          <a:ln w="0">
            <a:noFill/>
          </a:ln>
        </p:spPr>
      </p:pic>
      <p:sp>
        <p:nvSpPr>
          <p:cNvPr id="468" name="PlaceHolder 1"/>
          <p:cNvSpPr>
            <a:spLocks noGrp="1"/>
          </p:cNvSpPr>
          <p:nvPr>
            <p:ph type="dt" idx="1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Tree>
  </p:cSld>
  <p:clrMapOvr>
    <a:masterClrMapping/>
  </p:clrMapOvr>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0">
    <p:bg>
      <p:bgPr>
        <a:solidFill>
          <a:srgbClr val="F0F0F0"/>
        </a:solidFill>
      </p:bgPr>
    </p:bg>
    <p:spTree>
      <p:nvGrpSpPr>
        <p:cNvPr id="1" name=""/>
        <p:cNvGrpSpPr/>
        <p:nvPr/>
      </p:nvGrpSpPr>
      <p:grpSpPr>
        <a:xfrm>
          <a:off x="0" y="0"/>
          <a:ext cx="0" cy="0"/>
          <a:chOff x="0" y="0"/>
          <a:chExt cx="0" cy="0"/>
        </a:xfrm>
      </p:grpSpPr>
      <p:sp>
        <p:nvSpPr>
          <p:cNvPr id="469" name="Rectangle 26" hidden="1"/>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9602C150-266F-4CC3-8474-0EF36B98E9EE}"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470" name="Picture 30" hidden="1"/>
          <p:cNvPicPr/>
          <p:nvPr/>
        </p:nvPicPr>
        <p:blipFill>
          <a:blip r:embed="rId2"/>
          <a:stretch/>
        </p:blipFill>
        <p:spPr>
          <a:xfrm>
            <a:off x="343080" y="6415560"/>
            <a:ext cx="277920" cy="199080"/>
          </a:xfrm>
          <a:prstGeom prst="rect">
            <a:avLst/>
          </a:prstGeom>
          <a:noFill/>
          <a:ln w="0">
            <a:noFill/>
          </a:ln>
        </p:spPr>
      </p:pic>
      <p:sp>
        <p:nvSpPr>
          <p:cNvPr id="471" name="TextBox 31" hidden="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472" name="Picture 32" hidden="1"/>
          <p:cNvPicPr/>
          <p:nvPr/>
        </p:nvPicPr>
        <p:blipFill>
          <a:blip r:embed="rId3"/>
          <a:stretch/>
        </p:blipFill>
        <p:spPr>
          <a:xfrm rot="10800000">
            <a:off x="11217240" y="-8280"/>
            <a:ext cx="974880" cy="224640"/>
          </a:xfrm>
          <a:prstGeom prst="rect">
            <a:avLst/>
          </a:prstGeom>
          <a:noFill/>
          <a:ln w="0">
            <a:noFill/>
          </a:ln>
        </p:spPr>
      </p:pic>
      <p:sp>
        <p:nvSpPr>
          <p:cNvPr id="473" name="PlaceHolder 1"/>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pic>
        <p:nvPicPr>
          <p:cNvPr id="474" name="Picture 2"/>
          <p:cNvPicPr/>
          <p:nvPr/>
        </p:nvPicPr>
        <p:blipFill>
          <a:blip r:embed="rId4"/>
          <a:stretch/>
        </p:blipFill>
        <p:spPr>
          <a:xfrm>
            <a:off x="4038840" y="3193560"/>
            <a:ext cx="4113720" cy="470520"/>
          </a:xfrm>
          <a:prstGeom prst="rect">
            <a:avLst/>
          </a:prstGeom>
          <a:noFill/>
          <a:ln w="0">
            <a:noFill/>
          </a:ln>
        </p:spPr>
      </p:pic>
      <p:pic>
        <p:nvPicPr>
          <p:cNvPr id="475" name="Picture 4"/>
          <p:cNvPicPr/>
          <p:nvPr/>
        </p:nvPicPr>
        <p:blipFill>
          <a:blip r:embed="rId5"/>
          <a:stretch/>
        </p:blipFill>
        <p:spPr>
          <a:xfrm rot="10800000">
            <a:off x="11217240" y="-8280"/>
            <a:ext cx="974880" cy="224640"/>
          </a:xfrm>
          <a:prstGeom prst="rect">
            <a:avLst/>
          </a:prstGeom>
          <a:noFill/>
          <a:ln w="0">
            <a:noFill/>
          </a:ln>
        </p:spPr>
      </p:pic>
    </p:spTree>
  </p:cSld>
  <p:clrMapOvr>
    <a:masterClrMapping/>
  </p:clrMapOvr>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1">
    <p:bg>
      <p:bgPr>
        <a:solidFill>
          <a:srgbClr val="F0F0F0"/>
        </a:solidFill>
      </p:bgPr>
    </p:bg>
    <p:spTree>
      <p:nvGrpSpPr>
        <p:cNvPr id="1" name=""/>
        <p:cNvGrpSpPr/>
        <p:nvPr/>
      </p:nvGrpSpPr>
      <p:grpSpPr>
        <a:xfrm>
          <a:off x="0" y="0"/>
          <a:ext cx="0" cy="0"/>
          <a:chOff x="0" y="0"/>
          <a:chExt cx="0" cy="0"/>
        </a:xfrm>
      </p:grpSpPr>
      <p:sp>
        <p:nvSpPr>
          <p:cNvPr id="476"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42AE6CB8-6BA4-4635-8840-95CE2D91A7D2}"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477" name="Picture 30"/>
          <p:cNvPicPr/>
          <p:nvPr/>
        </p:nvPicPr>
        <p:blipFill>
          <a:blip r:embed="rId2"/>
          <a:stretch/>
        </p:blipFill>
        <p:spPr>
          <a:xfrm>
            <a:off x="343080" y="6415560"/>
            <a:ext cx="277920" cy="199080"/>
          </a:xfrm>
          <a:prstGeom prst="rect">
            <a:avLst/>
          </a:prstGeom>
          <a:noFill/>
          <a:ln w="0">
            <a:noFill/>
          </a:ln>
        </p:spPr>
      </p:pic>
      <p:sp>
        <p:nvSpPr>
          <p:cNvPr id="478"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479" name="Picture 32"/>
          <p:cNvPicPr/>
          <p:nvPr/>
        </p:nvPicPr>
        <p:blipFill>
          <a:blip r:embed="rId3"/>
          <a:stretch/>
        </p:blipFill>
        <p:spPr>
          <a:xfrm rot="10800000">
            <a:off x="11217240" y="-8280"/>
            <a:ext cx="974880" cy="224640"/>
          </a:xfrm>
          <a:prstGeom prst="rect">
            <a:avLst/>
          </a:prstGeom>
          <a:noFill/>
          <a:ln w="0">
            <a:noFill/>
          </a:ln>
        </p:spPr>
      </p:pic>
      <p:sp>
        <p:nvSpPr>
          <p:cNvPr id="480"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481" name="PlaceHolder 2"/>
          <p:cNvSpPr>
            <a:spLocks noGrp="1"/>
          </p:cNvSpPr>
          <p:nvPr>
            <p:ph type="body"/>
          </p:nvPr>
        </p:nvSpPr>
        <p:spPr>
          <a:xfrm>
            <a:off x="353160" y="1492200"/>
            <a:ext cx="11314800" cy="4403520"/>
          </a:xfrm>
          <a:prstGeom prst="rect">
            <a:avLst/>
          </a:prstGeom>
          <a:noFill/>
          <a:ln w="0">
            <a:noFill/>
          </a:ln>
        </p:spPr>
        <p:txBody>
          <a:bodyPr lIns="0" tIns="45720" rIns="91440" bIns="45720" anchor="t">
            <a:noAutofit/>
          </a:bodyPr>
          <a:lstStyle>
            <a:lvl1pPr indent="0" algn="l" defTabSz="914400">
              <a:lnSpc>
                <a:spcPct val="90000"/>
              </a:lnSpc>
              <a:spcBef>
                <a:spcPts val="1400"/>
              </a:spcBef>
              <a:buNone/>
              <a:tabLst>
                <a:tab pos="0" algn="l"/>
              </a:tabLst>
              <a:defRPr lang="en-US" sz="22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200" b="0" u="none" strike="noStrike">
                <a:solidFill>
                  <a:schemeClr val="dk1"/>
                </a:solidFill>
                <a:effectLst/>
                <a:uFillTx/>
                <a:latin typeface="Arial"/>
              </a:rPr>
              <a:t>Click to edit Master text styles</a:t>
            </a:r>
            <a:endParaRPr lang="fr-FR" sz="2200" b="0" u="none" strike="noStrike">
              <a:solidFill>
                <a:schemeClr val="dk1"/>
              </a:solidFill>
              <a:effectLst/>
              <a:uFillTx/>
              <a:latin typeface="Arial"/>
            </a:endParaRPr>
          </a:p>
        </p:txBody>
      </p:sp>
      <p:sp>
        <p:nvSpPr>
          <p:cNvPr id="482" name="PlaceHolder 3"/>
          <p:cNvSpPr>
            <a:spLocks noGrp="1"/>
          </p:cNvSpPr>
          <p:nvPr>
            <p:ph type="dt" idx="17"/>
          </p:nvPr>
        </p:nvSpPr>
        <p:spPr>
          <a:xfrm>
            <a:off x="838080" y="6356520"/>
            <a:ext cx="1539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Tree>
  </p:cSld>
  <p:clrMapOvr>
    <a:masterClrMapping/>
  </p:clrMapOvr>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2">
    <p:bg>
      <p:bgPr>
        <a:solidFill>
          <a:srgbClr val="F0F0F0"/>
        </a:solidFill>
      </p:bgPr>
    </p:bg>
    <p:spTree>
      <p:nvGrpSpPr>
        <p:cNvPr id="1" name=""/>
        <p:cNvGrpSpPr/>
        <p:nvPr/>
      </p:nvGrpSpPr>
      <p:grpSpPr>
        <a:xfrm>
          <a:off x="0" y="0"/>
          <a:ext cx="0" cy="0"/>
          <a:chOff x="0" y="0"/>
          <a:chExt cx="0" cy="0"/>
        </a:xfrm>
      </p:grpSpPr>
      <p:sp>
        <p:nvSpPr>
          <p:cNvPr id="483"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9CF140EA-70AD-4FB4-9030-A29D1C9DC78B}"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484" name="Picture 30"/>
          <p:cNvPicPr/>
          <p:nvPr/>
        </p:nvPicPr>
        <p:blipFill>
          <a:blip r:embed="rId2"/>
          <a:stretch/>
        </p:blipFill>
        <p:spPr>
          <a:xfrm>
            <a:off x="343080" y="6415560"/>
            <a:ext cx="277920" cy="199080"/>
          </a:xfrm>
          <a:prstGeom prst="rect">
            <a:avLst/>
          </a:prstGeom>
          <a:noFill/>
          <a:ln w="0">
            <a:noFill/>
          </a:ln>
        </p:spPr>
      </p:pic>
      <p:sp>
        <p:nvSpPr>
          <p:cNvPr id="485"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486" name="Picture 32"/>
          <p:cNvPicPr/>
          <p:nvPr/>
        </p:nvPicPr>
        <p:blipFill>
          <a:blip r:embed="rId3"/>
          <a:stretch/>
        </p:blipFill>
        <p:spPr>
          <a:xfrm rot="10800000">
            <a:off x="11217240" y="-8280"/>
            <a:ext cx="974880" cy="224640"/>
          </a:xfrm>
          <a:prstGeom prst="rect">
            <a:avLst/>
          </a:prstGeom>
          <a:noFill/>
          <a:ln w="0">
            <a:noFill/>
          </a:ln>
        </p:spPr>
      </p:pic>
      <p:sp>
        <p:nvSpPr>
          <p:cNvPr id="487"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a:t>
            </a:r>
            <a:r>
              <a:rPr lang="en-US" sz="3200" b="1" u="none" strike="noStrike">
                <a:solidFill>
                  <a:schemeClr val="dk1"/>
                </a:solidFill>
                <a:effectLst/>
                <a:uFillTx/>
                <a:latin typeface="Arial"/>
              </a:rPr>
              <a:t>to edit </a:t>
            </a:r>
            <a:r>
              <a:rPr lang="en-US" sz="3200" b="1" u="none" strike="noStrike">
                <a:solidFill>
                  <a:schemeClr val="dk1"/>
                </a:solidFill>
                <a:effectLst/>
                <a:uFillTx/>
                <a:latin typeface="Arial"/>
              </a:rPr>
              <a:t>Maste</a:t>
            </a:r>
            <a:r>
              <a:rPr lang="en-US" sz="3200" b="1" u="none" strike="noStrike">
                <a:solidFill>
                  <a:schemeClr val="dk1"/>
                </a:solidFill>
                <a:effectLst/>
                <a:uFillTx/>
                <a:latin typeface="Arial"/>
              </a:rPr>
              <a:t>r title </a:t>
            </a:r>
            <a:r>
              <a:rPr lang="en-US" sz="3200" b="1" u="none" strike="noStrike">
                <a:solidFill>
                  <a:schemeClr val="dk1"/>
                </a:solidFill>
                <a:effectLst/>
                <a:uFillTx/>
                <a:latin typeface="Arial"/>
              </a:rPr>
              <a:t>style</a:t>
            </a:r>
            <a:endParaRPr lang="fr-FR" sz="3200" b="1" u="none" strike="noStrike">
              <a:solidFill>
                <a:schemeClr val="dk1"/>
              </a:solidFill>
              <a:effectLst/>
              <a:uFillTx/>
              <a:latin typeface="Arial"/>
            </a:endParaRPr>
          </a:p>
        </p:txBody>
      </p:sp>
      <p:sp>
        <p:nvSpPr>
          <p:cNvPr id="488" name="PlaceHolder 2"/>
          <p:cNvSpPr>
            <a:spLocks noGrp="1"/>
          </p:cNvSpPr>
          <p:nvPr>
            <p:ph type="body"/>
          </p:nvPr>
        </p:nvSpPr>
        <p:spPr>
          <a:xfrm>
            <a:off x="353160" y="1492200"/>
            <a:ext cx="11314800" cy="4403520"/>
          </a:xfrm>
          <a:prstGeom prst="rect">
            <a:avLst/>
          </a:prstGeom>
          <a:noFill/>
          <a:ln w="0">
            <a:noFill/>
          </a:ln>
        </p:spPr>
        <p:txBody>
          <a:bodyPr lIns="0" tIns="45720" rIns="91440" bIns="4572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489" name="PlaceHolder 3"/>
          <p:cNvSpPr>
            <a:spLocks noGrp="1"/>
          </p:cNvSpPr>
          <p:nvPr>
            <p:ph type="dt" idx="18"/>
          </p:nvPr>
        </p:nvSpPr>
        <p:spPr>
          <a:xfrm>
            <a:off x="838080" y="6356520"/>
            <a:ext cx="1539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490" name="PlaceHolder 4"/>
          <p:cNvSpPr>
            <a:spLocks noGrp="1"/>
          </p:cNvSpPr>
          <p:nvPr>
            <p:ph type="body"/>
          </p:nvPr>
        </p:nvSpPr>
        <p:spPr>
          <a:xfrm>
            <a:off x="342720" y="961920"/>
            <a:ext cx="11324880" cy="399600"/>
          </a:xfrm>
          <a:prstGeom prst="rect">
            <a:avLst/>
          </a:prstGeom>
          <a:noFill/>
          <a:ln w="0">
            <a:noFill/>
          </a:ln>
        </p:spPr>
        <p:txBody>
          <a:bodyPr lIns="0" tIns="45720" rIns="91440" bIns="4572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Tree>
  </p:cSld>
  <p:clrMapOvr>
    <a:masterClrMapping/>
  </p:clrMapOvr>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3">
    <p:bg>
      <p:bgPr>
        <a:solidFill>
          <a:srgbClr val="F0F0F0"/>
        </a:solidFill>
      </p:bgPr>
    </p:bg>
    <p:spTree>
      <p:nvGrpSpPr>
        <p:cNvPr id="1" name=""/>
        <p:cNvGrpSpPr/>
        <p:nvPr/>
      </p:nvGrpSpPr>
      <p:grpSpPr>
        <a:xfrm>
          <a:off x="0" y="0"/>
          <a:ext cx="0" cy="0"/>
          <a:chOff x="0" y="0"/>
          <a:chExt cx="0" cy="0"/>
        </a:xfrm>
      </p:grpSpPr>
      <p:sp>
        <p:nvSpPr>
          <p:cNvPr id="491"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DC086F31-FC07-428D-89D0-B25D2C2ED148}"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492" name="Picture 30"/>
          <p:cNvPicPr/>
          <p:nvPr/>
        </p:nvPicPr>
        <p:blipFill>
          <a:blip r:embed="rId2"/>
          <a:stretch/>
        </p:blipFill>
        <p:spPr>
          <a:xfrm>
            <a:off x="343080" y="6415560"/>
            <a:ext cx="277920" cy="199080"/>
          </a:xfrm>
          <a:prstGeom prst="rect">
            <a:avLst/>
          </a:prstGeom>
          <a:noFill/>
          <a:ln w="0">
            <a:noFill/>
          </a:ln>
        </p:spPr>
      </p:pic>
      <p:sp>
        <p:nvSpPr>
          <p:cNvPr id="493"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494" name="Picture 32"/>
          <p:cNvPicPr/>
          <p:nvPr/>
        </p:nvPicPr>
        <p:blipFill>
          <a:blip r:embed="rId3"/>
          <a:stretch/>
        </p:blipFill>
        <p:spPr>
          <a:xfrm rot="10800000">
            <a:off x="11217240" y="-8280"/>
            <a:ext cx="974880" cy="224640"/>
          </a:xfrm>
          <a:prstGeom prst="rect">
            <a:avLst/>
          </a:prstGeom>
          <a:noFill/>
          <a:ln w="0">
            <a:noFill/>
          </a:ln>
        </p:spPr>
      </p:pic>
      <p:sp>
        <p:nvSpPr>
          <p:cNvPr id="495"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a:t>
            </a:r>
            <a:r>
              <a:rPr lang="en-US" sz="3200" b="1" u="none" strike="noStrike">
                <a:solidFill>
                  <a:schemeClr val="dk1"/>
                </a:solidFill>
                <a:effectLst/>
                <a:uFillTx/>
                <a:latin typeface="Arial"/>
              </a:rPr>
              <a:t>to edit </a:t>
            </a:r>
            <a:r>
              <a:rPr lang="en-US" sz="3200" b="1" u="none" strike="noStrike">
                <a:solidFill>
                  <a:schemeClr val="dk1"/>
                </a:solidFill>
                <a:effectLst/>
                <a:uFillTx/>
                <a:latin typeface="Arial"/>
              </a:rPr>
              <a:t>Maste</a:t>
            </a:r>
            <a:r>
              <a:rPr lang="en-US" sz="3200" b="1" u="none" strike="noStrike">
                <a:solidFill>
                  <a:schemeClr val="dk1"/>
                </a:solidFill>
                <a:effectLst/>
                <a:uFillTx/>
                <a:latin typeface="Arial"/>
              </a:rPr>
              <a:t>r title </a:t>
            </a:r>
            <a:r>
              <a:rPr lang="en-US" sz="3200" b="1" u="none" strike="noStrike">
                <a:solidFill>
                  <a:schemeClr val="dk1"/>
                </a:solidFill>
                <a:effectLst/>
                <a:uFillTx/>
                <a:latin typeface="Arial"/>
              </a:rPr>
              <a:t>style</a:t>
            </a:r>
            <a:endParaRPr lang="fr-FR" sz="3200" b="1" u="none" strike="noStrike">
              <a:solidFill>
                <a:schemeClr val="dk1"/>
              </a:solidFill>
              <a:effectLst/>
              <a:uFillTx/>
              <a:latin typeface="Arial"/>
            </a:endParaRPr>
          </a:p>
        </p:txBody>
      </p:sp>
      <p:sp>
        <p:nvSpPr>
          <p:cNvPr id="496" name="PlaceHolder 2"/>
          <p:cNvSpPr>
            <a:spLocks noGrp="1"/>
          </p:cNvSpPr>
          <p:nvPr>
            <p:ph type="body"/>
          </p:nvPr>
        </p:nvSpPr>
        <p:spPr>
          <a:xfrm>
            <a:off x="353160" y="1492200"/>
            <a:ext cx="11314800" cy="4403520"/>
          </a:xfrm>
          <a:prstGeom prst="rect">
            <a:avLst/>
          </a:prstGeom>
          <a:noFill/>
          <a:ln w="0">
            <a:noFill/>
          </a:ln>
        </p:spPr>
        <p:txBody>
          <a:bodyPr lIns="0" tIns="45720" rIns="91440" bIns="45720" anchor="t">
            <a:noAutofit/>
          </a:bodyPr>
          <a:lstStyle>
            <a:lvl1pPr indent="0" algn="l" defTabSz="914400">
              <a:lnSpc>
                <a:spcPct val="90000"/>
              </a:lnSpc>
              <a:spcBef>
                <a:spcPts val="1400"/>
              </a:spcBef>
              <a:buNone/>
              <a:tabLst>
                <a:tab pos="0" algn="l"/>
              </a:tabLst>
              <a:defRPr lang="en-US" sz="22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p:txBody>
      </p:sp>
      <p:sp>
        <p:nvSpPr>
          <p:cNvPr id="497" name="PlaceHolder 3"/>
          <p:cNvSpPr>
            <a:spLocks noGrp="1"/>
          </p:cNvSpPr>
          <p:nvPr>
            <p:ph type="dt" idx="19"/>
          </p:nvPr>
        </p:nvSpPr>
        <p:spPr>
          <a:xfrm>
            <a:off x="838080" y="6356520"/>
            <a:ext cx="1539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498" name="PlaceHolder 4"/>
          <p:cNvSpPr>
            <a:spLocks noGrp="1"/>
          </p:cNvSpPr>
          <p:nvPr>
            <p:ph type="body"/>
          </p:nvPr>
        </p:nvSpPr>
        <p:spPr>
          <a:xfrm>
            <a:off x="342720" y="961920"/>
            <a:ext cx="11324880" cy="399600"/>
          </a:xfrm>
          <a:prstGeom prst="rect">
            <a:avLst/>
          </a:prstGeom>
          <a:noFill/>
          <a:ln w="0">
            <a:noFill/>
          </a:ln>
        </p:spPr>
        <p:txBody>
          <a:bodyPr lIns="0" tIns="45720" rIns="91440" bIns="4572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Tree>
  </p:cSld>
  <p:clrMapOvr>
    <a:masterClrMapping/>
  </p:clrMapOvr>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4">
    <p:bg>
      <p:bgPr>
        <a:solidFill>
          <a:srgbClr val="F0F0F0"/>
        </a:solidFill>
      </p:bgPr>
    </p:bg>
    <p:spTree>
      <p:nvGrpSpPr>
        <p:cNvPr id="1" name=""/>
        <p:cNvGrpSpPr/>
        <p:nvPr/>
      </p:nvGrpSpPr>
      <p:grpSpPr>
        <a:xfrm>
          <a:off x="0" y="0"/>
          <a:ext cx="0" cy="0"/>
          <a:chOff x="0" y="0"/>
          <a:chExt cx="0" cy="0"/>
        </a:xfrm>
      </p:grpSpPr>
      <p:sp>
        <p:nvSpPr>
          <p:cNvPr id="499"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DDEFA93A-78B7-4030-8F2A-16FB42DB61F4}"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500" name="Picture 30"/>
          <p:cNvPicPr/>
          <p:nvPr/>
        </p:nvPicPr>
        <p:blipFill>
          <a:blip r:embed="rId2"/>
          <a:stretch/>
        </p:blipFill>
        <p:spPr>
          <a:xfrm>
            <a:off x="343080" y="6415560"/>
            <a:ext cx="277920" cy="199080"/>
          </a:xfrm>
          <a:prstGeom prst="rect">
            <a:avLst/>
          </a:prstGeom>
          <a:noFill/>
          <a:ln w="0">
            <a:noFill/>
          </a:ln>
        </p:spPr>
      </p:pic>
      <p:sp>
        <p:nvSpPr>
          <p:cNvPr id="501"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502" name="Picture 32"/>
          <p:cNvPicPr/>
          <p:nvPr/>
        </p:nvPicPr>
        <p:blipFill>
          <a:blip r:embed="rId3"/>
          <a:stretch/>
        </p:blipFill>
        <p:spPr>
          <a:xfrm rot="10800000">
            <a:off x="11217240" y="-8280"/>
            <a:ext cx="974880" cy="224640"/>
          </a:xfrm>
          <a:prstGeom prst="rect">
            <a:avLst/>
          </a:prstGeom>
          <a:noFill/>
          <a:ln w="0">
            <a:noFill/>
          </a:ln>
        </p:spPr>
      </p:pic>
      <p:sp>
        <p:nvSpPr>
          <p:cNvPr id="503"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504" name="PlaceHolder 2"/>
          <p:cNvSpPr>
            <a:spLocks noGrp="1"/>
          </p:cNvSpPr>
          <p:nvPr>
            <p:ph type="body"/>
          </p:nvPr>
        </p:nvSpPr>
        <p:spPr>
          <a:xfrm>
            <a:off x="8115480" y="1518840"/>
            <a:ext cx="3742200" cy="4350960"/>
          </a:xfrm>
          <a:prstGeom prst="rect">
            <a:avLst/>
          </a:prstGeom>
          <a:noFill/>
          <a:ln w="0">
            <a:noFill/>
          </a:ln>
        </p:spPr>
        <p:txBody>
          <a:bodyPr lIns="0" tIns="45720" rIns="91440" bIns="45720" anchor="t">
            <a:noAutofit/>
          </a:bodyPr>
          <a:lstStyle>
            <a:lvl1pPr indent="0" algn="l" defTabSz="914400">
              <a:lnSpc>
                <a:spcPct val="90000"/>
              </a:lnSpc>
              <a:spcBef>
                <a:spcPts val="1400"/>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505" name="PlaceHolder 3"/>
          <p:cNvSpPr>
            <a:spLocks noGrp="1"/>
          </p:cNvSpPr>
          <p:nvPr>
            <p:ph type="dt" idx="20"/>
          </p:nvPr>
        </p:nvSpPr>
        <p:spPr>
          <a:xfrm>
            <a:off x="838080" y="6356520"/>
            <a:ext cx="1539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506" name="PlaceHolder 4"/>
          <p:cNvSpPr>
            <a:spLocks noGrp="1"/>
          </p:cNvSpPr>
          <p:nvPr>
            <p:ph type="pic"/>
          </p:nvPr>
        </p:nvSpPr>
        <p:spPr>
          <a:xfrm>
            <a:off x="343080" y="1562040"/>
            <a:ext cx="7619760" cy="460980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Tree>
  </p:cSld>
  <p:clrMapOvr>
    <a:masterClrMapping/>
  </p:clrMapOvr>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5">
    <p:bg>
      <p:bgPr>
        <a:solidFill>
          <a:srgbClr val="F0F0F0"/>
        </a:solidFill>
      </p:bgPr>
    </p:bg>
    <p:spTree>
      <p:nvGrpSpPr>
        <p:cNvPr id="1" name=""/>
        <p:cNvGrpSpPr/>
        <p:nvPr/>
      </p:nvGrpSpPr>
      <p:grpSpPr>
        <a:xfrm>
          <a:off x="0" y="0"/>
          <a:ext cx="0" cy="0"/>
          <a:chOff x="0" y="0"/>
          <a:chExt cx="0" cy="0"/>
        </a:xfrm>
      </p:grpSpPr>
      <p:sp>
        <p:nvSpPr>
          <p:cNvPr id="507"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009E866D-E7BD-4AD6-A3F0-D5594BB8F08E}"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508" name="Picture 30"/>
          <p:cNvPicPr/>
          <p:nvPr/>
        </p:nvPicPr>
        <p:blipFill>
          <a:blip r:embed="rId2"/>
          <a:stretch/>
        </p:blipFill>
        <p:spPr>
          <a:xfrm>
            <a:off x="343080" y="6415560"/>
            <a:ext cx="277920" cy="199080"/>
          </a:xfrm>
          <a:prstGeom prst="rect">
            <a:avLst/>
          </a:prstGeom>
          <a:noFill/>
          <a:ln w="0">
            <a:noFill/>
          </a:ln>
        </p:spPr>
      </p:pic>
      <p:sp>
        <p:nvSpPr>
          <p:cNvPr id="509"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510" name="Picture 32"/>
          <p:cNvPicPr/>
          <p:nvPr/>
        </p:nvPicPr>
        <p:blipFill>
          <a:blip r:embed="rId3"/>
          <a:stretch/>
        </p:blipFill>
        <p:spPr>
          <a:xfrm rot="10800000">
            <a:off x="11217240" y="-8280"/>
            <a:ext cx="974880" cy="224640"/>
          </a:xfrm>
          <a:prstGeom prst="rect">
            <a:avLst/>
          </a:prstGeom>
          <a:noFill/>
          <a:ln w="0">
            <a:noFill/>
          </a:ln>
        </p:spPr>
      </p:pic>
      <p:sp>
        <p:nvSpPr>
          <p:cNvPr id="511" name="PlaceHolder 1"/>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512" name="PlaceHolder 2"/>
          <p:cNvSpPr>
            <a:spLocks noGrp="1"/>
          </p:cNvSpPr>
          <p:nvPr>
            <p:ph type="body"/>
          </p:nvPr>
        </p:nvSpPr>
        <p:spPr>
          <a:xfrm>
            <a:off x="343080" y="5146920"/>
            <a:ext cx="5676480" cy="980640"/>
          </a:xfrm>
          <a:prstGeom prst="rect">
            <a:avLst/>
          </a:prstGeom>
          <a:noFill/>
          <a:ln w="0">
            <a:noFill/>
          </a:ln>
        </p:spPr>
        <p:txBody>
          <a:bodyPr lIns="91440" tIns="182880" rIns="45720" bIns="4572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513" name="PlaceHolder 3"/>
          <p:cNvSpPr>
            <a:spLocks noGrp="1"/>
          </p:cNvSpPr>
          <p:nvPr>
            <p:ph type="dt" idx="21"/>
          </p:nvPr>
        </p:nvSpPr>
        <p:spPr>
          <a:xfrm>
            <a:off x="838080" y="6356520"/>
            <a:ext cx="1539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514" name="PlaceHolder 4"/>
          <p:cNvSpPr>
            <a:spLocks noGrp="1"/>
          </p:cNvSpPr>
          <p:nvPr>
            <p:ph type="pic"/>
          </p:nvPr>
        </p:nvSpPr>
        <p:spPr>
          <a:xfrm>
            <a:off x="343080" y="1565640"/>
            <a:ext cx="5676480" cy="358092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515" name="PlaceHolder 5"/>
          <p:cNvSpPr>
            <a:spLocks noGrp="1"/>
          </p:cNvSpPr>
          <p:nvPr>
            <p:ph type="body"/>
          </p:nvPr>
        </p:nvSpPr>
        <p:spPr>
          <a:xfrm>
            <a:off x="6172200" y="5146920"/>
            <a:ext cx="5676480" cy="980640"/>
          </a:xfrm>
          <a:prstGeom prst="rect">
            <a:avLst/>
          </a:prstGeom>
          <a:noFill/>
          <a:ln w="0">
            <a:noFill/>
          </a:ln>
        </p:spPr>
        <p:txBody>
          <a:bodyPr lIns="91440" tIns="182880" rIns="45720" bIns="4572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516" name="PlaceHolder 6"/>
          <p:cNvSpPr>
            <a:spLocks noGrp="1"/>
          </p:cNvSpPr>
          <p:nvPr>
            <p:ph type="pic"/>
          </p:nvPr>
        </p:nvSpPr>
        <p:spPr>
          <a:xfrm>
            <a:off x="6172200" y="1565640"/>
            <a:ext cx="5676480" cy="358092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Tree>
  </p:cSld>
  <p:clrMapOvr>
    <a:masterClrMapping/>
  </p:clrMapOvr>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6">
    <p:bg>
      <p:bgPr>
        <a:solidFill>
          <a:srgbClr val="F0F0F0"/>
        </a:solidFill>
      </p:bgPr>
    </p:bg>
    <p:spTree>
      <p:nvGrpSpPr>
        <p:cNvPr id="1" name=""/>
        <p:cNvGrpSpPr/>
        <p:nvPr/>
      </p:nvGrpSpPr>
      <p:grpSpPr>
        <a:xfrm>
          <a:off x="0" y="0"/>
          <a:ext cx="0" cy="0"/>
          <a:chOff x="0" y="0"/>
          <a:chExt cx="0" cy="0"/>
        </a:xfrm>
      </p:grpSpPr>
      <p:sp>
        <p:nvSpPr>
          <p:cNvPr id="517"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E17CBFED-25C3-48EB-BBAA-795F8DEB8901}"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518" name="Picture 30"/>
          <p:cNvPicPr/>
          <p:nvPr/>
        </p:nvPicPr>
        <p:blipFill>
          <a:blip r:embed="rId2"/>
          <a:stretch/>
        </p:blipFill>
        <p:spPr>
          <a:xfrm>
            <a:off x="343080" y="6415560"/>
            <a:ext cx="277920" cy="199080"/>
          </a:xfrm>
          <a:prstGeom prst="rect">
            <a:avLst/>
          </a:prstGeom>
          <a:noFill/>
          <a:ln w="0">
            <a:noFill/>
          </a:ln>
        </p:spPr>
      </p:pic>
      <p:sp>
        <p:nvSpPr>
          <p:cNvPr id="519"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520" name="Picture 32"/>
          <p:cNvPicPr/>
          <p:nvPr/>
        </p:nvPicPr>
        <p:blipFill>
          <a:blip r:embed="rId3"/>
          <a:stretch/>
        </p:blipFill>
        <p:spPr>
          <a:xfrm rot="10800000">
            <a:off x="11217240" y="-8280"/>
            <a:ext cx="974880" cy="224640"/>
          </a:xfrm>
          <a:prstGeom prst="rect">
            <a:avLst/>
          </a:prstGeom>
          <a:noFill/>
          <a:ln w="0">
            <a:noFill/>
          </a:ln>
        </p:spPr>
      </p:pic>
      <p:sp>
        <p:nvSpPr>
          <p:cNvPr id="521" name="PlaceHolder 1"/>
          <p:cNvSpPr>
            <a:spLocks noGrp="1"/>
          </p:cNvSpPr>
          <p:nvPr>
            <p:ph type="pic"/>
          </p:nvPr>
        </p:nvSpPr>
        <p:spPr>
          <a:xfrm>
            <a:off x="343080" y="1565640"/>
            <a:ext cx="3720960" cy="346968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522" name="PlaceHolder 2"/>
          <p:cNvSpPr>
            <a:spLocks noGrp="1"/>
          </p:cNvSpPr>
          <p:nvPr>
            <p:ph type="pic"/>
          </p:nvPr>
        </p:nvSpPr>
        <p:spPr>
          <a:xfrm>
            <a:off x="4235400" y="1565640"/>
            <a:ext cx="3720960" cy="346968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523" name="PlaceHolder 3"/>
          <p:cNvSpPr>
            <a:spLocks noGrp="1"/>
          </p:cNvSpPr>
          <p:nvPr>
            <p:ph type="body"/>
          </p:nvPr>
        </p:nvSpPr>
        <p:spPr>
          <a:xfrm>
            <a:off x="8128080" y="5043240"/>
            <a:ext cx="3720960" cy="980640"/>
          </a:xfrm>
          <a:prstGeom prst="rect">
            <a:avLst/>
          </a:prstGeom>
          <a:noFill/>
          <a:ln w="0">
            <a:noFill/>
          </a:ln>
        </p:spPr>
        <p:txBody>
          <a:bodyPr lIns="91440" tIns="182880" rIns="45720" bIns="4572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524" name="PlaceHolder 4"/>
          <p:cNvSpPr>
            <a:spLocks noGrp="1"/>
          </p:cNvSpPr>
          <p:nvPr>
            <p:ph type="pic"/>
          </p:nvPr>
        </p:nvSpPr>
        <p:spPr>
          <a:xfrm>
            <a:off x="8128080" y="1565640"/>
            <a:ext cx="3720960" cy="346968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525" name="PlaceHolder 5"/>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526" name="PlaceHolder 6"/>
          <p:cNvSpPr>
            <a:spLocks noGrp="1"/>
          </p:cNvSpPr>
          <p:nvPr>
            <p:ph type="body"/>
          </p:nvPr>
        </p:nvSpPr>
        <p:spPr>
          <a:xfrm>
            <a:off x="343080" y="5043240"/>
            <a:ext cx="3720960" cy="980640"/>
          </a:xfrm>
          <a:prstGeom prst="rect">
            <a:avLst/>
          </a:prstGeom>
          <a:noFill/>
          <a:ln w="0">
            <a:noFill/>
          </a:ln>
        </p:spPr>
        <p:txBody>
          <a:bodyPr lIns="91440" tIns="182880" rIns="45720" bIns="4572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527" name="PlaceHolder 7"/>
          <p:cNvSpPr>
            <a:spLocks noGrp="1"/>
          </p:cNvSpPr>
          <p:nvPr>
            <p:ph type="dt" idx="22"/>
          </p:nvPr>
        </p:nvSpPr>
        <p:spPr>
          <a:xfrm>
            <a:off x="838080" y="6356520"/>
            <a:ext cx="1539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528" name="PlaceHolder 8"/>
          <p:cNvSpPr>
            <a:spLocks noGrp="1"/>
          </p:cNvSpPr>
          <p:nvPr>
            <p:ph type="body"/>
          </p:nvPr>
        </p:nvSpPr>
        <p:spPr>
          <a:xfrm>
            <a:off x="4235400" y="5043240"/>
            <a:ext cx="3720960" cy="980640"/>
          </a:xfrm>
          <a:prstGeom prst="rect">
            <a:avLst/>
          </a:prstGeom>
          <a:noFill/>
          <a:ln w="0">
            <a:noFill/>
          </a:ln>
        </p:spPr>
        <p:txBody>
          <a:bodyPr lIns="91440" tIns="182880" rIns="45720" bIns="4572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Tree>
  </p:cSld>
  <p:clrMapOvr>
    <a:masterClrMapping/>
  </p:clrMapOvr>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7">
    <p:bg>
      <p:bgPr>
        <a:solidFill>
          <a:srgbClr val="F0F0F0"/>
        </a:solidFill>
      </p:bgPr>
    </p:bg>
    <p:spTree>
      <p:nvGrpSpPr>
        <p:cNvPr id="1" name=""/>
        <p:cNvGrpSpPr/>
        <p:nvPr/>
      </p:nvGrpSpPr>
      <p:grpSpPr>
        <a:xfrm>
          <a:off x="0" y="0"/>
          <a:ext cx="0" cy="0"/>
          <a:chOff x="0" y="0"/>
          <a:chExt cx="0" cy="0"/>
        </a:xfrm>
      </p:grpSpPr>
      <p:sp>
        <p:nvSpPr>
          <p:cNvPr id="529" name="Rectangle 26"/>
          <p:cNvSpPr/>
          <p:nvPr/>
        </p:nvSpPr>
        <p:spPr>
          <a:xfrm>
            <a:off x="11570040" y="6379200"/>
            <a:ext cx="371880" cy="27648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fld id="{E0CBBCF4-A708-4BB4-9B85-25227C413EA2}" type="slidenum">
              <a:rPr lang="en-US" sz="1100" b="0" u="none" strike="noStrike">
                <a:solidFill>
                  <a:srgbClr val="DA291C"/>
                </a:solidFill>
                <a:effectLst/>
                <a:uFillTx/>
                <a:latin typeface="Arial"/>
              </a:rPr>
              <a:t>&lt;number&gt;</a:t>
            </a:fld>
            <a:endParaRPr lang="en-US" sz="1100" b="0" u="none" strike="noStrike">
              <a:solidFill>
                <a:srgbClr val="000000"/>
              </a:solidFill>
              <a:effectLst/>
              <a:uFillTx/>
              <a:latin typeface="Arial"/>
            </a:endParaRPr>
          </a:p>
        </p:txBody>
      </p:sp>
      <p:pic>
        <p:nvPicPr>
          <p:cNvPr id="530" name="Picture 30"/>
          <p:cNvPicPr/>
          <p:nvPr/>
        </p:nvPicPr>
        <p:blipFill>
          <a:blip r:embed="rId2"/>
          <a:stretch/>
        </p:blipFill>
        <p:spPr>
          <a:xfrm>
            <a:off x="343080" y="6415560"/>
            <a:ext cx="277920" cy="199080"/>
          </a:xfrm>
          <a:prstGeom prst="rect">
            <a:avLst/>
          </a:prstGeom>
          <a:noFill/>
          <a:ln w="0">
            <a:noFill/>
          </a:ln>
        </p:spPr>
      </p:pic>
      <p:sp>
        <p:nvSpPr>
          <p:cNvPr id="531" name="TextBox 31"/>
          <p:cNvSpPr/>
          <p:nvPr/>
        </p:nvSpPr>
        <p:spPr>
          <a:xfrm>
            <a:off x="5000400" y="6406560"/>
            <a:ext cx="2019600" cy="21672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90000"/>
              </a:lnSpc>
              <a:spcBef>
                <a:spcPts val="300"/>
              </a:spcBef>
            </a:pPr>
            <a:r>
              <a:rPr lang="en-US" sz="900" b="0" u="none" strike="noStrike">
                <a:solidFill>
                  <a:srgbClr val="000000"/>
                </a:solidFill>
                <a:effectLst/>
                <a:uFillTx/>
                <a:latin typeface="Arial"/>
                <a:ea typeface="Inter"/>
              </a:rPr>
              <a:t>© Fortinet Inc. All Rights Reserved.</a:t>
            </a:r>
            <a:endParaRPr lang="en-US" sz="900" b="0" u="none" strike="noStrike">
              <a:solidFill>
                <a:srgbClr val="000000"/>
              </a:solidFill>
              <a:effectLst/>
              <a:uFillTx/>
              <a:latin typeface="Arial"/>
            </a:endParaRPr>
          </a:p>
        </p:txBody>
      </p:sp>
      <p:pic>
        <p:nvPicPr>
          <p:cNvPr id="532" name="Picture 32"/>
          <p:cNvPicPr/>
          <p:nvPr/>
        </p:nvPicPr>
        <p:blipFill>
          <a:blip r:embed="rId3"/>
          <a:stretch/>
        </p:blipFill>
        <p:spPr>
          <a:xfrm rot="10800000">
            <a:off x="11217240" y="-8280"/>
            <a:ext cx="974880" cy="224640"/>
          </a:xfrm>
          <a:prstGeom prst="rect">
            <a:avLst/>
          </a:prstGeom>
          <a:noFill/>
          <a:ln w="0">
            <a:noFill/>
          </a:ln>
        </p:spPr>
      </p:pic>
      <p:sp>
        <p:nvSpPr>
          <p:cNvPr id="533" name="PlaceHolder 1"/>
          <p:cNvSpPr>
            <a:spLocks noGrp="1"/>
          </p:cNvSpPr>
          <p:nvPr>
            <p:ph type="pic"/>
          </p:nvPr>
        </p:nvSpPr>
        <p:spPr>
          <a:xfrm>
            <a:off x="343080" y="1565640"/>
            <a:ext cx="2761920" cy="257544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534" name="PlaceHolder 2"/>
          <p:cNvSpPr>
            <a:spLocks noGrp="1"/>
          </p:cNvSpPr>
          <p:nvPr>
            <p:ph type="pic"/>
          </p:nvPr>
        </p:nvSpPr>
        <p:spPr>
          <a:xfrm>
            <a:off x="3257640" y="1565640"/>
            <a:ext cx="2761920" cy="257544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535" name="PlaceHolder 3"/>
          <p:cNvSpPr>
            <a:spLocks noGrp="1"/>
          </p:cNvSpPr>
          <p:nvPr>
            <p:ph type="body"/>
          </p:nvPr>
        </p:nvSpPr>
        <p:spPr>
          <a:xfrm>
            <a:off x="9086760" y="4164120"/>
            <a:ext cx="2761920" cy="727920"/>
          </a:xfrm>
          <a:prstGeom prst="rect">
            <a:avLst/>
          </a:prstGeom>
          <a:noFill/>
          <a:ln w="0">
            <a:noFill/>
          </a:ln>
        </p:spPr>
        <p:txBody>
          <a:bodyPr lIns="91440" tIns="182880" rIns="45720" bIns="4572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536" name="PlaceHolder 4"/>
          <p:cNvSpPr>
            <a:spLocks noGrp="1"/>
          </p:cNvSpPr>
          <p:nvPr>
            <p:ph type="pic"/>
          </p:nvPr>
        </p:nvSpPr>
        <p:spPr>
          <a:xfrm>
            <a:off x="9086760" y="1565640"/>
            <a:ext cx="2761920" cy="257544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537" name="PlaceHolder 5"/>
          <p:cNvSpPr>
            <a:spLocks noGrp="1"/>
          </p:cNvSpPr>
          <p:nvPr>
            <p:ph type="title"/>
          </p:nvPr>
        </p:nvSpPr>
        <p:spPr>
          <a:xfrm>
            <a:off x="353160" y="162000"/>
            <a:ext cx="11314800" cy="755280"/>
          </a:xfrm>
          <a:prstGeom prst="rect">
            <a:avLst/>
          </a:prstGeom>
          <a:noFill/>
          <a:ln w="0">
            <a:noFill/>
          </a:ln>
        </p:spPr>
        <p:txBody>
          <a:bodyPr lIns="0" tIns="45720" rIns="91440" bIns="45720" anchor="ctr">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538" name="PlaceHolder 6"/>
          <p:cNvSpPr>
            <a:spLocks noGrp="1"/>
          </p:cNvSpPr>
          <p:nvPr>
            <p:ph type="body"/>
          </p:nvPr>
        </p:nvSpPr>
        <p:spPr>
          <a:xfrm>
            <a:off x="343080" y="4164120"/>
            <a:ext cx="2761920" cy="727920"/>
          </a:xfrm>
          <a:prstGeom prst="rect">
            <a:avLst/>
          </a:prstGeom>
          <a:noFill/>
          <a:ln w="0">
            <a:noFill/>
          </a:ln>
        </p:spPr>
        <p:txBody>
          <a:bodyPr lIns="91440" tIns="182880" rIns="45720" bIns="4572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539" name="PlaceHolder 7"/>
          <p:cNvSpPr>
            <a:spLocks noGrp="1"/>
          </p:cNvSpPr>
          <p:nvPr>
            <p:ph type="dt" idx="23"/>
          </p:nvPr>
        </p:nvSpPr>
        <p:spPr>
          <a:xfrm>
            <a:off x="838080" y="6356520"/>
            <a:ext cx="1539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rgbClr val="7F7F7F"/>
                </a:solidFill>
                <a:effectLst/>
                <a:uFillTx/>
                <a:latin typeface="Arial"/>
              </a:defRPr>
            </a:lvl1pPr>
          </a:lstStyle>
          <a:p>
            <a:pPr indent="0" algn="l" defTabSz="914400">
              <a:lnSpc>
                <a:spcPct val="100000"/>
              </a:lnSpc>
              <a:buNone/>
            </a:pPr>
            <a:r>
              <a:rPr lang="en-US" sz="1200" b="0" u="none" strike="noStrike">
                <a:solidFill>
                  <a:srgbClr val="7F7F7F"/>
                </a:solidFill>
                <a:effectLst/>
                <a:uFillTx/>
                <a:latin typeface="Arial"/>
              </a:rPr>
              <a:t>&lt;date/time&gt;</a:t>
            </a:r>
            <a:endParaRPr lang="en-US" sz="1200" b="0" u="none" strike="noStrike">
              <a:solidFill>
                <a:srgbClr val="000000"/>
              </a:solidFill>
              <a:effectLst/>
              <a:uFillTx/>
              <a:latin typeface="Times New Roman"/>
            </a:endParaRPr>
          </a:p>
        </p:txBody>
      </p:sp>
      <p:sp>
        <p:nvSpPr>
          <p:cNvPr id="540" name="PlaceHolder 8"/>
          <p:cNvSpPr>
            <a:spLocks noGrp="1"/>
          </p:cNvSpPr>
          <p:nvPr>
            <p:ph type="body"/>
          </p:nvPr>
        </p:nvSpPr>
        <p:spPr>
          <a:xfrm>
            <a:off x="3257640" y="4164120"/>
            <a:ext cx="2761920" cy="727920"/>
          </a:xfrm>
          <a:prstGeom prst="rect">
            <a:avLst/>
          </a:prstGeom>
          <a:noFill/>
          <a:ln w="0">
            <a:noFill/>
          </a:ln>
        </p:spPr>
        <p:txBody>
          <a:bodyPr lIns="91440" tIns="182880" rIns="45720" bIns="4572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541" name="PlaceHolder 9"/>
          <p:cNvSpPr>
            <a:spLocks noGrp="1"/>
          </p:cNvSpPr>
          <p:nvPr>
            <p:ph type="pic"/>
          </p:nvPr>
        </p:nvSpPr>
        <p:spPr>
          <a:xfrm>
            <a:off x="6172200" y="1565640"/>
            <a:ext cx="2761920" cy="257544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542" name="PlaceHolder 10"/>
          <p:cNvSpPr>
            <a:spLocks noGrp="1"/>
          </p:cNvSpPr>
          <p:nvPr>
            <p:ph type="body"/>
          </p:nvPr>
        </p:nvSpPr>
        <p:spPr>
          <a:xfrm>
            <a:off x="6172200" y="4164120"/>
            <a:ext cx="2761920" cy="727920"/>
          </a:xfrm>
          <a:prstGeom prst="rect">
            <a:avLst/>
          </a:prstGeom>
          <a:noFill/>
          <a:ln w="0">
            <a:noFill/>
          </a:ln>
        </p:spPr>
        <p:txBody>
          <a:bodyPr lIns="91440" tIns="182880" rIns="45720" bIns="4572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Tree>
  </p:cSld>
  <p:clrMapOvr>
    <a:masterClrMapping/>
  </p:clrMapOvr>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8">
    <p:bg>
      <p:bgPr>
        <a:solidFill>
          <a:srgbClr val="F0F0F0"/>
        </a:solidFill>
      </p:bgPr>
    </p:bg>
    <p:spTree>
      <p:nvGrpSpPr>
        <p:cNvPr id="1" name=""/>
        <p:cNvGrpSpPr/>
        <p:nvPr/>
      </p:nvGrpSpPr>
      <p:grpSpPr>
        <a:xfrm>
          <a:off x="0" y="0"/>
          <a:ext cx="0" cy="0"/>
          <a:chOff x="0" y="0"/>
          <a:chExt cx="0" cy="0"/>
        </a:xfrm>
      </p:grpSpPr>
      <p:cxnSp>
        <p:nvCxnSpPr>
          <p:cNvPr id="543" name="Straight Connector 12"/>
          <p:cNvCxnSpPr/>
          <p:nvPr/>
        </p:nvCxnSpPr>
        <p:spPr>
          <a:xfrm>
            <a:off x="11667600" y="6454080"/>
            <a:ext cx="360" cy="183240"/>
          </a:xfrm>
          <a:prstGeom prst="straightConnector1">
            <a:avLst/>
          </a:prstGeom>
          <a:ln>
            <a:solidFill>
              <a:srgbClr val="FFFFFF">
                <a:lumMod val="65000"/>
              </a:srgbClr>
            </a:solidFill>
          </a:ln>
        </p:spPr>
      </p:cxnSp>
      <p:pic>
        <p:nvPicPr>
          <p:cNvPr id="544" name="Picture 11"/>
          <p:cNvPicPr/>
          <p:nvPr/>
        </p:nvPicPr>
        <p:blipFill>
          <a:blip r:embed="rId2"/>
          <a:stretch/>
        </p:blipFill>
        <p:spPr>
          <a:xfrm rot="10800000">
            <a:off x="11232720" y="-30960"/>
            <a:ext cx="974880" cy="224640"/>
          </a:xfrm>
          <a:prstGeom prst="rect">
            <a:avLst/>
          </a:prstGeom>
          <a:noFill/>
          <a:ln w="0">
            <a:noFill/>
          </a:ln>
        </p:spPr>
      </p:pic>
      <p:sp>
        <p:nvSpPr>
          <p:cNvPr id="545"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05238D8B-EA1C-4FD1-854A-2A8C93494FCC}"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546"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547"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548" name="PlaceHolder 1"/>
          <p:cNvSpPr>
            <a:spLocks noGrp="1"/>
          </p:cNvSpPr>
          <p:nvPr>
            <p:ph type="body"/>
          </p:nvPr>
        </p:nvSpPr>
        <p:spPr>
          <a:xfrm>
            <a:off x="353160" y="1046520"/>
            <a:ext cx="11314800" cy="484920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549" name="PlaceHolder 2"/>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9">
    <p:bg>
      <p:bgPr>
        <a:solidFill>
          <a:srgbClr val="F0F0F0"/>
        </a:solidFill>
      </p:bgPr>
    </p:bg>
    <p:spTree>
      <p:nvGrpSpPr>
        <p:cNvPr id="1" name=""/>
        <p:cNvGrpSpPr/>
        <p:nvPr/>
      </p:nvGrpSpPr>
      <p:grpSpPr>
        <a:xfrm>
          <a:off x="0" y="0"/>
          <a:ext cx="0" cy="0"/>
          <a:chOff x="0" y="0"/>
          <a:chExt cx="0" cy="0"/>
        </a:xfrm>
      </p:grpSpPr>
      <p:cxnSp>
        <p:nvCxnSpPr>
          <p:cNvPr id="550" name="Straight Connector 12"/>
          <p:cNvCxnSpPr/>
          <p:nvPr/>
        </p:nvCxnSpPr>
        <p:spPr>
          <a:xfrm>
            <a:off x="11667600" y="6454080"/>
            <a:ext cx="360" cy="183240"/>
          </a:xfrm>
          <a:prstGeom prst="straightConnector1">
            <a:avLst/>
          </a:prstGeom>
          <a:ln>
            <a:solidFill>
              <a:srgbClr val="FFFFFF">
                <a:lumMod val="65000"/>
              </a:srgbClr>
            </a:solidFill>
          </a:ln>
        </p:spPr>
      </p:cxnSp>
      <p:pic>
        <p:nvPicPr>
          <p:cNvPr id="551" name="Picture 11"/>
          <p:cNvPicPr/>
          <p:nvPr/>
        </p:nvPicPr>
        <p:blipFill>
          <a:blip r:embed="rId2"/>
          <a:stretch/>
        </p:blipFill>
        <p:spPr>
          <a:xfrm rot="10800000">
            <a:off x="11232720" y="-30960"/>
            <a:ext cx="974880" cy="224640"/>
          </a:xfrm>
          <a:prstGeom prst="rect">
            <a:avLst/>
          </a:prstGeom>
          <a:noFill/>
          <a:ln w="0">
            <a:noFill/>
          </a:ln>
        </p:spPr>
      </p:pic>
      <p:sp>
        <p:nvSpPr>
          <p:cNvPr id="552"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88AEA99A-AF7C-4DB0-8C77-E85EC5BF0133}"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553"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554"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555" name="PlaceHolder 1"/>
          <p:cNvSpPr>
            <a:spLocks noGrp="1"/>
          </p:cNvSpPr>
          <p:nvPr>
            <p:ph type="body"/>
          </p:nvPr>
        </p:nvSpPr>
        <p:spPr>
          <a:xfrm>
            <a:off x="353160" y="2028240"/>
            <a:ext cx="5454720" cy="414360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556" name="PlaceHolder 2"/>
          <p:cNvSpPr>
            <a:spLocks noGrp="1"/>
          </p:cNvSpPr>
          <p:nvPr>
            <p:ph type="body"/>
          </p:nvPr>
        </p:nvSpPr>
        <p:spPr>
          <a:xfrm>
            <a:off x="6172200" y="2028240"/>
            <a:ext cx="5464440" cy="414360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557" name="PlaceHolder 3"/>
          <p:cNvSpPr>
            <a:spLocks noGrp="1"/>
          </p:cNvSpPr>
          <p:nvPr>
            <p:ph type="body"/>
          </p:nvPr>
        </p:nvSpPr>
        <p:spPr>
          <a:xfrm>
            <a:off x="353160" y="1422000"/>
            <a:ext cx="5464440" cy="491760"/>
          </a:xfrm>
          <a:prstGeom prst="rect">
            <a:avLst/>
          </a:prstGeom>
          <a:noFill/>
          <a:ln w="0">
            <a:noFill/>
          </a:ln>
        </p:spPr>
        <p:txBody>
          <a:bodyPr lIns="90000" tIns="45000" rIns="90000" bIns="45000" anchor="b">
            <a:noAutofit/>
          </a:bodyPr>
          <a:lstStyle>
            <a:lvl1pPr indent="0" algn="l" defTabSz="914400">
              <a:lnSpc>
                <a:spcPct val="90000"/>
              </a:lnSpc>
              <a:spcBef>
                <a:spcPts val="1400"/>
              </a:spcBef>
              <a:buNone/>
              <a:tabLst>
                <a:tab pos="0" algn="l"/>
              </a:tabLst>
              <a:defRPr lang="en-US" sz="24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400" b="1" u="none" strike="noStrike">
                <a:solidFill>
                  <a:schemeClr val="dk1"/>
                </a:solidFill>
                <a:effectLst/>
                <a:uFillTx/>
                <a:latin typeface="Arial"/>
              </a:rPr>
              <a:t>Click to edit Master text styles</a:t>
            </a:r>
            <a:endParaRPr lang="fr-FR" sz="2400" b="0" u="none" strike="noStrike">
              <a:solidFill>
                <a:srgbClr val="7F7F7F"/>
              </a:solidFill>
              <a:effectLst/>
              <a:uFillTx/>
              <a:latin typeface="Arial"/>
            </a:endParaRPr>
          </a:p>
        </p:txBody>
      </p:sp>
      <p:sp>
        <p:nvSpPr>
          <p:cNvPr id="558" name="PlaceHolder 4"/>
          <p:cNvSpPr>
            <a:spLocks noGrp="1"/>
          </p:cNvSpPr>
          <p:nvPr>
            <p:ph type="body"/>
          </p:nvPr>
        </p:nvSpPr>
        <p:spPr>
          <a:xfrm>
            <a:off x="6172200" y="1422000"/>
            <a:ext cx="5464440" cy="491760"/>
          </a:xfrm>
          <a:prstGeom prst="rect">
            <a:avLst/>
          </a:prstGeom>
          <a:noFill/>
          <a:ln w="0">
            <a:noFill/>
          </a:ln>
        </p:spPr>
        <p:txBody>
          <a:bodyPr lIns="90000" tIns="45000" rIns="90000" bIns="45000" anchor="b">
            <a:noAutofit/>
          </a:bodyPr>
          <a:lstStyle>
            <a:lvl1pPr indent="0" algn="l" defTabSz="914400">
              <a:lnSpc>
                <a:spcPct val="90000"/>
              </a:lnSpc>
              <a:spcBef>
                <a:spcPts val="1400"/>
              </a:spcBef>
              <a:buNone/>
              <a:tabLst>
                <a:tab pos="0" algn="l"/>
              </a:tabLst>
              <a:defRPr lang="en-US" sz="24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400" b="1" u="none" strike="noStrike">
                <a:solidFill>
                  <a:schemeClr val="dk1"/>
                </a:solidFill>
                <a:effectLst/>
                <a:uFillTx/>
                <a:latin typeface="Arial"/>
              </a:rPr>
              <a:t>Click to edit Master text styles</a:t>
            </a:r>
            <a:endParaRPr lang="fr-FR" sz="2400" b="0" u="none" strike="noStrike">
              <a:solidFill>
                <a:srgbClr val="7F7F7F"/>
              </a:solidFill>
              <a:effectLst/>
              <a:uFillTx/>
              <a:latin typeface="Arial"/>
            </a:endParaRPr>
          </a:p>
        </p:txBody>
      </p:sp>
      <p:sp>
        <p:nvSpPr>
          <p:cNvPr id="559" name="PlaceHolder 5"/>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560" name="PlaceHolder 6"/>
          <p:cNvSpPr>
            <a:spLocks noGrp="1"/>
          </p:cNvSpPr>
          <p:nvPr>
            <p:ph type="body"/>
          </p:nvPr>
        </p:nvSpPr>
        <p:spPr>
          <a:xfrm>
            <a:off x="353160" y="76176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Tree>
  </p:cSld>
  <p:clrMapOvr>
    <a:masterClrMapping/>
  </p:clrMapOvr>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0">
    <p:bg>
      <p:bgPr>
        <a:solidFill>
          <a:srgbClr val="F0F0F0"/>
        </a:solidFill>
      </p:bgPr>
    </p:bg>
    <p:spTree>
      <p:nvGrpSpPr>
        <p:cNvPr id="1" name=""/>
        <p:cNvGrpSpPr/>
        <p:nvPr/>
      </p:nvGrpSpPr>
      <p:grpSpPr>
        <a:xfrm>
          <a:off x="0" y="0"/>
          <a:ext cx="0" cy="0"/>
          <a:chOff x="0" y="0"/>
          <a:chExt cx="0" cy="0"/>
        </a:xfrm>
      </p:grpSpPr>
      <p:cxnSp>
        <p:nvCxnSpPr>
          <p:cNvPr id="561" name="Straight Connector 12"/>
          <p:cNvCxnSpPr/>
          <p:nvPr/>
        </p:nvCxnSpPr>
        <p:spPr>
          <a:xfrm>
            <a:off x="11667600" y="6454080"/>
            <a:ext cx="360" cy="183240"/>
          </a:xfrm>
          <a:prstGeom prst="straightConnector1">
            <a:avLst/>
          </a:prstGeom>
          <a:ln>
            <a:solidFill>
              <a:srgbClr val="FFFFFF">
                <a:lumMod val="65000"/>
              </a:srgbClr>
            </a:solidFill>
          </a:ln>
        </p:spPr>
      </p:cxnSp>
      <p:pic>
        <p:nvPicPr>
          <p:cNvPr id="562" name="Picture 11"/>
          <p:cNvPicPr/>
          <p:nvPr/>
        </p:nvPicPr>
        <p:blipFill>
          <a:blip r:embed="rId2"/>
          <a:stretch/>
        </p:blipFill>
        <p:spPr>
          <a:xfrm rot="10800000">
            <a:off x="11232720" y="-30960"/>
            <a:ext cx="974880" cy="224640"/>
          </a:xfrm>
          <a:prstGeom prst="rect">
            <a:avLst/>
          </a:prstGeom>
          <a:noFill/>
          <a:ln w="0">
            <a:noFill/>
          </a:ln>
        </p:spPr>
      </p:pic>
      <p:sp>
        <p:nvSpPr>
          <p:cNvPr id="563"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63E955ED-0DF4-4BBC-9352-19B24D4B55E6}"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564"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565"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566" name="PlaceHolder 1"/>
          <p:cNvSpPr>
            <a:spLocks noGrp="1"/>
          </p:cNvSpPr>
          <p:nvPr>
            <p:ph type="body"/>
          </p:nvPr>
        </p:nvSpPr>
        <p:spPr>
          <a:xfrm>
            <a:off x="353160" y="2002320"/>
            <a:ext cx="3730320" cy="4169520"/>
          </a:xfrm>
          <a:prstGeom prst="rect">
            <a:avLst/>
          </a:prstGeom>
          <a:noFill/>
          <a:ln w="0">
            <a:noFill/>
          </a:ln>
        </p:spPr>
        <p:txBody>
          <a:bodyPr lIns="90000" tIns="45000" rIns="0" bIns="4500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567" name="PlaceHolder 2"/>
          <p:cNvSpPr>
            <a:spLocks noGrp="1"/>
          </p:cNvSpPr>
          <p:nvPr>
            <p:ph type="body"/>
          </p:nvPr>
        </p:nvSpPr>
        <p:spPr>
          <a:xfrm>
            <a:off x="4229280" y="2002320"/>
            <a:ext cx="3733560" cy="4169520"/>
          </a:xfrm>
          <a:prstGeom prst="rect">
            <a:avLst/>
          </a:prstGeom>
          <a:noFill/>
          <a:ln w="0">
            <a:noFill/>
          </a:ln>
        </p:spPr>
        <p:txBody>
          <a:bodyPr lIns="90000" tIns="45000" rIns="0" bIns="4500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568" name="PlaceHolder 3"/>
          <p:cNvSpPr>
            <a:spLocks noGrp="1"/>
          </p:cNvSpPr>
          <p:nvPr>
            <p:ph type="body"/>
          </p:nvPr>
        </p:nvSpPr>
        <p:spPr>
          <a:xfrm>
            <a:off x="352800" y="1386720"/>
            <a:ext cx="3730320" cy="491760"/>
          </a:xfrm>
          <a:prstGeom prst="rect">
            <a:avLst/>
          </a:prstGeom>
          <a:noFill/>
          <a:ln w="0">
            <a:noFill/>
          </a:ln>
        </p:spPr>
        <p:txBody>
          <a:bodyPr lIns="90000" tIns="45000" rIns="0" bIns="4500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p:txBody>
      </p:sp>
      <p:sp>
        <p:nvSpPr>
          <p:cNvPr id="569" name="PlaceHolder 4"/>
          <p:cNvSpPr>
            <a:spLocks noGrp="1"/>
          </p:cNvSpPr>
          <p:nvPr>
            <p:ph type="body"/>
          </p:nvPr>
        </p:nvSpPr>
        <p:spPr>
          <a:xfrm>
            <a:off x="4229280" y="1386720"/>
            <a:ext cx="3733560" cy="491760"/>
          </a:xfrm>
          <a:prstGeom prst="rect">
            <a:avLst/>
          </a:prstGeom>
          <a:noFill/>
          <a:ln w="0">
            <a:noFill/>
          </a:ln>
        </p:spPr>
        <p:txBody>
          <a:bodyPr lIns="90000" tIns="45000" rIns="0" bIns="4500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p:txBody>
      </p:sp>
      <p:sp>
        <p:nvSpPr>
          <p:cNvPr id="570" name="PlaceHolder 5"/>
          <p:cNvSpPr>
            <a:spLocks noGrp="1"/>
          </p:cNvSpPr>
          <p:nvPr>
            <p:ph type="body"/>
          </p:nvPr>
        </p:nvSpPr>
        <p:spPr>
          <a:xfrm>
            <a:off x="352800" y="76068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1" u="none" strike="noStrike">
              <a:solidFill>
                <a:schemeClr val="dk1"/>
              </a:solidFill>
              <a:effectLst/>
              <a:uFillTx/>
              <a:latin typeface="Arial"/>
            </a:endParaRPr>
          </a:p>
        </p:txBody>
      </p:sp>
      <p:sp>
        <p:nvSpPr>
          <p:cNvPr id="571" name="PlaceHolder 6"/>
          <p:cNvSpPr>
            <a:spLocks noGrp="1"/>
          </p:cNvSpPr>
          <p:nvPr>
            <p:ph type="body"/>
          </p:nvPr>
        </p:nvSpPr>
        <p:spPr>
          <a:xfrm>
            <a:off x="8115480" y="2002320"/>
            <a:ext cx="3733560" cy="4169520"/>
          </a:xfrm>
          <a:prstGeom prst="rect">
            <a:avLst/>
          </a:prstGeom>
          <a:noFill/>
          <a:ln w="0">
            <a:noFill/>
          </a:ln>
        </p:spPr>
        <p:txBody>
          <a:bodyPr lIns="90000" tIns="45000" rIns="0" bIns="45000" anchor="t">
            <a:noAutofit/>
          </a:bodyPr>
          <a:lstStyle>
            <a:lvl1pPr algn="l" defTabSz="914400">
              <a:lnSpc>
                <a:spcPct val="90000"/>
              </a:lnSpc>
              <a:spcBef>
                <a:spcPts val="1400"/>
              </a:spcBef>
              <a:buClr>
                <a:srgbClr val="000000"/>
              </a:buClr>
              <a:buFont typeface="Arial"/>
              <a:buChar char="•"/>
              <a:tabLst>
                <a:tab pos="0" algn="l"/>
              </a:tabLst>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tabLst>
                <a:tab pos="0" algn="l"/>
              </a:tabLst>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tabLst>
                <a:tab pos="0" algn="l"/>
              </a:tabLst>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tabLst>
                <a:tab pos="0" algn="l"/>
              </a:tabLst>
            </a:pPr>
            <a:r>
              <a:rPr lang="en-US" sz="2000" b="0"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tabLst>
                <a:tab pos="0" algn="l"/>
              </a:tabLst>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tabLst>
                <a:tab pos="0" algn="l"/>
              </a:tabLst>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572" name="PlaceHolder 7"/>
          <p:cNvSpPr>
            <a:spLocks noGrp="1"/>
          </p:cNvSpPr>
          <p:nvPr>
            <p:ph type="body"/>
          </p:nvPr>
        </p:nvSpPr>
        <p:spPr>
          <a:xfrm>
            <a:off x="8115480" y="1386720"/>
            <a:ext cx="3733560" cy="491760"/>
          </a:xfrm>
          <a:prstGeom prst="rect">
            <a:avLst/>
          </a:prstGeom>
          <a:noFill/>
          <a:ln w="0">
            <a:noFill/>
          </a:ln>
        </p:spPr>
        <p:txBody>
          <a:bodyPr lIns="90000" tIns="45000" rIns="0" bIns="4500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 styles</a:t>
            </a:r>
            <a:endParaRPr lang="fr-FR" sz="2000" b="1" u="none" strike="noStrike">
              <a:solidFill>
                <a:schemeClr val="dk1"/>
              </a:solidFill>
              <a:effectLst/>
              <a:uFillTx/>
              <a:latin typeface="Arial"/>
            </a:endParaRPr>
          </a:p>
        </p:txBody>
      </p:sp>
      <p:sp>
        <p:nvSpPr>
          <p:cNvPr id="573" name="PlaceHolder 8"/>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1">
    <p:bg>
      <p:bgPr>
        <a:solidFill>
          <a:srgbClr val="F0F0F0"/>
        </a:solidFill>
      </p:bgPr>
    </p:bg>
    <p:spTree>
      <p:nvGrpSpPr>
        <p:cNvPr id="1" name=""/>
        <p:cNvGrpSpPr/>
        <p:nvPr/>
      </p:nvGrpSpPr>
      <p:grpSpPr>
        <a:xfrm>
          <a:off x="0" y="0"/>
          <a:ext cx="0" cy="0"/>
          <a:chOff x="0" y="0"/>
          <a:chExt cx="0" cy="0"/>
        </a:xfrm>
      </p:grpSpPr>
      <p:cxnSp>
        <p:nvCxnSpPr>
          <p:cNvPr id="574" name="Straight Connector 12"/>
          <p:cNvCxnSpPr/>
          <p:nvPr/>
        </p:nvCxnSpPr>
        <p:spPr>
          <a:xfrm>
            <a:off x="11667600" y="6454080"/>
            <a:ext cx="360" cy="183240"/>
          </a:xfrm>
          <a:prstGeom prst="straightConnector1">
            <a:avLst/>
          </a:prstGeom>
          <a:ln>
            <a:solidFill>
              <a:srgbClr val="FFFFFF">
                <a:lumMod val="65000"/>
              </a:srgbClr>
            </a:solidFill>
          </a:ln>
        </p:spPr>
      </p:cxnSp>
      <p:pic>
        <p:nvPicPr>
          <p:cNvPr id="575" name="Picture 11"/>
          <p:cNvPicPr/>
          <p:nvPr/>
        </p:nvPicPr>
        <p:blipFill>
          <a:blip r:embed="rId2"/>
          <a:stretch/>
        </p:blipFill>
        <p:spPr>
          <a:xfrm rot="10800000">
            <a:off x="11232720" y="-30960"/>
            <a:ext cx="974880" cy="224640"/>
          </a:xfrm>
          <a:prstGeom prst="rect">
            <a:avLst/>
          </a:prstGeom>
          <a:noFill/>
          <a:ln w="0">
            <a:noFill/>
          </a:ln>
        </p:spPr>
      </p:pic>
      <p:sp>
        <p:nvSpPr>
          <p:cNvPr id="576"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02563941-7D41-491A-A802-51D05E6FAA2A}"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577"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578"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579" name="PlaceHolder 1"/>
          <p:cNvSpPr>
            <a:spLocks noGrp="1"/>
          </p:cNvSpPr>
          <p:nvPr>
            <p:ph type="body"/>
          </p:nvPr>
        </p:nvSpPr>
        <p:spPr>
          <a:xfrm>
            <a:off x="353160" y="1509480"/>
            <a:ext cx="3723480" cy="466236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580" name="PlaceHolder 2"/>
          <p:cNvSpPr>
            <a:spLocks noGrp="1"/>
          </p:cNvSpPr>
          <p:nvPr>
            <p:ph type="body"/>
          </p:nvPr>
        </p:nvSpPr>
        <p:spPr>
          <a:xfrm>
            <a:off x="4229280" y="1509480"/>
            <a:ext cx="3733560" cy="466236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581" name="PlaceHolder 3"/>
          <p:cNvSpPr>
            <a:spLocks noGrp="1"/>
          </p:cNvSpPr>
          <p:nvPr>
            <p:ph type="body"/>
          </p:nvPr>
        </p:nvSpPr>
        <p:spPr>
          <a:xfrm>
            <a:off x="8115480" y="1509480"/>
            <a:ext cx="3733560" cy="466236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000" b="0" u="none" strike="noStrike">
                <a:solidFill>
                  <a:schemeClr val="dk1"/>
                </a:solidFill>
                <a:effectLst/>
                <a:uFillTx/>
                <a:latin typeface="Arial"/>
              </a:rPr>
              <a:t>Click to edit Master text styles</a:t>
            </a:r>
            <a:endParaRPr lang="fr-FR" sz="20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582" name="PlaceHolder 4"/>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583" name="PlaceHolder 5"/>
          <p:cNvSpPr>
            <a:spLocks noGrp="1"/>
          </p:cNvSpPr>
          <p:nvPr>
            <p:ph type="body"/>
          </p:nvPr>
        </p:nvSpPr>
        <p:spPr>
          <a:xfrm>
            <a:off x="353160" y="76176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Tree>
  </p:cSld>
  <p:clrMapOvr>
    <a:masterClrMapping/>
  </p:clrMapOvr>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2">
    <p:bg>
      <p:bgPr>
        <a:solidFill>
          <a:srgbClr val="F0F0F0"/>
        </a:solidFill>
      </p:bgPr>
    </p:bg>
    <p:spTree>
      <p:nvGrpSpPr>
        <p:cNvPr id="1" name=""/>
        <p:cNvGrpSpPr/>
        <p:nvPr/>
      </p:nvGrpSpPr>
      <p:grpSpPr>
        <a:xfrm>
          <a:off x="0" y="0"/>
          <a:ext cx="0" cy="0"/>
          <a:chOff x="0" y="0"/>
          <a:chExt cx="0" cy="0"/>
        </a:xfrm>
      </p:grpSpPr>
      <p:cxnSp>
        <p:nvCxnSpPr>
          <p:cNvPr id="584" name="Straight Connector 12"/>
          <p:cNvCxnSpPr/>
          <p:nvPr/>
        </p:nvCxnSpPr>
        <p:spPr>
          <a:xfrm>
            <a:off x="11667600" y="6454080"/>
            <a:ext cx="360" cy="183240"/>
          </a:xfrm>
          <a:prstGeom prst="straightConnector1">
            <a:avLst/>
          </a:prstGeom>
          <a:ln>
            <a:solidFill>
              <a:srgbClr val="FFFFFF">
                <a:lumMod val="65000"/>
              </a:srgbClr>
            </a:solidFill>
          </a:ln>
        </p:spPr>
      </p:cxnSp>
      <p:pic>
        <p:nvPicPr>
          <p:cNvPr id="585" name="Picture 11"/>
          <p:cNvPicPr/>
          <p:nvPr/>
        </p:nvPicPr>
        <p:blipFill>
          <a:blip r:embed="rId2"/>
          <a:stretch/>
        </p:blipFill>
        <p:spPr>
          <a:xfrm rot="10800000">
            <a:off x="11232720" y="-30960"/>
            <a:ext cx="974880" cy="224640"/>
          </a:xfrm>
          <a:prstGeom prst="rect">
            <a:avLst/>
          </a:prstGeom>
          <a:noFill/>
          <a:ln w="0">
            <a:noFill/>
          </a:ln>
        </p:spPr>
      </p:pic>
      <p:sp>
        <p:nvSpPr>
          <p:cNvPr id="586"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4EAA1DB4-1C7A-4021-B5B1-A6FC0FFC5536}"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587"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588"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589" name="PlaceHolder 1"/>
          <p:cNvSpPr>
            <a:spLocks noGrp="1"/>
          </p:cNvSpPr>
          <p:nvPr>
            <p:ph type="body"/>
          </p:nvPr>
        </p:nvSpPr>
        <p:spPr>
          <a:xfrm>
            <a:off x="353160" y="76032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chemeClr val="dk1"/>
              </a:solidFill>
              <a:effectLst/>
              <a:uFillTx/>
              <a:latin typeface="Arial"/>
            </a:endParaRPr>
          </a:p>
        </p:txBody>
      </p:sp>
      <p:sp>
        <p:nvSpPr>
          <p:cNvPr id="590" name="PlaceHolder 2"/>
          <p:cNvSpPr>
            <a:spLocks noGrp="1"/>
          </p:cNvSpPr>
          <p:nvPr>
            <p:ph type="body"/>
          </p:nvPr>
        </p:nvSpPr>
        <p:spPr>
          <a:xfrm>
            <a:off x="353160" y="1509480"/>
            <a:ext cx="7619760" cy="4662360"/>
          </a:xfrm>
          <a:prstGeom prst="rect">
            <a:avLst/>
          </a:prstGeom>
          <a:noFill/>
          <a:ln w="0">
            <a:noFill/>
          </a:ln>
        </p:spPr>
        <p:txBody>
          <a:bodyPr lIns="90000" tIns="45000" rIns="90000" bIns="45000" anchor="t">
            <a:noAutofit/>
          </a:bodyPr>
          <a:lstStyle>
            <a:lvl1pPr indent="0" algn="ctr" defTabSz="914400">
              <a:lnSpc>
                <a:spcPct val="100000"/>
              </a:lnSpc>
              <a:buNone/>
              <a:tabLst>
                <a:tab pos="0" algn="l"/>
              </a:tabLst>
              <a:defRPr lang="en-US" sz="1800" b="0" u="none" strike="noStrike">
                <a:solidFill>
                  <a:schemeClr val="dk1"/>
                </a:solidFill>
                <a:effectLst/>
                <a:uFillTx/>
                <a:latin typeface="Arial"/>
              </a:defRPr>
            </a:lvl1pPr>
          </a:lstStyle>
          <a:p>
            <a:pPr indent="0" algn="ctr" defTabSz="914400">
              <a:lnSpc>
                <a:spcPct val="100000"/>
              </a:lnSpc>
              <a:buNone/>
              <a:tabLst>
                <a:tab pos="0" algn="l"/>
              </a:tabLst>
            </a:pPr>
            <a:r>
              <a:rPr lang="en-US" sz="1800" b="0" u="none" strike="noStrike">
                <a:solidFill>
                  <a:schemeClr val="dk1"/>
                </a:solidFill>
                <a:effectLst/>
                <a:uFillTx/>
                <a:latin typeface="Arial"/>
              </a:rPr>
              <a:t>Click icon to add chart</a:t>
            </a:r>
            <a:endParaRPr lang="fr-FR" sz="1800" b="0" u="none" strike="noStrike">
              <a:solidFill>
                <a:schemeClr val="dk1"/>
              </a:solidFill>
              <a:effectLst/>
              <a:uFillTx/>
              <a:latin typeface="Arial"/>
            </a:endParaRPr>
          </a:p>
        </p:txBody>
      </p:sp>
      <p:sp>
        <p:nvSpPr>
          <p:cNvPr id="591" name="PlaceHolder 3"/>
          <p:cNvSpPr>
            <a:spLocks noGrp="1"/>
          </p:cNvSpPr>
          <p:nvPr>
            <p:ph type="body"/>
          </p:nvPr>
        </p:nvSpPr>
        <p:spPr>
          <a:xfrm>
            <a:off x="8115480" y="1509480"/>
            <a:ext cx="3733560" cy="466236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tabLst>
                <a:tab pos="0" algn="l"/>
              </a:tabLst>
              <a:defRPr lang="en-US" sz="20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tabLst>
                <a:tab pos="0" algn="l"/>
              </a:tabLst>
              <a:defRPr lang="en-US" sz="16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tabLst>
                <a:tab pos="0" algn="l"/>
              </a:tabLst>
              <a:defRPr lang="en-US" sz="14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tabLst>
                <a:tab pos="0" algn="l"/>
              </a:tabLst>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a:p>
            <a:pPr marL="628560" lvl="1" indent="-228600" algn="l" defTabSz="914400">
              <a:lnSpc>
                <a:spcPct val="90000"/>
              </a:lnSpc>
              <a:spcBef>
                <a:spcPts val="901"/>
              </a:spcBef>
              <a:buClr>
                <a:srgbClr val="000000"/>
              </a:buClr>
              <a:buFont typeface="Arial"/>
              <a:buChar char="•"/>
              <a:tabLst>
                <a:tab pos="0" algn="l"/>
              </a:tabLst>
            </a:pPr>
            <a:r>
              <a:rPr lang="en-US" sz="1600" b="0" u="none" strike="noStrike">
                <a:solidFill>
                  <a:schemeClr val="dk1"/>
                </a:solidFill>
                <a:effectLst/>
                <a:uFillTx/>
                <a:latin typeface="Arial"/>
              </a:rPr>
              <a:t>Second level</a:t>
            </a:r>
            <a:endParaRPr lang="fr-FR" sz="16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tabLst>
                <a:tab pos="0" algn="l"/>
              </a:tabLst>
            </a:pPr>
            <a:r>
              <a:rPr lang="en-US" sz="1400" b="0" u="none" strike="noStrike">
                <a:solidFill>
                  <a:schemeClr val="dk1"/>
                </a:solidFill>
                <a:effectLst/>
                <a:uFillTx/>
                <a:latin typeface="Arial"/>
              </a:rPr>
              <a:t>Third level</a:t>
            </a:r>
            <a:endParaRPr lang="fr-FR" sz="1400" b="0" u="none" strike="noStrike">
              <a:solidFill>
                <a:schemeClr val="dk1"/>
              </a:solidFill>
              <a:effectLst/>
              <a:uFillTx/>
              <a:latin typeface="Arial"/>
            </a:endParaRPr>
          </a:p>
        </p:txBody>
      </p:sp>
      <p:sp>
        <p:nvSpPr>
          <p:cNvPr id="592" name="PlaceHolder 4"/>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3">
    <p:bg>
      <p:bgPr>
        <a:solidFill>
          <a:srgbClr val="F0F0F0"/>
        </a:solidFill>
      </p:bgPr>
    </p:bg>
    <p:spTree>
      <p:nvGrpSpPr>
        <p:cNvPr id="1" name=""/>
        <p:cNvGrpSpPr/>
        <p:nvPr/>
      </p:nvGrpSpPr>
      <p:grpSpPr>
        <a:xfrm>
          <a:off x="0" y="0"/>
          <a:ext cx="0" cy="0"/>
          <a:chOff x="0" y="0"/>
          <a:chExt cx="0" cy="0"/>
        </a:xfrm>
      </p:grpSpPr>
      <p:cxnSp>
        <p:nvCxnSpPr>
          <p:cNvPr id="593" name="Straight Connector 12"/>
          <p:cNvCxnSpPr/>
          <p:nvPr/>
        </p:nvCxnSpPr>
        <p:spPr>
          <a:xfrm>
            <a:off x="11667600" y="6454080"/>
            <a:ext cx="360" cy="183240"/>
          </a:xfrm>
          <a:prstGeom prst="straightConnector1">
            <a:avLst/>
          </a:prstGeom>
          <a:ln>
            <a:solidFill>
              <a:srgbClr val="FFFFFF">
                <a:lumMod val="65000"/>
              </a:srgbClr>
            </a:solidFill>
          </a:ln>
        </p:spPr>
      </p:cxnSp>
      <p:pic>
        <p:nvPicPr>
          <p:cNvPr id="594" name="Picture 11"/>
          <p:cNvPicPr/>
          <p:nvPr/>
        </p:nvPicPr>
        <p:blipFill>
          <a:blip r:embed="rId2"/>
          <a:stretch/>
        </p:blipFill>
        <p:spPr>
          <a:xfrm rot="10800000">
            <a:off x="11232720" y="-30960"/>
            <a:ext cx="974880" cy="224640"/>
          </a:xfrm>
          <a:prstGeom prst="rect">
            <a:avLst/>
          </a:prstGeom>
          <a:noFill/>
          <a:ln w="0">
            <a:noFill/>
          </a:ln>
        </p:spPr>
      </p:pic>
      <p:sp>
        <p:nvSpPr>
          <p:cNvPr id="595"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B5F0C72B-A27D-411F-80A9-8EA19AD3D811}"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596"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597"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598" name="PlaceHolder 1"/>
          <p:cNvSpPr>
            <a:spLocks noGrp="1"/>
          </p:cNvSpPr>
          <p:nvPr>
            <p:ph type="body"/>
          </p:nvPr>
        </p:nvSpPr>
        <p:spPr>
          <a:xfrm>
            <a:off x="8115480" y="1551960"/>
            <a:ext cx="3733560" cy="4654800"/>
          </a:xfrm>
          <a:prstGeom prst="rect">
            <a:avLst/>
          </a:prstGeom>
          <a:noFill/>
          <a:ln w="0">
            <a:noFill/>
          </a:ln>
        </p:spPr>
        <p:txBody>
          <a:bodyPr lIns="90000" tIns="45000" rIns="90000" bIns="45000" anchor="t">
            <a:noAutofit/>
          </a:bodyPr>
          <a:lstStyle>
            <a:lvl1pPr indent="0" algn="l" defTabSz="914400">
              <a:lnSpc>
                <a:spcPct val="90000"/>
              </a:lnSpc>
              <a:spcBef>
                <a:spcPts val="1400"/>
              </a:spcBef>
              <a:buNone/>
              <a:tabLst>
                <a:tab pos="0" algn="l"/>
              </a:tabLst>
              <a:defRPr lang="en-US" sz="20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0"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
        <p:nvSpPr>
          <p:cNvPr id="599" name="PlaceHolder 2"/>
          <p:cNvSpPr>
            <a:spLocks noGrp="1"/>
          </p:cNvSpPr>
          <p:nvPr>
            <p:ph type="body"/>
          </p:nvPr>
        </p:nvSpPr>
        <p:spPr>
          <a:xfrm>
            <a:off x="353160" y="75924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chemeClr val="dk1"/>
              </a:solidFill>
              <a:effectLst/>
              <a:uFillTx/>
              <a:latin typeface="Arial"/>
            </a:endParaRPr>
          </a:p>
        </p:txBody>
      </p:sp>
      <p:sp>
        <p:nvSpPr>
          <p:cNvPr id="600" name="PlaceHolder 3"/>
          <p:cNvSpPr>
            <a:spLocks noGrp="1"/>
          </p:cNvSpPr>
          <p:nvPr>
            <p:ph type="body"/>
          </p:nvPr>
        </p:nvSpPr>
        <p:spPr>
          <a:xfrm>
            <a:off x="353160" y="1557000"/>
            <a:ext cx="7619760" cy="4614840"/>
          </a:xfrm>
          <a:prstGeom prst="rect">
            <a:avLst/>
          </a:prstGeom>
          <a:noFill/>
          <a:ln w="0">
            <a:noFill/>
          </a:ln>
        </p:spPr>
        <p:txBody>
          <a:bodyPr lIns="90000" tIns="45000" rIns="90000" bIns="45000" anchor="t">
            <a:noAutofit/>
          </a:bodyPr>
          <a:lstStyle>
            <a:lvl1pPr indent="0" algn="ctr" defTabSz="914400">
              <a:lnSpc>
                <a:spcPct val="100000"/>
              </a:lnSpc>
              <a:buNone/>
              <a:tabLst>
                <a:tab pos="0" algn="l"/>
              </a:tabLst>
              <a:defRPr lang="en-US" sz="1800" b="0" u="none" strike="noStrike">
                <a:solidFill>
                  <a:schemeClr val="dk1"/>
                </a:solidFill>
                <a:effectLst/>
                <a:uFillTx/>
                <a:latin typeface="Arial"/>
              </a:defRPr>
            </a:lvl1pPr>
          </a:lstStyle>
          <a:p>
            <a:pPr indent="0" algn="ctr" defTabSz="914400">
              <a:lnSpc>
                <a:spcPct val="100000"/>
              </a:lnSpc>
              <a:buNone/>
              <a:tabLst>
                <a:tab pos="0" algn="l"/>
              </a:tabLst>
            </a:pPr>
            <a:r>
              <a:rPr lang="en-US" sz="1800" b="0" u="none" strike="noStrike">
                <a:solidFill>
                  <a:schemeClr val="dk1"/>
                </a:solidFill>
                <a:effectLst/>
                <a:uFillTx/>
                <a:latin typeface="Arial"/>
              </a:rPr>
              <a:t>Click icon to add chart</a:t>
            </a:r>
            <a:endParaRPr lang="fr-FR" sz="1800" b="0" u="none" strike="noStrike">
              <a:solidFill>
                <a:schemeClr val="dk1"/>
              </a:solidFill>
              <a:effectLst/>
              <a:uFillTx/>
              <a:latin typeface="Arial"/>
            </a:endParaRPr>
          </a:p>
        </p:txBody>
      </p:sp>
      <p:sp>
        <p:nvSpPr>
          <p:cNvPr id="601" name="PlaceHolder 4"/>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4">
    <p:bg>
      <p:bgPr>
        <a:solidFill>
          <a:srgbClr val="F0F0F0"/>
        </a:solidFill>
      </p:bgPr>
    </p:bg>
    <p:spTree>
      <p:nvGrpSpPr>
        <p:cNvPr id="1" name=""/>
        <p:cNvGrpSpPr/>
        <p:nvPr/>
      </p:nvGrpSpPr>
      <p:grpSpPr>
        <a:xfrm>
          <a:off x="0" y="0"/>
          <a:ext cx="0" cy="0"/>
          <a:chOff x="0" y="0"/>
          <a:chExt cx="0" cy="0"/>
        </a:xfrm>
      </p:grpSpPr>
      <p:cxnSp>
        <p:nvCxnSpPr>
          <p:cNvPr id="602" name="Straight Connector 12"/>
          <p:cNvCxnSpPr/>
          <p:nvPr/>
        </p:nvCxnSpPr>
        <p:spPr>
          <a:xfrm>
            <a:off x="11667600" y="6454080"/>
            <a:ext cx="360" cy="183240"/>
          </a:xfrm>
          <a:prstGeom prst="straightConnector1">
            <a:avLst/>
          </a:prstGeom>
          <a:ln>
            <a:solidFill>
              <a:srgbClr val="FFFFFF">
                <a:lumMod val="65000"/>
              </a:srgbClr>
            </a:solidFill>
          </a:ln>
        </p:spPr>
      </p:cxnSp>
      <p:pic>
        <p:nvPicPr>
          <p:cNvPr id="603" name="Picture 11"/>
          <p:cNvPicPr/>
          <p:nvPr/>
        </p:nvPicPr>
        <p:blipFill>
          <a:blip r:embed="rId2"/>
          <a:stretch/>
        </p:blipFill>
        <p:spPr>
          <a:xfrm rot="10800000">
            <a:off x="11232720" y="-30960"/>
            <a:ext cx="974880" cy="224640"/>
          </a:xfrm>
          <a:prstGeom prst="rect">
            <a:avLst/>
          </a:prstGeom>
          <a:noFill/>
          <a:ln w="0">
            <a:noFill/>
          </a:ln>
        </p:spPr>
      </p:pic>
      <p:sp>
        <p:nvSpPr>
          <p:cNvPr id="604"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E03443E6-80B4-45A2-8061-545254715282}"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605"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06"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607" name="PlaceHolder 1"/>
          <p:cNvSpPr>
            <a:spLocks noGrp="1"/>
          </p:cNvSpPr>
          <p:nvPr>
            <p:ph type="body"/>
          </p:nvPr>
        </p:nvSpPr>
        <p:spPr>
          <a:xfrm>
            <a:off x="343080" y="2000160"/>
            <a:ext cx="3733560" cy="4100400"/>
          </a:xfrm>
          <a:prstGeom prst="rect">
            <a:avLst/>
          </a:prstGeom>
          <a:noFill/>
          <a:ln w="0">
            <a:noFill/>
          </a:ln>
        </p:spPr>
        <p:txBody>
          <a:bodyPr lIns="90000" tIns="45000" rIns="90000" bIns="45000" anchor="t">
            <a:noAutofit/>
          </a:bodyPr>
          <a:lstStyle>
            <a:lvl1pPr indent="0" algn="ctr" defTabSz="914400">
              <a:lnSpc>
                <a:spcPct val="100000"/>
              </a:lnSpc>
              <a:buNone/>
              <a:tabLst>
                <a:tab pos="0" algn="l"/>
              </a:tabLst>
              <a:defRPr lang="en-US" sz="1800" b="0" u="none" strike="noStrike">
                <a:solidFill>
                  <a:schemeClr val="dk1"/>
                </a:solidFill>
                <a:effectLst/>
                <a:uFillTx/>
                <a:latin typeface="Arial"/>
              </a:defRPr>
            </a:lvl1pPr>
          </a:lstStyle>
          <a:p>
            <a:pPr indent="0" algn="ctr" defTabSz="914400">
              <a:lnSpc>
                <a:spcPct val="100000"/>
              </a:lnSpc>
              <a:buNone/>
              <a:tabLst>
                <a:tab pos="0" algn="l"/>
              </a:tabLst>
            </a:pPr>
            <a:r>
              <a:rPr lang="en-US" sz="1800" b="0" u="none" strike="noStrike">
                <a:solidFill>
                  <a:schemeClr val="dk1"/>
                </a:solidFill>
                <a:effectLst/>
                <a:uFillTx/>
                <a:latin typeface="Arial"/>
              </a:rPr>
              <a:t>Click icon to add chart</a:t>
            </a:r>
            <a:endParaRPr lang="fr-FR" sz="1800" b="0" u="none" strike="noStrike">
              <a:solidFill>
                <a:schemeClr val="dk1"/>
              </a:solidFill>
              <a:effectLst/>
              <a:uFillTx/>
              <a:latin typeface="Arial"/>
            </a:endParaRPr>
          </a:p>
        </p:txBody>
      </p:sp>
      <p:sp>
        <p:nvSpPr>
          <p:cNvPr id="608" name="PlaceHolder 2"/>
          <p:cNvSpPr>
            <a:spLocks noGrp="1"/>
          </p:cNvSpPr>
          <p:nvPr>
            <p:ph type="body"/>
          </p:nvPr>
        </p:nvSpPr>
        <p:spPr>
          <a:xfrm>
            <a:off x="352800" y="1375200"/>
            <a:ext cx="3730320" cy="491760"/>
          </a:xfrm>
          <a:prstGeom prst="rect">
            <a:avLst/>
          </a:prstGeom>
          <a:noFill/>
          <a:ln w="0">
            <a:noFill/>
          </a:ln>
        </p:spPr>
        <p:txBody>
          <a:bodyPr lIns="90000" tIns="45000" rIns="90000" bIns="4500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
        <p:nvSpPr>
          <p:cNvPr id="609" name="PlaceHolder 3"/>
          <p:cNvSpPr>
            <a:spLocks noGrp="1"/>
          </p:cNvSpPr>
          <p:nvPr>
            <p:ph type="body"/>
          </p:nvPr>
        </p:nvSpPr>
        <p:spPr>
          <a:xfrm>
            <a:off x="4229280" y="1375200"/>
            <a:ext cx="3733560" cy="491760"/>
          </a:xfrm>
          <a:prstGeom prst="rect">
            <a:avLst/>
          </a:prstGeom>
          <a:noFill/>
          <a:ln w="0">
            <a:noFill/>
          </a:ln>
        </p:spPr>
        <p:txBody>
          <a:bodyPr lIns="90000" tIns="45000" rIns="90000" bIns="4500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
        <p:nvSpPr>
          <p:cNvPr id="610" name="PlaceHolder 4"/>
          <p:cNvSpPr>
            <a:spLocks noGrp="1"/>
          </p:cNvSpPr>
          <p:nvPr>
            <p:ph type="body"/>
          </p:nvPr>
        </p:nvSpPr>
        <p:spPr>
          <a:xfrm>
            <a:off x="353160" y="75960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chemeClr val="dk1"/>
              </a:solidFill>
              <a:effectLst/>
              <a:uFillTx/>
              <a:latin typeface="Arial"/>
            </a:endParaRPr>
          </a:p>
        </p:txBody>
      </p:sp>
      <p:sp>
        <p:nvSpPr>
          <p:cNvPr id="611" name="PlaceHolder 5"/>
          <p:cNvSpPr>
            <a:spLocks noGrp="1"/>
          </p:cNvSpPr>
          <p:nvPr>
            <p:ph type="body"/>
          </p:nvPr>
        </p:nvSpPr>
        <p:spPr>
          <a:xfrm>
            <a:off x="8115480" y="1375200"/>
            <a:ext cx="3730320" cy="491760"/>
          </a:xfrm>
          <a:prstGeom prst="rect">
            <a:avLst/>
          </a:prstGeom>
          <a:noFill/>
          <a:ln w="0">
            <a:noFill/>
          </a:ln>
        </p:spPr>
        <p:txBody>
          <a:bodyPr lIns="90000" tIns="45000" rIns="90000" bIns="45000" anchor="b">
            <a:noAutofit/>
          </a:bodyPr>
          <a:lstStyle>
            <a:lvl1pPr indent="0" algn="l" defTabSz="914400">
              <a:lnSpc>
                <a:spcPct val="90000"/>
              </a:lnSpc>
              <a:spcBef>
                <a:spcPts val="1400"/>
              </a:spcBef>
              <a:buNone/>
              <a:tabLst>
                <a:tab pos="0" algn="l"/>
              </a:tabLst>
              <a:defRPr lang="en-US" sz="2000" b="1"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000" b="1" u="none" strike="noStrike">
                <a:solidFill>
                  <a:schemeClr val="dk1"/>
                </a:solidFill>
                <a:effectLst/>
                <a:uFillTx/>
                <a:latin typeface="Arial"/>
              </a:rPr>
              <a:t>Click to edit Master text styles</a:t>
            </a:r>
            <a:endParaRPr lang="fr-FR" sz="2000" b="0" u="none" strike="noStrike">
              <a:solidFill>
                <a:schemeClr val="dk1"/>
              </a:solidFill>
              <a:effectLst/>
              <a:uFillTx/>
              <a:latin typeface="Arial"/>
            </a:endParaRPr>
          </a:p>
        </p:txBody>
      </p:sp>
      <p:sp>
        <p:nvSpPr>
          <p:cNvPr id="612" name="PlaceHolder 6"/>
          <p:cNvSpPr>
            <a:spLocks noGrp="1"/>
          </p:cNvSpPr>
          <p:nvPr>
            <p:ph type="body"/>
          </p:nvPr>
        </p:nvSpPr>
        <p:spPr>
          <a:xfrm>
            <a:off x="4229280" y="2000160"/>
            <a:ext cx="3733560" cy="4100400"/>
          </a:xfrm>
          <a:prstGeom prst="rect">
            <a:avLst/>
          </a:prstGeom>
          <a:noFill/>
          <a:ln w="0">
            <a:noFill/>
          </a:ln>
        </p:spPr>
        <p:txBody>
          <a:bodyPr lIns="90000" tIns="45000" rIns="90000" bIns="45000" anchor="t">
            <a:noAutofit/>
          </a:bodyPr>
          <a:lstStyle>
            <a:lvl1pPr indent="0" algn="ctr" defTabSz="914400">
              <a:lnSpc>
                <a:spcPct val="100000"/>
              </a:lnSpc>
              <a:buNone/>
              <a:tabLst>
                <a:tab pos="0" algn="l"/>
              </a:tabLst>
              <a:defRPr lang="en-US" sz="1800" b="0" u="none" strike="noStrike">
                <a:solidFill>
                  <a:schemeClr val="dk1"/>
                </a:solidFill>
                <a:effectLst/>
                <a:uFillTx/>
                <a:latin typeface="Arial"/>
              </a:defRPr>
            </a:lvl1pPr>
          </a:lstStyle>
          <a:p>
            <a:pPr indent="0" algn="ctr" defTabSz="914400">
              <a:lnSpc>
                <a:spcPct val="100000"/>
              </a:lnSpc>
              <a:buNone/>
              <a:tabLst>
                <a:tab pos="0" algn="l"/>
              </a:tabLst>
            </a:pPr>
            <a:r>
              <a:rPr lang="en-US" sz="1800" b="0" u="none" strike="noStrike">
                <a:solidFill>
                  <a:schemeClr val="dk1"/>
                </a:solidFill>
                <a:effectLst/>
                <a:uFillTx/>
                <a:latin typeface="Arial"/>
              </a:rPr>
              <a:t>Click icon to add chart</a:t>
            </a:r>
            <a:endParaRPr lang="fr-FR" sz="1800" b="0" u="none" strike="noStrike">
              <a:solidFill>
                <a:schemeClr val="dk1"/>
              </a:solidFill>
              <a:effectLst/>
              <a:uFillTx/>
              <a:latin typeface="Arial"/>
            </a:endParaRPr>
          </a:p>
        </p:txBody>
      </p:sp>
      <p:sp>
        <p:nvSpPr>
          <p:cNvPr id="613" name="PlaceHolder 7"/>
          <p:cNvSpPr>
            <a:spLocks noGrp="1"/>
          </p:cNvSpPr>
          <p:nvPr>
            <p:ph type="body"/>
          </p:nvPr>
        </p:nvSpPr>
        <p:spPr>
          <a:xfrm>
            <a:off x="8115480" y="2000160"/>
            <a:ext cx="3733560" cy="4100400"/>
          </a:xfrm>
          <a:prstGeom prst="rect">
            <a:avLst/>
          </a:prstGeom>
          <a:noFill/>
          <a:ln w="0">
            <a:noFill/>
          </a:ln>
        </p:spPr>
        <p:txBody>
          <a:bodyPr lIns="90000" tIns="45000" rIns="90000" bIns="45000" anchor="t">
            <a:noAutofit/>
          </a:bodyPr>
          <a:lstStyle>
            <a:lvl1pPr indent="0" algn="ctr" defTabSz="914400">
              <a:lnSpc>
                <a:spcPct val="100000"/>
              </a:lnSpc>
              <a:buNone/>
              <a:tabLst>
                <a:tab pos="0" algn="l"/>
              </a:tabLst>
              <a:defRPr lang="en-US" sz="1800" b="0" u="none" strike="noStrike">
                <a:solidFill>
                  <a:schemeClr val="dk1"/>
                </a:solidFill>
                <a:effectLst/>
                <a:uFillTx/>
                <a:latin typeface="Arial"/>
              </a:defRPr>
            </a:lvl1pPr>
          </a:lstStyle>
          <a:p>
            <a:pPr indent="0" algn="ctr" defTabSz="914400">
              <a:lnSpc>
                <a:spcPct val="100000"/>
              </a:lnSpc>
              <a:buNone/>
              <a:tabLst>
                <a:tab pos="0" algn="l"/>
              </a:tabLst>
            </a:pPr>
            <a:r>
              <a:rPr lang="en-US" sz="1800" b="0" u="none" strike="noStrike">
                <a:solidFill>
                  <a:schemeClr val="dk1"/>
                </a:solidFill>
                <a:effectLst/>
                <a:uFillTx/>
                <a:latin typeface="Arial"/>
              </a:rPr>
              <a:t>Click icon to add chart</a:t>
            </a:r>
            <a:endParaRPr lang="fr-FR" sz="1800" b="0" u="none" strike="noStrike">
              <a:solidFill>
                <a:schemeClr val="dk1"/>
              </a:solidFill>
              <a:effectLst/>
              <a:uFillTx/>
              <a:latin typeface="Arial"/>
            </a:endParaRPr>
          </a:p>
        </p:txBody>
      </p:sp>
      <p:sp>
        <p:nvSpPr>
          <p:cNvPr id="614" name="PlaceHolder 8"/>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5">
    <p:bg>
      <p:bgPr>
        <a:solidFill>
          <a:srgbClr val="F0F0F0"/>
        </a:solidFill>
      </p:bgPr>
    </p:bg>
    <p:spTree>
      <p:nvGrpSpPr>
        <p:cNvPr id="1" name=""/>
        <p:cNvGrpSpPr/>
        <p:nvPr/>
      </p:nvGrpSpPr>
      <p:grpSpPr>
        <a:xfrm>
          <a:off x="0" y="0"/>
          <a:ext cx="0" cy="0"/>
          <a:chOff x="0" y="0"/>
          <a:chExt cx="0" cy="0"/>
        </a:xfrm>
      </p:grpSpPr>
      <p:cxnSp>
        <p:nvCxnSpPr>
          <p:cNvPr id="615" name="Straight Connector 12"/>
          <p:cNvCxnSpPr/>
          <p:nvPr/>
        </p:nvCxnSpPr>
        <p:spPr>
          <a:xfrm>
            <a:off x="11667600" y="6454080"/>
            <a:ext cx="360" cy="183240"/>
          </a:xfrm>
          <a:prstGeom prst="straightConnector1">
            <a:avLst/>
          </a:prstGeom>
          <a:ln>
            <a:solidFill>
              <a:srgbClr val="FFFFFF">
                <a:lumMod val="65000"/>
              </a:srgbClr>
            </a:solidFill>
          </a:ln>
        </p:spPr>
      </p:cxnSp>
      <p:pic>
        <p:nvPicPr>
          <p:cNvPr id="616" name="Picture 11"/>
          <p:cNvPicPr/>
          <p:nvPr/>
        </p:nvPicPr>
        <p:blipFill>
          <a:blip r:embed="rId2"/>
          <a:stretch/>
        </p:blipFill>
        <p:spPr>
          <a:xfrm rot="10800000">
            <a:off x="11232720" y="-30960"/>
            <a:ext cx="974880" cy="224640"/>
          </a:xfrm>
          <a:prstGeom prst="rect">
            <a:avLst/>
          </a:prstGeom>
          <a:noFill/>
          <a:ln w="0">
            <a:noFill/>
          </a:ln>
        </p:spPr>
      </p:pic>
      <p:sp>
        <p:nvSpPr>
          <p:cNvPr id="617"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E6140276-79CE-42FE-A82E-50E60A656B30}"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618"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19"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620" name="PlaceHolder 1"/>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621"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fr-FR" sz="2200" b="0" u="none" strike="noStrike">
                <a:solidFill>
                  <a:schemeClr val="dk1"/>
                </a:solidFill>
                <a:effectLst/>
                <a:uFillTx/>
                <a:latin typeface="Arial"/>
              </a:defRPr>
            </a:lvl1pPr>
            <a:lvl2pPr lvl="1" algn="l">
              <a:lnSpc>
                <a:spcPct val="90000"/>
              </a:lnSpc>
              <a:spcBef>
                <a:spcPts val="1134"/>
              </a:spcBef>
              <a:buClr>
                <a:srgbClr val="000000"/>
              </a:buClr>
              <a:buSzPct val="75000"/>
              <a:buFont typeface="Symbol" charset="2"/>
              <a:buChar char=""/>
              <a:defRPr lang="fr-FR" sz="1600" b="0" u="none" strike="noStrike">
                <a:solidFill>
                  <a:schemeClr val="dk1"/>
                </a:solidFill>
                <a:effectLst/>
                <a:uFillTx/>
                <a:latin typeface="Arial"/>
              </a:defRPr>
            </a:lvl2pPr>
            <a:lvl3pPr lvl="2" algn="l">
              <a:lnSpc>
                <a:spcPct val="90000"/>
              </a:lnSpc>
              <a:spcBef>
                <a:spcPts val="850"/>
              </a:spcBef>
              <a:buClr>
                <a:srgbClr val="000000"/>
              </a:buClr>
              <a:buSzPct val="45000"/>
              <a:buFont typeface="Wingdings" charset="2"/>
              <a:buChar char=""/>
              <a:defRPr lang="fr-FR" sz="1800" b="0" u="none" strike="noStrike">
                <a:solidFill>
                  <a:schemeClr val="dk1"/>
                </a:solidFill>
                <a:effectLst/>
                <a:uFillTx/>
                <a:latin typeface="Arial"/>
              </a:defRPr>
            </a:lvl3pPr>
            <a:lvl4pPr lvl="3" algn="l">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rial"/>
              </a:defRPr>
            </a:lvl4pPr>
            <a:lvl5pPr lvl="4"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5pPr>
            <a:lvl6pPr lvl="5"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6pPr>
            <a:lvl7pPr lvl="6"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7pPr>
          </a:lstStyle>
          <a:p>
            <a:pPr marL="432000" indent="-324000" algn="l">
              <a:lnSpc>
                <a:spcPct val="90000"/>
              </a:lnSpc>
              <a:spcBef>
                <a:spcPts val="1417"/>
              </a:spcBef>
              <a:buClr>
                <a:srgbClr val="000000"/>
              </a:buClr>
              <a:buSzPct val="45000"/>
              <a:buFont typeface="Wingdings" charset="2"/>
              <a:buChar char=""/>
            </a:pPr>
            <a:r>
              <a:rPr lang="fr-FR" sz="2200" b="0" u="none" strike="noStrike">
                <a:solidFill>
                  <a:schemeClr val="dk1"/>
                </a:solidFill>
                <a:effectLst/>
                <a:uFillTx/>
                <a:latin typeface="Arial"/>
              </a:rPr>
              <a:t>Click to edit the outline text format</a:t>
            </a:r>
            <a:endParaRPr lang="fr-FR" sz="2200" b="0" u="none" strike="noStrike">
              <a:solidFill>
                <a:schemeClr val="dk1"/>
              </a:solidFill>
              <a:effectLst/>
              <a:uFillTx/>
              <a:latin typeface="Arial"/>
            </a:endParaRPr>
          </a:p>
          <a:p>
            <a:pPr marL="864000" lvl="1" indent="-324000" algn="l">
              <a:lnSpc>
                <a:spcPct val="90000"/>
              </a:lnSpc>
              <a:spcBef>
                <a:spcPts val="1134"/>
              </a:spcBef>
              <a:buClr>
                <a:srgbClr val="000000"/>
              </a:buClr>
              <a:buSzPct val="75000"/>
              <a:buFont typeface="Symbol" charset="2"/>
              <a:buChar char=""/>
            </a:pPr>
            <a:r>
              <a:rPr lang="fr-FR" sz="1600" b="0" u="none" strike="noStrike">
                <a:solidFill>
                  <a:schemeClr val="dk1"/>
                </a:solidFill>
                <a:effectLst/>
                <a:uFillTx/>
                <a:latin typeface="Arial"/>
              </a:rPr>
              <a:t>Second Outline Level</a:t>
            </a:r>
            <a:endParaRPr lang="fr-FR" sz="1600" b="0" u="none" strike="noStrike">
              <a:solidFill>
                <a:schemeClr val="dk1"/>
              </a:solidFill>
              <a:effectLst/>
              <a:uFillTx/>
              <a:latin typeface="Arial"/>
            </a:endParaRPr>
          </a:p>
          <a:p>
            <a:pPr marL="1296000" lvl="2" indent="-288000" algn="l">
              <a:lnSpc>
                <a:spcPct val="90000"/>
              </a:lnSpc>
              <a:spcBef>
                <a:spcPts val="850"/>
              </a:spcBef>
              <a:buClr>
                <a:srgbClr val="000000"/>
              </a:buClr>
              <a:buSzPct val="45000"/>
              <a:buFont typeface="Wingdings" charset="2"/>
              <a:buChar char=""/>
            </a:pPr>
            <a:r>
              <a:rPr lang="fr-FR" sz="1800" b="0" u="none" strike="noStrike">
                <a:solidFill>
                  <a:schemeClr val="dk1"/>
                </a:solidFill>
                <a:effectLst/>
                <a:uFillTx/>
                <a:latin typeface="Arial"/>
              </a:rPr>
              <a:t>Third Outline Level</a:t>
            </a:r>
            <a:endParaRPr lang="fr-FR" sz="1800" b="0" u="none" strike="noStrike">
              <a:solidFill>
                <a:schemeClr val="dk1"/>
              </a:solidFill>
              <a:effectLst/>
              <a:uFillTx/>
              <a:latin typeface="Arial"/>
            </a:endParaRPr>
          </a:p>
          <a:p>
            <a:pPr marL="1728000" lvl="3" indent="-216000" algn="l">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rial"/>
              </a:rPr>
              <a:t>Fourth Outline Level</a:t>
            </a:r>
            <a:endParaRPr lang="fr-FR" sz="1800" b="0" u="none" strike="noStrike">
              <a:solidFill>
                <a:schemeClr val="dk1"/>
              </a:solidFill>
              <a:effectLst/>
              <a:uFillTx/>
              <a:latin typeface="Arial"/>
            </a:endParaRPr>
          </a:p>
          <a:p>
            <a:pPr marL="2160000" lvl="4"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Fifth Outline Level</a:t>
            </a:r>
            <a:endParaRPr lang="fr-FR" sz="2000" b="0" u="none" strike="noStrike">
              <a:solidFill>
                <a:schemeClr val="dk1"/>
              </a:solidFill>
              <a:effectLst/>
              <a:uFillTx/>
              <a:latin typeface="Arial"/>
            </a:endParaRPr>
          </a:p>
          <a:p>
            <a:pPr marL="2592000" lvl="5"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Sixth Outline Level</a:t>
            </a:r>
            <a:endParaRPr lang="fr-FR" sz="2000" b="0" u="none" strike="noStrike">
              <a:solidFill>
                <a:schemeClr val="dk1"/>
              </a:solidFill>
              <a:effectLst/>
              <a:uFillTx/>
              <a:latin typeface="Arial"/>
            </a:endParaRPr>
          </a:p>
          <a:p>
            <a:pPr marL="3024000" lvl="6"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Seventh Outline Level</a:t>
            </a:r>
            <a:endParaRPr lang="fr-FR" sz="2000" b="0" u="none" strike="noStrike">
              <a:solidFill>
                <a:schemeClr val="dk1"/>
              </a:solidFill>
              <a:effectLst/>
              <a:uFillTx/>
              <a:latin typeface="Arial"/>
            </a:endParaRPr>
          </a:p>
        </p:txBody>
      </p:sp>
    </p:spTree>
  </p:cSld>
  <p:clrMapOvr>
    <a:masterClrMapping/>
  </p:clrMapOvr>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6">
    <p:bg>
      <p:bgPr>
        <a:solidFill>
          <a:srgbClr val="F0F0F0"/>
        </a:solidFill>
      </p:bgPr>
    </p:bg>
    <p:spTree>
      <p:nvGrpSpPr>
        <p:cNvPr id="1" name=""/>
        <p:cNvGrpSpPr/>
        <p:nvPr/>
      </p:nvGrpSpPr>
      <p:grpSpPr>
        <a:xfrm>
          <a:off x="0" y="0"/>
          <a:ext cx="0" cy="0"/>
          <a:chOff x="0" y="0"/>
          <a:chExt cx="0" cy="0"/>
        </a:xfrm>
      </p:grpSpPr>
      <p:cxnSp>
        <p:nvCxnSpPr>
          <p:cNvPr id="622" name="Straight Connector 12"/>
          <p:cNvCxnSpPr/>
          <p:nvPr/>
        </p:nvCxnSpPr>
        <p:spPr>
          <a:xfrm>
            <a:off x="11667600" y="6454080"/>
            <a:ext cx="360" cy="183240"/>
          </a:xfrm>
          <a:prstGeom prst="straightConnector1">
            <a:avLst/>
          </a:prstGeom>
          <a:ln>
            <a:solidFill>
              <a:srgbClr val="FFFFFF">
                <a:lumMod val="65000"/>
              </a:srgbClr>
            </a:solidFill>
          </a:ln>
        </p:spPr>
      </p:cxnSp>
      <p:pic>
        <p:nvPicPr>
          <p:cNvPr id="623" name="Picture 11"/>
          <p:cNvPicPr/>
          <p:nvPr/>
        </p:nvPicPr>
        <p:blipFill>
          <a:blip r:embed="rId2"/>
          <a:stretch/>
        </p:blipFill>
        <p:spPr>
          <a:xfrm rot="10800000">
            <a:off x="11232720" y="-30960"/>
            <a:ext cx="974880" cy="224640"/>
          </a:xfrm>
          <a:prstGeom prst="rect">
            <a:avLst/>
          </a:prstGeom>
          <a:noFill/>
          <a:ln w="0">
            <a:noFill/>
          </a:ln>
        </p:spPr>
      </p:pic>
      <p:sp>
        <p:nvSpPr>
          <p:cNvPr id="624"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F4E7BF1C-8C15-4BB2-A93F-9CC1A85C0A21}"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625"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26"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62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fr-FR" sz="1800" b="0" u="none" strike="noStrike">
                <a:solidFill>
                  <a:schemeClr val="dk1"/>
                </a:solidFill>
                <a:effectLst/>
                <a:uFillTx/>
                <a:latin typeface="Arial"/>
              </a:defRPr>
            </a:lvl1pPr>
          </a:lstStyle>
          <a:p>
            <a:pPr indent="0" algn="l">
              <a:buNone/>
            </a:pPr>
            <a:r>
              <a:rPr lang="fr-FR" sz="1800" b="0" u="none" strike="noStrike">
                <a:solidFill>
                  <a:schemeClr val="dk1"/>
                </a:solidFill>
                <a:effectLst/>
                <a:uFillTx/>
                <a:latin typeface="Arial"/>
              </a:rPr>
              <a:t>Click to edit the title text format</a:t>
            </a:r>
            <a:endParaRPr lang="fr-FR" sz="1800" b="0" u="none" strike="noStrike">
              <a:solidFill>
                <a:schemeClr val="dk1"/>
              </a:solidFill>
              <a:effectLst/>
              <a:uFillTx/>
              <a:latin typeface="Arial"/>
            </a:endParaRPr>
          </a:p>
        </p:txBody>
      </p:sp>
      <p:sp>
        <p:nvSpPr>
          <p:cNvPr id="628"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fr-FR" sz="2200" b="0" u="none" strike="noStrike">
                <a:solidFill>
                  <a:schemeClr val="dk1"/>
                </a:solidFill>
                <a:effectLst/>
                <a:uFillTx/>
                <a:latin typeface="Arial"/>
              </a:defRPr>
            </a:lvl1pPr>
            <a:lvl2pPr lvl="1" algn="l">
              <a:lnSpc>
                <a:spcPct val="90000"/>
              </a:lnSpc>
              <a:spcBef>
                <a:spcPts val="1134"/>
              </a:spcBef>
              <a:buClr>
                <a:srgbClr val="000000"/>
              </a:buClr>
              <a:buSzPct val="75000"/>
              <a:buFont typeface="Symbol" charset="2"/>
              <a:buChar char=""/>
              <a:defRPr lang="fr-FR" sz="1600" b="0" u="none" strike="noStrike">
                <a:solidFill>
                  <a:schemeClr val="dk1"/>
                </a:solidFill>
                <a:effectLst/>
                <a:uFillTx/>
                <a:latin typeface="Arial"/>
              </a:defRPr>
            </a:lvl2pPr>
            <a:lvl3pPr lvl="2" algn="l">
              <a:lnSpc>
                <a:spcPct val="90000"/>
              </a:lnSpc>
              <a:spcBef>
                <a:spcPts val="850"/>
              </a:spcBef>
              <a:buClr>
                <a:srgbClr val="000000"/>
              </a:buClr>
              <a:buSzPct val="45000"/>
              <a:buFont typeface="Wingdings" charset="2"/>
              <a:buChar char=""/>
              <a:defRPr lang="fr-FR" sz="1800" b="0" u="none" strike="noStrike">
                <a:solidFill>
                  <a:schemeClr val="dk1"/>
                </a:solidFill>
                <a:effectLst/>
                <a:uFillTx/>
                <a:latin typeface="Arial"/>
              </a:defRPr>
            </a:lvl3pPr>
            <a:lvl4pPr lvl="3" algn="l">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rial"/>
              </a:defRPr>
            </a:lvl4pPr>
            <a:lvl5pPr lvl="4"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5pPr>
            <a:lvl6pPr lvl="5"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6pPr>
            <a:lvl7pPr lvl="6"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7pPr>
          </a:lstStyle>
          <a:p>
            <a:pPr marL="432000" indent="-324000" algn="l">
              <a:lnSpc>
                <a:spcPct val="90000"/>
              </a:lnSpc>
              <a:spcBef>
                <a:spcPts val="1417"/>
              </a:spcBef>
              <a:buClr>
                <a:srgbClr val="000000"/>
              </a:buClr>
              <a:buSzPct val="45000"/>
              <a:buFont typeface="Wingdings" charset="2"/>
              <a:buChar char=""/>
            </a:pPr>
            <a:r>
              <a:rPr lang="fr-FR" sz="2200" b="0" u="none" strike="noStrike">
                <a:solidFill>
                  <a:schemeClr val="dk1"/>
                </a:solidFill>
                <a:effectLst/>
                <a:uFillTx/>
                <a:latin typeface="Arial"/>
              </a:rPr>
              <a:t>Click to edit the outline text format</a:t>
            </a:r>
            <a:endParaRPr lang="fr-FR" sz="2200" b="0" u="none" strike="noStrike">
              <a:solidFill>
                <a:schemeClr val="dk1"/>
              </a:solidFill>
              <a:effectLst/>
              <a:uFillTx/>
              <a:latin typeface="Arial"/>
            </a:endParaRPr>
          </a:p>
          <a:p>
            <a:pPr marL="864000" lvl="1" indent="-324000" algn="l">
              <a:lnSpc>
                <a:spcPct val="90000"/>
              </a:lnSpc>
              <a:spcBef>
                <a:spcPts val="1134"/>
              </a:spcBef>
              <a:buClr>
                <a:srgbClr val="000000"/>
              </a:buClr>
              <a:buSzPct val="75000"/>
              <a:buFont typeface="Symbol" charset="2"/>
              <a:buChar char=""/>
            </a:pPr>
            <a:r>
              <a:rPr lang="fr-FR" sz="1600" b="0" u="none" strike="noStrike">
                <a:solidFill>
                  <a:schemeClr val="dk1"/>
                </a:solidFill>
                <a:effectLst/>
                <a:uFillTx/>
                <a:latin typeface="Arial"/>
              </a:rPr>
              <a:t>Second Outline Level</a:t>
            </a:r>
            <a:endParaRPr lang="fr-FR" sz="1600" b="0" u="none" strike="noStrike">
              <a:solidFill>
                <a:schemeClr val="dk1"/>
              </a:solidFill>
              <a:effectLst/>
              <a:uFillTx/>
              <a:latin typeface="Arial"/>
            </a:endParaRPr>
          </a:p>
          <a:p>
            <a:pPr marL="1296000" lvl="2" indent="-288000" algn="l">
              <a:lnSpc>
                <a:spcPct val="90000"/>
              </a:lnSpc>
              <a:spcBef>
                <a:spcPts val="850"/>
              </a:spcBef>
              <a:buClr>
                <a:srgbClr val="000000"/>
              </a:buClr>
              <a:buSzPct val="45000"/>
              <a:buFont typeface="Wingdings" charset="2"/>
              <a:buChar char=""/>
            </a:pPr>
            <a:r>
              <a:rPr lang="fr-FR" sz="1800" b="0" u="none" strike="noStrike">
                <a:solidFill>
                  <a:schemeClr val="dk1"/>
                </a:solidFill>
                <a:effectLst/>
                <a:uFillTx/>
                <a:latin typeface="Arial"/>
              </a:rPr>
              <a:t>Third Outline Level</a:t>
            </a:r>
            <a:endParaRPr lang="fr-FR" sz="1800" b="0" u="none" strike="noStrike">
              <a:solidFill>
                <a:schemeClr val="dk1"/>
              </a:solidFill>
              <a:effectLst/>
              <a:uFillTx/>
              <a:latin typeface="Arial"/>
            </a:endParaRPr>
          </a:p>
          <a:p>
            <a:pPr marL="1728000" lvl="3" indent="-216000" algn="l">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rial"/>
              </a:rPr>
              <a:t>Fourth Outline Level</a:t>
            </a:r>
            <a:endParaRPr lang="fr-FR" sz="1800" b="0" u="none" strike="noStrike">
              <a:solidFill>
                <a:schemeClr val="dk1"/>
              </a:solidFill>
              <a:effectLst/>
              <a:uFillTx/>
              <a:latin typeface="Arial"/>
            </a:endParaRPr>
          </a:p>
          <a:p>
            <a:pPr marL="2160000" lvl="4"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Fifth Outline Level</a:t>
            </a:r>
            <a:endParaRPr lang="fr-FR" sz="2000" b="0" u="none" strike="noStrike">
              <a:solidFill>
                <a:schemeClr val="dk1"/>
              </a:solidFill>
              <a:effectLst/>
              <a:uFillTx/>
              <a:latin typeface="Arial"/>
            </a:endParaRPr>
          </a:p>
          <a:p>
            <a:pPr marL="2592000" lvl="5"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Sixth Outline Level</a:t>
            </a:r>
            <a:endParaRPr lang="fr-FR" sz="2000" b="0" u="none" strike="noStrike">
              <a:solidFill>
                <a:schemeClr val="dk1"/>
              </a:solidFill>
              <a:effectLst/>
              <a:uFillTx/>
              <a:latin typeface="Arial"/>
            </a:endParaRPr>
          </a:p>
          <a:p>
            <a:pPr marL="3024000" lvl="6"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Seventh Outline Level</a:t>
            </a:r>
            <a:endParaRPr lang="fr-FR" sz="2000" b="0" u="none" strike="noStrike">
              <a:solidFill>
                <a:schemeClr val="dk1"/>
              </a:solidFill>
              <a:effectLst/>
              <a:uFillTx/>
              <a:latin typeface="Arial"/>
            </a:endParaRPr>
          </a:p>
        </p:txBody>
      </p:sp>
    </p:spTree>
  </p:cSld>
  <p:clrMapOvr>
    <a:masterClrMapping/>
  </p:clrMapOvr>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7">
    <p:bg>
      <p:bgPr>
        <a:solidFill>
          <a:srgbClr val="F0F0F0"/>
        </a:solidFill>
      </p:bgPr>
    </p:bg>
    <p:spTree>
      <p:nvGrpSpPr>
        <p:cNvPr id="1" name=""/>
        <p:cNvGrpSpPr/>
        <p:nvPr/>
      </p:nvGrpSpPr>
      <p:grpSpPr>
        <a:xfrm>
          <a:off x="0" y="0"/>
          <a:ext cx="0" cy="0"/>
          <a:chOff x="0" y="0"/>
          <a:chExt cx="0" cy="0"/>
        </a:xfrm>
      </p:grpSpPr>
      <p:cxnSp>
        <p:nvCxnSpPr>
          <p:cNvPr id="629" name="Straight Connector 12"/>
          <p:cNvCxnSpPr/>
          <p:nvPr/>
        </p:nvCxnSpPr>
        <p:spPr>
          <a:xfrm>
            <a:off x="11667600" y="6454080"/>
            <a:ext cx="360" cy="183240"/>
          </a:xfrm>
          <a:prstGeom prst="straightConnector1">
            <a:avLst/>
          </a:prstGeom>
          <a:ln>
            <a:solidFill>
              <a:srgbClr val="FFFFFF">
                <a:lumMod val="65000"/>
              </a:srgbClr>
            </a:solidFill>
          </a:ln>
        </p:spPr>
      </p:cxnSp>
      <p:pic>
        <p:nvPicPr>
          <p:cNvPr id="630" name="Picture 11"/>
          <p:cNvPicPr/>
          <p:nvPr/>
        </p:nvPicPr>
        <p:blipFill>
          <a:blip r:embed="rId2"/>
          <a:stretch/>
        </p:blipFill>
        <p:spPr>
          <a:xfrm rot="10800000">
            <a:off x="11232720" y="-30960"/>
            <a:ext cx="974880" cy="224640"/>
          </a:xfrm>
          <a:prstGeom prst="rect">
            <a:avLst/>
          </a:prstGeom>
          <a:noFill/>
          <a:ln w="0">
            <a:noFill/>
          </a:ln>
        </p:spPr>
      </p:pic>
      <p:sp>
        <p:nvSpPr>
          <p:cNvPr id="631"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F918F9BF-AB44-4CD9-AA7D-2E30A06D3BA1}"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632"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33"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Tree>
  </p:cSld>
  <p:clrMapOvr>
    <a:masterClrMapping/>
  </p:clrMapOvr>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8">
    <p:bg>
      <p:bgPr>
        <a:solidFill>
          <a:srgbClr val="F0F0F0"/>
        </a:solidFill>
      </p:bgPr>
    </p:bg>
    <p:spTree>
      <p:nvGrpSpPr>
        <p:cNvPr id="1" name=""/>
        <p:cNvGrpSpPr/>
        <p:nvPr/>
      </p:nvGrpSpPr>
      <p:grpSpPr>
        <a:xfrm>
          <a:off x="0" y="0"/>
          <a:ext cx="0" cy="0"/>
          <a:chOff x="0" y="0"/>
          <a:chExt cx="0" cy="0"/>
        </a:xfrm>
      </p:grpSpPr>
      <p:cxnSp>
        <p:nvCxnSpPr>
          <p:cNvPr id="634" name="Straight Connector 12"/>
          <p:cNvCxnSpPr/>
          <p:nvPr/>
        </p:nvCxnSpPr>
        <p:spPr>
          <a:xfrm>
            <a:off x="11667600" y="6454080"/>
            <a:ext cx="360" cy="183240"/>
          </a:xfrm>
          <a:prstGeom prst="straightConnector1">
            <a:avLst/>
          </a:prstGeom>
          <a:ln>
            <a:solidFill>
              <a:srgbClr val="FFFFFF">
                <a:lumMod val="65000"/>
              </a:srgbClr>
            </a:solidFill>
          </a:ln>
        </p:spPr>
      </p:cxnSp>
      <p:pic>
        <p:nvPicPr>
          <p:cNvPr id="635" name="Picture 11" hidden="1"/>
          <p:cNvPicPr/>
          <p:nvPr/>
        </p:nvPicPr>
        <p:blipFill>
          <a:blip r:embed="rId2"/>
          <a:stretch/>
        </p:blipFill>
        <p:spPr>
          <a:xfrm rot="10800000">
            <a:off x="11232720" y="-30960"/>
            <a:ext cx="974880" cy="224640"/>
          </a:xfrm>
          <a:prstGeom prst="rect">
            <a:avLst/>
          </a:prstGeom>
          <a:noFill/>
          <a:ln w="0">
            <a:noFill/>
          </a:ln>
        </p:spPr>
      </p:pic>
      <p:sp>
        <p:nvSpPr>
          <p:cNvPr id="636" name="Rectangle 26" hidden="1"/>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FF0E8609-8691-4496-ABDD-6697C10F7A32}"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637" name="Footer Placeholder 20" hidden="1"/>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38" name="Picture 2" descr="Inox Technologies" hidden="1"/>
          <p:cNvPicPr/>
          <p:nvPr/>
        </p:nvPicPr>
        <p:blipFill>
          <a:blip r:embed="rId3"/>
          <a:srcRect l="9689" t="12401" r="7064" b="18725"/>
          <a:stretch/>
        </p:blipFill>
        <p:spPr>
          <a:xfrm>
            <a:off x="166680" y="6462000"/>
            <a:ext cx="330840" cy="273600"/>
          </a:xfrm>
          <a:prstGeom prst="rect">
            <a:avLst/>
          </a:prstGeom>
          <a:noFill/>
          <a:ln w="0">
            <a:noFill/>
          </a:ln>
        </p:spPr>
      </p:pic>
      <p:pic>
        <p:nvPicPr>
          <p:cNvPr id="639" name="Picture 2"/>
          <p:cNvPicPr/>
          <p:nvPr/>
        </p:nvPicPr>
        <p:blipFill>
          <a:blip r:embed="rId4"/>
          <a:stretch/>
        </p:blipFill>
        <p:spPr>
          <a:xfrm>
            <a:off x="4038840" y="3193560"/>
            <a:ext cx="4113720" cy="470520"/>
          </a:xfrm>
          <a:prstGeom prst="rect">
            <a:avLst/>
          </a:prstGeom>
          <a:noFill/>
          <a:ln w="0">
            <a:noFill/>
          </a:ln>
        </p:spPr>
      </p:pic>
      <p:pic>
        <p:nvPicPr>
          <p:cNvPr id="640" name="Picture 4"/>
          <p:cNvPicPr/>
          <p:nvPr/>
        </p:nvPicPr>
        <p:blipFill>
          <a:blip r:embed="rId5"/>
          <a:stretch/>
        </p:blipFill>
        <p:spPr>
          <a:xfrm rot="10800000">
            <a:off x="11217240" y="-8280"/>
            <a:ext cx="974880" cy="224640"/>
          </a:xfrm>
          <a:prstGeom prst="rect">
            <a:avLst/>
          </a:prstGeom>
          <a:noFill/>
          <a:ln w="0">
            <a:noFill/>
          </a:ln>
        </p:spPr>
      </p:pic>
    </p:spTree>
  </p:cSld>
  <p:clrMapOvr>
    <a:masterClrMapping/>
  </p:clrMapOvr>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9">
    <p:bg>
      <p:bgPr>
        <a:solidFill>
          <a:srgbClr val="F0F0F0"/>
        </a:solidFill>
      </p:bgPr>
    </p:bg>
    <p:spTree>
      <p:nvGrpSpPr>
        <p:cNvPr id="1" name=""/>
        <p:cNvGrpSpPr/>
        <p:nvPr/>
      </p:nvGrpSpPr>
      <p:grpSpPr>
        <a:xfrm>
          <a:off x="0" y="0"/>
          <a:ext cx="0" cy="0"/>
          <a:chOff x="0" y="0"/>
          <a:chExt cx="0" cy="0"/>
        </a:xfrm>
      </p:grpSpPr>
      <p:cxnSp>
        <p:nvCxnSpPr>
          <p:cNvPr id="641" name="Straight Connector 12"/>
          <p:cNvCxnSpPr/>
          <p:nvPr/>
        </p:nvCxnSpPr>
        <p:spPr>
          <a:xfrm>
            <a:off x="11667600" y="6454080"/>
            <a:ext cx="360" cy="183240"/>
          </a:xfrm>
          <a:prstGeom prst="straightConnector1">
            <a:avLst/>
          </a:prstGeom>
          <a:ln>
            <a:solidFill>
              <a:srgbClr val="FFFFFF">
                <a:lumMod val="65000"/>
              </a:srgbClr>
            </a:solidFill>
          </a:ln>
        </p:spPr>
      </p:cxnSp>
      <p:pic>
        <p:nvPicPr>
          <p:cNvPr id="642" name="Picture 11"/>
          <p:cNvPicPr/>
          <p:nvPr/>
        </p:nvPicPr>
        <p:blipFill>
          <a:blip r:embed="rId2"/>
          <a:stretch/>
        </p:blipFill>
        <p:spPr>
          <a:xfrm rot="10800000">
            <a:off x="11232720" y="-30960"/>
            <a:ext cx="974880" cy="224640"/>
          </a:xfrm>
          <a:prstGeom prst="rect">
            <a:avLst/>
          </a:prstGeom>
          <a:noFill/>
          <a:ln w="0">
            <a:noFill/>
          </a:ln>
        </p:spPr>
      </p:pic>
      <p:sp>
        <p:nvSpPr>
          <p:cNvPr id="643"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3C9F2F7F-5F54-4381-8B02-0363B368C1F1}"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644"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45"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646" name="PlaceHolder 1"/>
          <p:cNvSpPr>
            <a:spLocks noGrp="1"/>
          </p:cNvSpPr>
          <p:nvPr>
            <p:ph type="body"/>
          </p:nvPr>
        </p:nvSpPr>
        <p:spPr>
          <a:xfrm>
            <a:off x="353160" y="1056600"/>
            <a:ext cx="11314800" cy="4839120"/>
          </a:xfrm>
          <a:prstGeom prst="rect">
            <a:avLst/>
          </a:prstGeom>
          <a:noFill/>
          <a:ln w="0">
            <a:noFill/>
          </a:ln>
        </p:spPr>
        <p:txBody>
          <a:bodyPr lIns="90000" tIns="45000" rIns="90000" bIns="45000" anchor="t">
            <a:noAutofit/>
          </a:bodyPr>
          <a:lstStyle>
            <a:lvl1pPr indent="0" algn="l" defTabSz="914400">
              <a:lnSpc>
                <a:spcPct val="90000"/>
              </a:lnSpc>
              <a:spcBef>
                <a:spcPts val="1400"/>
              </a:spcBef>
              <a:buNone/>
              <a:tabLst>
                <a:tab pos="0" algn="l"/>
              </a:tabLst>
              <a:defRPr lang="en-US" sz="22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200" b="0" u="none" strike="noStrike">
                <a:solidFill>
                  <a:schemeClr val="dk1"/>
                </a:solidFill>
                <a:effectLst/>
                <a:uFillTx/>
                <a:latin typeface="Arial"/>
              </a:rPr>
              <a:t>Click to edit Master text styles</a:t>
            </a:r>
            <a:endParaRPr lang="fr-FR" sz="2200" b="0" u="none" strike="noStrike">
              <a:solidFill>
                <a:schemeClr val="dk1"/>
              </a:solidFill>
              <a:effectLst/>
              <a:uFillTx/>
              <a:latin typeface="Arial"/>
            </a:endParaRPr>
          </a:p>
        </p:txBody>
      </p:sp>
      <p:sp>
        <p:nvSpPr>
          <p:cNvPr id="647" name="PlaceHolder 2"/>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0">
    <p:bg>
      <p:bgPr>
        <a:solidFill>
          <a:srgbClr val="F0F0F0"/>
        </a:solidFill>
      </p:bgPr>
    </p:bg>
    <p:spTree>
      <p:nvGrpSpPr>
        <p:cNvPr id="1" name=""/>
        <p:cNvGrpSpPr/>
        <p:nvPr/>
      </p:nvGrpSpPr>
      <p:grpSpPr>
        <a:xfrm>
          <a:off x="0" y="0"/>
          <a:ext cx="0" cy="0"/>
          <a:chOff x="0" y="0"/>
          <a:chExt cx="0" cy="0"/>
        </a:xfrm>
      </p:grpSpPr>
      <p:cxnSp>
        <p:nvCxnSpPr>
          <p:cNvPr id="648" name="Straight Connector 12"/>
          <p:cNvCxnSpPr/>
          <p:nvPr/>
        </p:nvCxnSpPr>
        <p:spPr>
          <a:xfrm>
            <a:off x="11667600" y="6454080"/>
            <a:ext cx="360" cy="183240"/>
          </a:xfrm>
          <a:prstGeom prst="straightConnector1">
            <a:avLst/>
          </a:prstGeom>
          <a:ln>
            <a:solidFill>
              <a:srgbClr val="FFFFFF">
                <a:lumMod val="65000"/>
              </a:srgbClr>
            </a:solidFill>
          </a:ln>
        </p:spPr>
      </p:cxnSp>
      <p:pic>
        <p:nvPicPr>
          <p:cNvPr id="649" name="Picture 11"/>
          <p:cNvPicPr/>
          <p:nvPr/>
        </p:nvPicPr>
        <p:blipFill>
          <a:blip r:embed="rId2"/>
          <a:stretch/>
        </p:blipFill>
        <p:spPr>
          <a:xfrm rot="10800000">
            <a:off x="11232720" y="-30960"/>
            <a:ext cx="974880" cy="224640"/>
          </a:xfrm>
          <a:prstGeom prst="rect">
            <a:avLst/>
          </a:prstGeom>
          <a:noFill/>
          <a:ln w="0">
            <a:noFill/>
          </a:ln>
        </p:spPr>
      </p:pic>
      <p:sp>
        <p:nvSpPr>
          <p:cNvPr id="650"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39BFEBA7-50F0-4A34-8DD1-462D91FE8F0F}"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651"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52"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653" name="PlaceHolder 1"/>
          <p:cNvSpPr>
            <a:spLocks noGrp="1"/>
          </p:cNvSpPr>
          <p:nvPr>
            <p:ph type="body"/>
          </p:nvPr>
        </p:nvSpPr>
        <p:spPr>
          <a:xfrm>
            <a:off x="353160" y="1492200"/>
            <a:ext cx="11314800" cy="440352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654" name="PlaceHolder 2"/>
          <p:cNvSpPr>
            <a:spLocks noGrp="1"/>
          </p:cNvSpPr>
          <p:nvPr>
            <p:ph type="body"/>
          </p:nvPr>
        </p:nvSpPr>
        <p:spPr>
          <a:xfrm>
            <a:off x="353160" y="76176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
        <p:nvSpPr>
          <p:cNvPr id="655" name="PlaceHolder 3"/>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1">
    <p:bg>
      <p:bgPr>
        <a:solidFill>
          <a:srgbClr val="F0F0F0"/>
        </a:solidFill>
      </p:bgPr>
    </p:bg>
    <p:spTree>
      <p:nvGrpSpPr>
        <p:cNvPr id="1" name=""/>
        <p:cNvGrpSpPr/>
        <p:nvPr/>
      </p:nvGrpSpPr>
      <p:grpSpPr>
        <a:xfrm>
          <a:off x="0" y="0"/>
          <a:ext cx="0" cy="0"/>
          <a:chOff x="0" y="0"/>
          <a:chExt cx="0" cy="0"/>
        </a:xfrm>
      </p:grpSpPr>
      <p:cxnSp>
        <p:nvCxnSpPr>
          <p:cNvPr id="656" name="Straight Connector 12"/>
          <p:cNvCxnSpPr/>
          <p:nvPr/>
        </p:nvCxnSpPr>
        <p:spPr>
          <a:xfrm>
            <a:off x="11667600" y="6454080"/>
            <a:ext cx="360" cy="183240"/>
          </a:xfrm>
          <a:prstGeom prst="straightConnector1">
            <a:avLst/>
          </a:prstGeom>
          <a:ln>
            <a:solidFill>
              <a:srgbClr val="FFFFFF">
                <a:lumMod val="65000"/>
              </a:srgbClr>
            </a:solidFill>
          </a:ln>
        </p:spPr>
      </p:cxnSp>
      <p:pic>
        <p:nvPicPr>
          <p:cNvPr id="657" name="Picture 11"/>
          <p:cNvPicPr/>
          <p:nvPr/>
        </p:nvPicPr>
        <p:blipFill>
          <a:blip r:embed="rId2"/>
          <a:stretch/>
        </p:blipFill>
        <p:spPr>
          <a:xfrm rot="10800000">
            <a:off x="11232720" y="-30960"/>
            <a:ext cx="974880" cy="224640"/>
          </a:xfrm>
          <a:prstGeom prst="rect">
            <a:avLst/>
          </a:prstGeom>
          <a:noFill/>
          <a:ln w="0">
            <a:noFill/>
          </a:ln>
        </p:spPr>
      </p:pic>
      <p:sp>
        <p:nvSpPr>
          <p:cNvPr id="658"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42F5A8E4-1A7A-4C08-8EA2-82CFDE3FB116}"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659"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60"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661" name="PlaceHolder 1"/>
          <p:cNvSpPr>
            <a:spLocks noGrp="1"/>
          </p:cNvSpPr>
          <p:nvPr>
            <p:ph type="body"/>
          </p:nvPr>
        </p:nvSpPr>
        <p:spPr>
          <a:xfrm>
            <a:off x="353160" y="1492200"/>
            <a:ext cx="11314800" cy="4403520"/>
          </a:xfrm>
          <a:prstGeom prst="rect">
            <a:avLst/>
          </a:prstGeom>
          <a:noFill/>
          <a:ln w="0">
            <a:noFill/>
          </a:ln>
        </p:spPr>
        <p:txBody>
          <a:bodyPr lIns="90000" tIns="45000" rIns="90000" bIns="45000" anchor="t">
            <a:noAutofit/>
          </a:bodyPr>
          <a:lstStyle>
            <a:lvl1pPr indent="0" algn="l" defTabSz="914400">
              <a:lnSpc>
                <a:spcPct val="90000"/>
              </a:lnSpc>
              <a:spcBef>
                <a:spcPts val="1400"/>
              </a:spcBef>
              <a:buNone/>
              <a:tabLst>
                <a:tab pos="0" algn="l"/>
              </a:tabLst>
              <a:defRPr lang="en-US" sz="22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p:txBody>
      </p:sp>
      <p:sp>
        <p:nvSpPr>
          <p:cNvPr id="662" name="PlaceHolder 2"/>
          <p:cNvSpPr>
            <a:spLocks noGrp="1"/>
          </p:cNvSpPr>
          <p:nvPr>
            <p:ph type="body"/>
          </p:nvPr>
        </p:nvSpPr>
        <p:spPr>
          <a:xfrm>
            <a:off x="353160" y="76176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
        <p:nvSpPr>
          <p:cNvPr id="663" name="PlaceHolder 3"/>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2">
    <p:bg>
      <p:bgPr>
        <a:solidFill>
          <a:srgbClr val="F0F0F0"/>
        </a:solidFill>
      </p:bgPr>
    </p:bg>
    <p:spTree>
      <p:nvGrpSpPr>
        <p:cNvPr id="1" name=""/>
        <p:cNvGrpSpPr/>
        <p:nvPr/>
      </p:nvGrpSpPr>
      <p:grpSpPr>
        <a:xfrm>
          <a:off x="0" y="0"/>
          <a:ext cx="0" cy="0"/>
          <a:chOff x="0" y="0"/>
          <a:chExt cx="0" cy="0"/>
        </a:xfrm>
      </p:grpSpPr>
      <p:cxnSp>
        <p:nvCxnSpPr>
          <p:cNvPr id="664" name="Straight Connector 12"/>
          <p:cNvCxnSpPr/>
          <p:nvPr/>
        </p:nvCxnSpPr>
        <p:spPr>
          <a:xfrm>
            <a:off x="11667600" y="6454080"/>
            <a:ext cx="360" cy="183240"/>
          </a:xfrm>
          <a:prstGeom prst="straightConnector1">
            <a:avLst/>
          </a:prstGeom>
          <a:ln>
            <a:solidFill>
              <a:srgbClr val="FFFFFF">
                <a:lumMod val="65000"/>
              </a:srgbClr>
            </a:solidFill>
          </a:ln>
        </p:spPr>
      </p:cxnSp>
      <p:pic>
        <p:nvPicPr>
          <p:cNvPr id="665" name="Picture 11"/>
          <p:cNvPicPr/>
          <p:nvPr/>
        </p:nvPicPr>
        <p:blipFill>
          <a:blip r:embed="rId2"/>
          <a:stretch/>
        </p:blipFill>
        <p:spPr>
          <a:xfrm rot="10800000">
            <a:off x="11232720" y="-30960"/>
            <a:ext cx="974880" cy="224640"/>
          </a:xfrm>
          <a:prstGeom prst="rect">
            <a:avLst/>
          </a:prstGeom>
          <a:noFill/>
          <a:ln w="0">
            <a:noFill/>
          </a:ln>
        </p:spPr>
      </p:pic>
      <p:sp>
        <p:nvSpPr>
          <p:cNvPr id="666"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5125D9E5-9C53-4F72-87F7-829B49FC2A27}"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667"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68"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669" name="PlaceHolder 1"/>
          <p:cNvSpPr>
            <a:spLocks noGrp="1"/>
          </p:cNvSpPr>
          <p:nvPr>
            <p:ph type="body"/>
          </p:nvPr>
        </p:nvSpPr>
        <p:spPr>
          <a:xfrm>
            <a:off x="8096400" y="1260000"/>
            <a:ext cx="3742200" cy="4609800"/>
          </a:xfrm>
          <a:prstGeom prst="rect">
            <a:avLst/>
          </a:prstGeom>
          <a:noFill/>
          <a:ln w="0">
            <a:noFill/>
          </a:ln>
        </p:spPr>
        <p:txBody>
          <a:bodyPr lIns="90000" tIns="45000" rIns="90000" bIns="45000" anchor="t">
            <a:noAutofit/>
          </a:bodyPr>
          <a:lstStyle>
            <a:lvl1pPr indent="0" algn="l" defTabSz="914400">
              <a:lnSpc>
                <a:spcPct val="90000"/>
              </a:lnSpc>
              <a:spcBef>
                <a:spcPts val="1400"/>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1400"/>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670" name="PlaceHolder 2"/>
          <p:cNvSpPr>
            <a:spLocks noGrp="1"/>
          </p:cNvSpPr>
          <p:nvPr>
            <p:ph type="pic"/>
          </p:nvPr>
        </p:nvSpPr>
        <p:spPr>
          <a:xfrm>
            <a:off x="353160" y="1260000"/>
            <a:ext cx="7619760" cy="460980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671" name="PlaceHolder 3"/>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3">
    <p:bg>
      <p:bgPr>
        <a:solidFill>
          <a:srgbClr val="F0F0F0"/>
        </a:solidFill>
      </p:bgPr>
    </p:bg>
    <p:spTree>
      <p:nvGrpSpPr>
        <p:cNvPr id="1" name=""/>
        <p:cNvGrpSpPr/>
        <p:nvPr/>
      </p:nvGrpSpPr>
      <p:grpSpPr>
        <a:xfrm>
          <a:off x="0" y="0"/>
          <a:ext cx="0" cy="0"/>
          <a:chOff x="0" y="0"/>
          <a:chExt cx="0" cy="0"/>
        </a:xfrm>
      </p:grpSpPr>
      <p:cxnSp>
        <p:nvCxnSpPr>
          <p:cNvPr id="672" name="Straight Connector 12"/>
          <p:cNvCxnSpPr/>
          <p:nvPr/>
        </p:nvCxnSpPr>
        <p:spPr>
          <a:xfrm>
            <a:off x="11667600" y="6454080"/>
            <a:ext cx="360" cy="183240"/>
          </a:xfrm>
          <a:prstGeom prst="straightConnector1">
            <a:avLst/>
          </a:prstGeom>
          <a:ln>
            <a:solidFill>
              <a:srgbClr val="FFFFFF">
                <a:lumMod val="65000"/>
              </a:srgbClr>
            </a:solidFill>
          </a:ln>
        </p:spPr>
      </p:cxnSp>
      <p:pic>
        <p:nvPicPr>
          <p:cNvPr id="673" name="Picture 11"/>
          <p:cNvPicPr/>
          <p:nvPr/>
        </p:nvPicPr>
        <p:blipFill>
          <a:blip r:embed="rId2"/>
          <a:stretch/>
        </p:blipFill>
        <p:spPr>
          <a:xfrm rot="10800000">
            <a:off x="11232720" y="-30960"/>
            <a:ext cx="974880" cy="224640"/>
          </a:xfrm>
          <a:prstGeom prst="rect">
            <a:avLst/>
          </a:prstGeom>
          <a:noFill/>
          <a:ln w="0">
            <a:noFill/>
          </a:ln>
        </p:spPr>
      </p:pic>
      <p:sp>
        <p:nvSpPr>
          <p:cNvPr id="674"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6672606D-8252-4529-8950-3BC4F2017E8A}"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675"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76"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677" name="PlaceHolder 1"/>
          <p:cNvSpPr>
            <a:spLocks noGrp="1"/>
          </p:cNvSpPr>
          <p:nvPr>
            <p:ph type="body"/>
          </p:nvPr>
        </p:nvSpPr>
        <p:spPr>
          <a:xfrm>
            <a:off x="343080" y="5146920"/>
            <a:ext cx="5676480" cy="98064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678" name="PlaceHolder 2"/>
          <p:cNvSpPr>
            <a:spLocks noGrp="1"/>
          </p:cNvSpPr>
          <p:nvPr>
            <p:ph type="pic"/>
          </p:nvPr>
        </p:nvSpPr>
        <p:spPr>
          <a:xfrm>
            <a:off x="343080" y="1565640"/>
            <a:ext cx="5676480" cy="358092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679" name="PlaceHolder 3"/>
          <p:cNvSpPr>
            <a:spLocks noGrp="1"/>
          </p:cNvSpPr>
          <p:nvPr>
            <p:ph type="body"/>
          </p:nvPr>
        </p:nvSpPr>
        <p:spPr>
          <a:xfrm>
            <a:off x="6172200" y="5146920"/>
            <a:ext cx="5676480" cy="98064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680" name="PlaceHolder 4"/>
          <p:cNvSpPr>
            <a:spLocks noGrp="1"/>
          </p:cNvSpPr>
          <p:nvPr>
            <p:ph type="pic"/>
          </p:nvPr>
        </p:nvSpPr>
        <p:spPr>
          <a:xfrm>
            <a:off x="6172200" y="1565640"/>
            <a:ext cx="5676480" cy="358092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681" name="PlaceHolder 5"/>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4">
    <p:bg>
      <p:bgPr>
        <a:solidFill>
          <a:srgbClr val="F0F0F0"/>
        </a:solidFill>
      </p:bgPr>
    </p:bg>
    <p:spTree>
      <p:nvGrpSpPr>
        <p:cNvPr id="1" name=""/>
        <p:cNvGrpSpPr/>
        <p:nvPr/>
      </p:nvGrpSpPr>
      <p:grpSpPr>
        <a:xfrm>
          <a:off x="0" y="0"/>
          <a:ext cx="0" cy="0"/>
          <a:chOff x="0" y="0"/>
          <a:chExt cx="0" cy="0"/>
        </a:xfrm>
      </p:grpSpPr>
      <p:cxnSp>
        <p:nvCxnSpPr>
          <p:cNvPr id="682" name="Straight Connector 12"/>
          <p:cNvCxnSpPr/>
          <p:nvPr/>
        </p:nvCxnSpPr>
        <p:spPr>
          <a:xfrm>
            <a:off x="11667600" y="6454080"/>
            <a:ext cx="360" cy="183240"/>
          </a:xfrm>
          <a:prstGeom prst="straightConnector1">
            <a:avLst/>
          </a:prstGeom>
          <a:ln>
            <a:solidFill>
              <a:srgbClr val="FFFFFF">
                <a:lumMod val="65000"/>
              </a:srgbClr>
            </a:solidFill>
          </a:ln>
        </p:spPr>
      </p:cxnSp>
      <p:pic>
        <p:nvPicPr>
          <p:cNvPr id="683" name="Picture 11"/>
          <p:cNvPicPr/>
          <p:nvPr/>
        </p:nvPicPr>
        <p:blipFill>
          <a:blip r:embed="rId2"/>
          <a:stretch/>
        </p:blipFill>
        <p:spPr>
          <a:xfrm rot="10800000">
            <a:off x="11232720" y="-30960"/>
            <a:ext cx="974880" cy="224640"/>
          </a:xfrm>
          <a:prstGeom prst="rect">
            <a:avLst/>
          </a:prstGeom>
          <a:noFill/>
          <a:ln w="0">
            <a:noFill/>
          </a:ln>
        </p:spPr>
      </p:pic>
      <p:sp>
        <p:nvSpPr>
          <p:cNvPr id="684"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5CAE68B8-01E5-4810-A3AF-3D4504AAD9DA}"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685"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86"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687" name="PlaceHolder 1"/>
          <p:cNvSpPr>
            <a:spLocks noGrp="1"/>
          </p:cNvSpPr>
          <p:nvPr>
            <p:ph type="pic"/>
          </p:nvPr>
        </p:nvSpPr>
        <p:spPr>
          <a:xfrm>
            <a:off x="343080" y="1565640"/>
            <a:ext cx="3720960" cy="346968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688" name="PlaceHolder 2"/>
          <p:cNvSpPr>
            <a:spLocks noGrp="1"/>
          </p:cNvSpPr>
          <p:nvPr>
            <p:ph type="pic"/>
          </p:nvPr>
        </p:nvSpPr>
        <p:spPr>
          <a:xfrm>
            <a:off x="4235400" y="1565640"/>
            <a:ext cx="3720960" cy="346968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689" name="PlaceHolder 3"/>
          <p:cNvSpPr>
            <a:spLocks noGrp="1"/>
          </p:cNvSpPr>
          <p:nvPr>
            <p:ph type="body"/>
          </p:nvPr>
        </p:nvSpPr>
        <p:spPr>
          <a:xfrm>
            <a:off x="8128080" y="5043240"/>
            <a:ext cx="3720960" cy="98064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690" name="PlaceHolder 4"/>
          <p:cNvSpPr>
            <a:spLocks noGrp="1"/>
          </p:cNvSpPr>
          <p:nvPr>
            <p:ph type="pic"/>
          </p:nvPr>
        </p:nvSpPr>
        <p:spPr>
          <a:xfrm>
            <a:off x="8128080" y="1565640"/>
            <a:ext cx="3720960" cy="346968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691" name="PlaceHolder 5"/>
          <p:cNvSpPr>
            <a:spLocks noGrp="1"/>
          </p:cNvSpPr>
          <p:nvPr>
            <p:ph type="body"/>
          </p:nvPr>
        </p:nvSpPr>
        <p:spPr>
          <a:xfrm>
            <a:off x="343080" y="5043240"/>
            <a:ext cx="3720960" cy="98064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692" name="PlaceHolder 6"/>
          <p:cNvSpPr>
            <a:spLocks noGrp="1"/>
          </p:cNvSpPr>
          <p:nvPr>
            <p:ph type="body"/>
          </p:nvPr>
        </p:nvSpPr>
        <p:spPr>
          <a:xfrm>
            <a:off x="4235400" y="5043240"/>
            <a:ext cx="3720960" cy="98064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693" name="PlaceHolder 7"/>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5">
    <p:bg>
      <p:bgPr>
        <a:solidFill>
          <a:srgbClr val="F0F0F0"/>
        </a:solidFill>
      </p:bgPr>
    </p:bg>
    <p:spTree>
      <p:nvGrpSpPr>
        <p:cNvPr id="1" name=""/>
        <p:cNvGrpSpPr/>
        <p:nvPr/>
      </p:nvGrpSpPr>
      <p:grpSpPr>
        <a:xfrm>
          <a:off x="0" y="0"/>
          <a:ext cx="0" cy="0"/>
          <a:chOff x="0" y="0"/>
          <a:chExt cx="0" cy="0"/>
        </a:xfrm>
      </p:grpSpPr>
      <p:cxnSp>
        <p:nvCxnSpPr>
          <p:cNvPr id="694" name="Straight Connector 12"/>
          <p:cNvCxnSpPr/>
          <p:nvPr/>
        </p:nvCxnSpPr>
        <p:spPr>
          <a:xfrm>
            <a:off x="11667600" y="6454080"/>
            <a:ext cx="360" cy="183240"/>
          </a:xfrm>
          <a:prstGeom prst="straightConnector1">
            <a:avLst/>
          </a:prstGeom>
          <a:ln>
            <a:solidFill>
              <a:srgbClr val="FFFFFF">
                <a:lumMod val="65000"/>
              </a:srgbClr>
            </a:solidFill>
          </a:ln>
        </p:spPr>
      </p:cxnSp>
      <p:pic>
        <p:nvPicPr>
          <p:cNvPr id="695" name="Picture 11"/>
          <p:cNvPicPr/>
          <p:nvPr/>
        </p:nvPicPr>
        <p:blipFill>
          <a:blip r:embed="rId2"/>
          <a:stretch/>
        </p:blipFill>
        <p:spPr>
          <a:xfrm rot="10800000">
            <a:off x="11232720" y="-30960"/>
            <a:ext cx="974880" cy="224640"/>
          </a:xfrm>
          <a:prstGeom prst="rect">
            <a:avLst/>
          </a:prstGeom>
          <a:noFill/>
          <a:ln w="0">
            <a:noFill/>
          </a:ln>
        </p:spPr>
      </p:pic>
      <p:sp>
        <p:nvSpPr>
          <p:cNvPr id="696"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6900C371-F5FB-43A6-A768-B87E02A3B2BD}"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697"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698"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699" name="PlaceHolder 1"/>
          <p:cNvSpPr>
            <a:spLocks noGrp="1"/>
          </p:cNvSpPr>
          <p:nvPr>
            <p:ph type="pic"/>
          </p:nvPr>
        </p:nvSpPr>
        <p:spPr>
          <a:xfrm>
            <a:off x="343080" y="1565640"/>
            <a:ext cx="2761920" cy="257544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700" name="PlaceHolder 2"/>
          <p:cNvSpPr>
            <a:spLocks noGrp="1"/>
          </p:cNvSpPr>
          <p:nvPr>
            <p:ph type="pic"/>
          </p:nvPr>
        </p:nvSpPr>
        <p:spPr>
          <a:xfrm>
            <a:off x="3257640" y="1565640"/>
            <a:ext cx="2761920" cy="257544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701" name="PlaceHolder 3"/>
          <p:cNvSpPr>
            <a:spLocks noGrp="1"/>
          </p:cNvSpPr>
          <p:nvPr>
            <p:ph type="body"/>
          </p:nvPr>
        </p:nvSpPr>
        <p:spPr>
          <a:xfrm>
            <a:off x="9086760" y="4164120"/>
            <a:ext cx="2761920" cy="72792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702" name="PlaceHolder 4"/>
          <p:cNvSpPr>
            <a:spLocks noGrp="1"/>
          </p:cNvSpPr>
          <p:nvPr>
            <p:ph type="pic"/>
          </p:nvPr>
        </p:nvSpPr>
        <p:spPr>
          <a:xfrm>
            <a:off x="9086760" y="1565640"/>
            <a:ext cx="2761920" cy="257544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703" name="PlaceHolder 5"/>
          <p:cNvSpPr>
            <a:spLocks noGrp="1"/>
          </p:cNvSpPr>
          <p:nvPr>
            <p:ph type="body"/>
          </p:nvPr>
        </p:nvSpPr>
        <p:spPr>
          <a:xfrm>
            <a:off x="343080" y="4164120"/>
            <a:ext cx="2761920" cy="72792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704" name="PlaceHolder 6"/>
          <p:cNvSpPr>
            <a:spLocks noGrp="1"/>
          </p:cNvSpPr>
          <p:nvPr>
            <p:ph type="body"/>
          </p:nvPr>
        </p:nvSpPr>
        <p:spPr>
          <a:xfrm>
            <a:off x="3257640" y="4164120"/>
            <a:ext cx="2761920" cy="72792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705" name="PlaceHolder 7"/>
          <p:cNvSpPr>
            <a:spLocks noGrp="1"/>
          </p:cNvSpPr>
          <p:nvPr>
            <p:ph type="pic"/>
          </p:nvPr>
        </p:nvSpPr>
        <p:spPr>
          <a:xfrm>
            <a:off x="6172200" y="1565640"/>
            <a:ext cx="2761920" cy="2575440"/>
          </a:xfrm>
          <a:prstGeom prst="rect">
            <a:avLst/>
          </a:prstGeom>
          <a:solidFill>
            <a:schemeClr val="bg1"/>
          </a:solid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an Image</a:t>
            </a:r>
            <a:endParaRPr lang="en-US" sz="1800" b="0" u="none" strike="noStrike">
              <a:solidFill>
                <a:srgbClr val="000000"/>
              </a:solidFill>
              <a:effectLst/>
              <a:uFillTx/>
              <a:latin typeface="Arial"/>
            </a:endParaRPr>
          </a:p>
        </p:txBody>
      </p:sp>
      <p:sp>
        <p:nvSpPr>
          <p:cNvPr id="706" name="PlaceHolder 8"/>
          <p:cNvSpPr>
            <a:spLocks noGrp="1"/>
          </p:cNvSpPr>
          <p:nvPr>
            <p:ph type="body"/>
          </p:nvPr>
        </p:nvSpPr>
        <p:spPr>
          <a:xfrm>
            <a:off x="6172200" y="4164120"/>
            <a:ext cx="2761920" cy="727920"/>
          </a:xfrm>
          <a:prstGeom prst="rect">
            <a:avLst/>
          </a:prstGeom>
          <a:noFill/>
          <a:ln w="0">
            <a:noFill/>
          </a:ln>
        </p:spPr>
        <p:txBody>
          <a:bodyPr lIns="91440" tIns="182880" rIns="45720" bIns="45000" anchor="t">
            <a:noAutofit/>
          </a:bodyPr>
          <a:lstStyle>
            <a:lvl1pPr indent="0" algn="l" defTabSz="914400">
              <a:lnSpc>
                <a:spcPct val="90000"/>
              </a:lnSpc>
              <a:spcBef>
                <a:spcPts val="601"/>
              </a:spcBef>
              <a:buNone/>
              <a:tabLst>
                <a:tab pos="0" algn="l"/>
              </a:tabLst>
              <a:defRPr lang="en-US" sz="1800" b="0" u="none" strike="noStrike">
                <a:solidFill>
                  <a:schemeClr val="dk1"/>
                </a:solidFill>
                <a:effectLst/>
                <a:uFillTx/>
                <a:latin typeface="Arial"/>
              </a:defRPr>
            </a:lvl1pPr>
          </a:lstStyle>
          <a:p>
            <a:pPr indent="0" algn="l" defTabSz="914400">
              <a:lnSpc>
                <a:spcPct val="90000"/>
              </a:lnSpc>
              <a:spcBef>
                <a:spcPts val="601"/>
              </a:spcBef>
              <a:buNone/>
              <a:tabLst>
                <a:tab pos="0" algn="l"/>
              </a:tabLst>
            </a:pPr>
            <a:r>
              <a:rPr lang="en-US" sz="1800" b="0" u="none" strike="noStrike">
                <a:solidFill>
                  <a:schemeClr val="dk1"/>
                </a:solidFill>
                <a:effectLst/>
                <a:uFillTx/>
                <a:latin typeface="Arial"/>
              </a:rPr>
              <a:t>Click to edit Master text styles</a:t>
            </a:r>
            <a:endParaRPr lang="fr-FR" sz="1800" b="0" u="none" strike="noStrike">
              <a:solidFill>
                <a:schemeClr val="dk1"/>
              </a:solidFill>
              <a:effectLst/>
              <a:uFillTx/>
              <a:latin typeface="Arial"/>
            </a:endParaRPr>
          </a:p>
        </p:txBody>
      </p:sp>
      <p:sp>
        <p:nvSpPr>
          <p:cNvPr id="707" name="PlaceHolder 9"/>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Tree>
  </p:cSld>
  <p:clrMapOvr>
    <a:masterClrMapping/>
  </p:clrMapOvr>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6">
    <p:bg>
      <p:bgPr>
        <a:solidFill>
          <a:srgbClr val="F0F0F0"/>
        </a:solidFill>
      </p:bgPr>
    </p:bg>
    <p:spTree>
      <p:nvGrpSpPr>
        <p:cNvPr id="1" name=""/>
        <p:cNvGrpSpPr/>
        <p:nvPr/>
      </p:nvGrpSpPr>
      <p:grpSpPr>
        <a:xfrm>
          <a:off x="0" y="0"/>
          <a:ext cx="0" cy="0"/>
          <a:chOff x="0" y="0"/>
          <a:chExt cx="0" cy="0"/>
        </a:xfrm>
      </p:grpSpPr>
      <p:cxnSp>
        <p:nvCxnSpPr>
          <p:cNvPr id="708" name="Straight Connector 12"/>
          <p:cNvCxnSpPr/>
          <p:nvPr/>
        </p:nvCxnSpPr>
        <p:spPr>
          <a:xfrm>
            <a:off x="11667600" y="6454080"/>
            <a:ext cx="360" cy="183240"/>
          </a:xfrm>
          <a:prstGeom prst="straightConnector1">
            <a:avLst/>
          </a:prstGeom>
          <a:ln>
            <a:solidFill>
              <a:srgbClr val="FFFFFF">
                <a:lumMod val="65000"/>
              </a:srgbClr>
            </a:solidFill>
          </a:ln>
        </p:spPr>
      </p:cxnSp>
      <p:pic>
        <p:nvPicPr>
          <p:cNvPr id="709" name="Picture 11"/>
          <p:cNvPicPr/>
          <p:nvPr/>
        </p:nvPicPr>
        <p:blipFill>
          <a:blip r:embed="rId2"/>
          <a:stretch/>
        </p:blipFill>
        <p:spPr>
          <a:xfrm rot="10800000">
            <a:off x="11232720" y="-30960"/>
            <a:ext cx="974880" cy="224640"/>
          </a:xfrm>
          <a:prstGeom prst="rect">
            <a:avLst/>
          </a:prstGeom>
          <a:noFill/>
          <a:ln w="0">
            <a:noFill/>
          </a:ln>
        </p:spPr>
      </p:pic>
      <p:sp>
        <p:nvSpPr>
          <p:cNvPr id="710"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0B6B02DA-7BAD-4793-A9A8-00C5A1AC0F53}" type="slidenum">
              <a:rPr lang="fr-FR" sz="900" b="0" u="none" strike="noStrike">
                <a:solidFill>
                  <a:schemeClr val="lt1">
                    <a:lumMod val="50000"/>
                  </a:schemeClr>
                </a:solidFill>
                <a:effectLst/>
                <a:uFillTx/>
                <a:latin typeface="Arial"/>
              </a:rPr>
              <a:t>&lt;number&gt;</a:t>
            </a:fld>
            <a:endParaRPr lang="en-US" sz="900" b="0" u="none" strike="noStrike">
              <a:solidFill>
                <a:srgbClr val="000000"/>
              </a:solidFill>
              <a:effectLst/>
              <a:uFillTx/>
              <a:latin typeface="Arial"/>
            </a:endParaRPr>
          </a:p>
        </p:txBody>
      </p:sp>
      <p:sp>
        <p:nvSpPr>
          <p:cNvPr id="711" name="Footer Placeholder 20"/>
          <p:cNvSpPr/>
          <p:nvPr/>
        </p:nvSpPr>
        <p:spPr>
          <a:xfrm>
            <a:off x="9326880" y="6406920"/>
            <a:ext cx="2340360" cy="320760"/>
          </a:xfrm>
          <a:prstGeom prst="rect">
            <a:avLst/>
          </a:prstGeom>
          <a:noFill/>
          <a:ln w="0">
            <a:noFill/>
          </a:ln>
        </p:spPr>
        <p:style>
          <a:lnRef idx="0"/>
          <a:fillRef idx="0"/>
          <a:effectRef idx="0"/>
          <a:fontRef idx="minor"/>
        </p:style>
        <p:txBody>
          <a:bodyPr anchor="ctr">
            <a:noAutofit/>
          </a:bodyPr>
          <a:p>
            <a:pPr algn="r" defTabSz="914400">
              <a:lnSpc>
                <a:spcPct val="100000"/>
              </a:lnSpc>
            </a:pPr>
            <a:r>
              <a:rPr lang="fr-FR" sz="1000" b="0" u="none" strike="noStrike">
                <a:solidFill>
                  <a:schemeClr val="dk1">
                    <a:tint val="75000"/>
                  </a:schemeClr>
                </a:solidFill>
                <a:effectLst/>
                <a:uFillTx/>
                <a:latin typeface="Arial"/>
              </a:rPr>
              <a:t>© INOX TECH. Tous droits réservés.</a:t>
            </a:r>
            <a:endParaRPr lang="en-US" sz="1000" b="0" u="none" strike="noStrike">
              <a:solidFill>
                <a:srgbClr val="000000"/>
              </a:solidFill>
              <a:effectLst/>
              <a:uFillTx/>
              <a:latin typeface="Arial"/>
            </a:endParaRPr>
          </a:p>
        </p:txBody>
      </p:sp>
      <p:pic>
        <p:nvPicPr>
          <p:cNvPr id="712" name="Picture 2" descr="Inox Technologies"/>
          <p:cNvPicPr/>
          <p:nvPr/>
        </p:nvPicPr>
        <p:blipFill>
          <a:blip r:embed="rId3"/>
          <a:srcRect l="9689" t="12401" r="7064" b="18725"/>
          <a:stretch/>
        </p:blipFill>
        <p:spPr>
          <a:xfrm>
            <a:off x="166680" y="6462000"/>
            <a:ext cx="330840" cy="273600"/>
          </a:xfrm>
          <a:prstGeom prst="rect">
            <a:avLst/>
          </a:prstGeom>
          <a:noFill/>
          <a:ln w="0">
            <a:noFill/>
          </a:ln>
        </p:spPr>
      </p:pic>
      <p:sp>
        <p:nvSpPr>
          <p:cNvPr id="713" name="PlaceHolder 1"/>
          <p:cNvSpPr>
            <a:spLocks noGrp="1"/>
          </p:cNvSpPr>
          <p:nvPr>
            <p:ph type="body"/>
          </p:nvPr>
        </p:nvSpPr>
        <p:spPr>
          <a:xfrm>
            <a:off x="353160" y="1499760"/>
            <a:ext cx="5480640" cy="462888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714" name="PlaceHolder 2"/>
          <p:cNvSpPr>
            <a:spLocks noGrp="1"/>
          </p:cNvSpPr>
          <p:nvPr>
            <p:ph type="body"/>
          </p:nvPr>
        </p:nvSpPr>
        <p:spPr>
          <a:xfrm>
            <a:off x="6172200" y="1499760"/>
            <a:ext cx="5490360" cy="4628880"/>
          </a:xfrm>
          <a:prstGeom prst="rect">
            <a:avLst/>
          </a:prstGeom>
          <a:noFill/>
          <a:ln w="0">
            <a:noFill/>
          </a:ln>
        </p:spPr>
        <p:txBody>
          <a:bodyPr lIns="90000" tIns="45000" rIns="90000" bIns="45000" anchor="t">
            <a:noAutofit/>
          </a:bodyPr>
          <a:lstStyle>
            <a:lvl1pPr algn="l" defTabSz="914400">
              <a:lnSpc>
                <a:spcPct val="90000"/>
              </a:lnSpc>
              <a:spcBef>
                <a:spcPts val="1400"/>
              </a:spcBef>
              <a:buClr>
                <a:srgbClr val="000000"/>
              </a:buClr>
              <a:buFont typeface="Arial"/>
              <a:buChar char="•"/>
              <a:defRPr lang="en-US" sz="2200" b="0" u="none" strike="noStrike">
                <a:solidFill>
                  <a:schemeClr val="dk1"/>
                </a:solidFill>
                <a:effectLst/>
                <a:uFillTx/>
                <a:latin typeface="Arial"/>
              </a:defRPr>
            </a:lvl1pPr>
            <a:lvl2pPr lvl="1" algn="l" defTabSz="914400">
              <a:lnSpc>
                <a:spcPct val="90000"/>
              </a:lnSpc>
              <a:spcBef>
                <a:spcPts val="901"/>
              </a:spcBef>
              <a:buClr>
                <a:srgbClr val="000000"/>
              </a:buClr>
              <a:buFont typeface="Arial"/>
              <a:buChar char="•"/>
              <a:defRPr lang="en-US" sz="1800" b="0" u="none" strike="noStrike">
                <a:solidFill>
                  <a:schemeClr val="dk1"/>
                </a:solidFill>
                <a:effectLst/>
                <a:uFillTx/>
                <a:latin typeface="Arial"/>
              </a:defRPr>
            </a:lvl2pPr>
            <a:lvl3pPr lvl="2" algn="l" defTabSz="914400">
              <a:lnSpc>
                <a:spcPct val="90000"/>
              </a:lnSpc>
              <a:spcBef>
                <a:spcPts val="601"/>
              </a:spcBef>
              <a:buClr>
                <a:srgbClr val="000000"/>
              </a:buClr>
              <a:buFont typeface="Arial"/>
              <a:buChar char="•"/>
              <a:defRPr lang="en-US" sz="1600" b="0" u="none" strike="noStrike">
                <a:solidFill>
                  <a:schemeClr val="dk1"/>
                </a:solidFill>
                <a:effectLst/>
                <a:uFillTx/>
                <a:latin typeface="Arial"/>
              </a:defRPr>
            </a:lvl3pPr>
          </a:lstStyle>
          <a:p>
            <a:pPr marL="228600" indent="-228600" algn="l" defTabSz="914400">
              <a:lnSpc>
                <a:spcPct val="90000"/>
              </a:lnSpc>
              <a:spcBef>
                <a:spcPts val="1400"/>
              </a:spcBef>
              <a:buClr>
                <a:srgbClr val="000000"/>
              </a:buClr>
              <a:buFont typeface="Arial"/>
              <a:buChar char="•"/>
            </a:pPr>
            <a:r>
              <a:rPr lang="en-US" sz="2200" b="0" u="none" strike="noStrike">
                <a:solidFill>
                  <a:schemeClr val="dk1"/>
                </a:solidFill>
                <a:effectLst/>
                <a:uFillTx/>
                <a:latin typeface="Arial"/>
              </a:rPr>
              <a:t>Click to edit Master text styles</a:t>
            </a:r>
            <a:endParaRPr lang="fr-FR" sz="2200" b="0" u="none" strike="noStrike">
              <a:solidFill>
                <a:srgbClr val="7F7F7F"/>
              </a:solidFill>
              <a:effectLst/>
              <a:uFillTx/>
              <a:latin typeface="Arial"/>
            </a:endParaRPr>
          </a:p>
          <a:p>
            <a:pPr marL="628560" lvl="1" indent="-228600" algn="l" defTabSz="914400">
              <a:lnSpc>
                <a:spcPct val="90000"/>
              </a:lnSpc>
              <a:spcBef>
                <a:spcPts val="901"/>
              </a:spcBef>
              <a:buClr>
                <a:srgbClr val="000000"/>
              </a:buClr>
              <a:buFont typeface="Arial"/>
              <a:buChar char="•"/>
            </a:pPr>
            <a:r>
              <a:rPr lang="en-US" sz="1800" b="0" u="none" strike="noStrike">
                <a:solidFill>
                  <a:schemeClr val="dk1"/>
                </a:solidFill>
                <a:effectLst/>
                <a:uFillTx/>
                <a:latin typeface="Arial"/>
              </a:rPr>
              <a:t>Second level</a:t>
            </a:r>
            <a:endParaRPr lang="fr-FR" sz="1800" b="0" u="none" strike="noStrike">
              <a:solidFill>
                <a:schemeClr val="dk1"/>
              </a:solidFill>
              <a:effectLst/>
              <a:uFillTx/>
              <a:latin typeface="Arial"/>
            </a:endParaRPr>
          </a:p>
          <a:p>
            <a:pPr marL="1028880" lvl="2" indent="-228600" algn="l" defTabSz="914400">
              <a:lnSpc>
                <a:spcPct val="90000"/>
              </a:lnSpc>
              <a:spcBef>
                <a:spcPts val="601"/>
              </a:spcBef>
              <a:buClr>
                <a:srgbClr val="000000"/>
              </a:buClr>
              <a:buFont typeface="Arial"/>
              <a:buChar char="•"/>
            </a:pPr>
            <a:r>
              <a:rPr lang="en-US" sz="1600" b="0" u="none" strike="noStrike">
                <a:solidFill>
                  <a:schemeClr val="dk1"/>
                </a:solidFill>
                <a:effectLst/>
                <a:uFillTx/>
                <a:latin typeface="Arial"/>
              </a:rPr>
              <a:t>Third level</a:t>
            </a:r>
            <a:endParaRPr lang="fr-FR" sz="1600" b="0" u="none" strike="noStrike">
              <a:solidFill>
                <a:schemeClr val="dk1"/>
              </a:solidFill>
              <a:effectLst/>
              <a:uFillTx/>
              <a:latin typeface="Arial"/>
            </a:endParaRPr>
          </a:p>
        </p:txBody>
      </p:sp>
      <p:sp>
        <p:nvSpPr>
          <p:cNvPr id="715" name="PlaceHolder 3"/>
          <p:cNvSpPr>
            <a:spLocks noGrp="1"/>
          </p:cNvSpPr>
          <p:nvPr>
            <p:ph type="title"/>
          </p:nvPr>
        </p:nvSpPr>
        <p:spPr>
          <a:xfrm>
            <a:off x="353160" y="183960"/>
            <a:ext cx="10515240" cy="534600"/>
          </a:xfrm>
          <a:prstGeom prst="rect">
            <a:avLst/>
          </a:prstGeom>
          <a:noFill/>
          <a:ln w="0">
            <a:noFill/>
          </a:ln>
        </p:spPr>
        <p:txBody>
          <a:bodyPr lIns="90000" tIns="45000" rIns="90000" bIns="45000" anchor="t">
            <a:noAutofit/>
          </a:bodyPr>
          <a:lstStyle>
            <a:lvl1pPr indent="0" algn="l" defTabSz="914400">
              <a:lnSpc>
                <a:spcPct val="90000"/>
              </a:lnSpc>
              <a:buNone/>
              <a:defRPr lang="en-US" sz="3200" b="1" u="none" strike="noStrike">
                <a:solidFill>
                  <a:schemeClr val="dk1"/>
                </a:solidFill>
                <a:effectLst/>
                <a:uFillTx/>
                <a:latin typeface="Arial"/>
              </a:defRPr>
            </a:lvl1pPr>
          </a:lstStyle>
          <a:p>
            <a:pPr indent="0" algn="l" defTabSz="914400">
              <a:lnSpc>
                <a:spcPct val="90000"/>
              </a:lnSpc>
              <a:buNone/>
            </a:pPr>
            <a:r>
              <a:rPr lang="en-US" sz="3200" b="1" u="none" strike="noStrike">
                <a:solidFill>
                  <a:schemeClr val="dk1"/>
                </a:solidFill>
                <a:effectLst/>
                <a:uFillTx/>
                <a:latin typeface="Arial"/>
              </a:rPr>
              <a:t>Click to edit Master title style</a:t>
            </a:r>
            <a:endParaRPr lang="fr-FR" sz="3200" b="1" u="none" strike="noStrike">
              <a:solidFill>
                <a:schemeClr val="dk1"/>
              </a:solidFill>
              <a:effectLst/>
              <a:uFillTx/>
              <a:latin typeface="Arial"/>
            </a:endParaRPr>
          </a:p>
        </p:txBody>
      </p:sp>
      <p:sp>
        <p:nvSpPr>
          <p:cNvPr id="716" name="PlaceHolder 4"/>
          <p:cNvSpPr>
            <a:spLocks noGrp="1"/>
          </p:cNvSpPr>
          <p:nvPr>
            <p:ph type="body"/>
          </p:nvPr>
        </p:nvSpPr>
        <p:spPr>
          <a:xfrm>
            <a:off x="353160" y="761760"/>
            <a:ext cx="11324880" cy="399600"/>
          </a:xfrm>
          <a:prstGeom prst="rect">
            <a:avLst/>
          </a:prstGeom>
          <a:noFill/>
          <a:ln w="0">
            <a:noFill/>
          </a:ln>
        </p:spPr>
        <p:txBody>
          <a:bodyPr lIns="90000" tIns="45000" rIns="90000" bIns="45000" anchor="t">
            <a:noAutofit/>
          </a:bodyPr>
          <a:lstStyle>
            <a:lvl1pPr indent="0" algn="l" defTabSz="914400">
              <a:lnSpc>
                <a:spcPct val="90000"/>
              </a:lnSpc>
              <a:buNone/>
              <a:tabLst>
                <a:tab pos="0" algn="l"/>
              </a:tabLst>
              <a:defRPr lang="en-US" sz="2000" b="0" u="none" strike="noStrike">
                <a:solidFill>
                  <a:srgbClr val="7F7F7F"/>
                </a:solidFill>
                <a:effectLst/>
                <a:uFillTx/>
                <a:latin typeface="Arial"/>
              </a:defRPr>
            </a:lvl1pPr>
          </a:lstStyle>
          <a:p>
            <a:pPr indent="0" algn="l" defTabSz="914400">
              <a:lnSpc>
                <a:spcPct val="90000"/>
              </a:lnSpc>
              <a:buNone/>
              <a:tabLst>
                <a:tab pos="0" algn="l"/>
              </a:tabLst>
            </a:pPr>
            <a:r>
              <a:rPr lang="en-US" sz="2000" b="0" u="none" strike="noStrike">
                <a:solidFill>
                  <a:srgbClr val="7F7F7F"/>
                </a:solidFill>
                <a:effectLst/>
                <a:uFillTx/>
                <a:latin typeface="Arial"/>
              </a:rPr>
              <a:t>Click to edit Master text styles</a:t>
            </a:r>
            <a:endParaRPr lang="fr-FR" sz="2000" b="0" u="none" strike="noStrike">
              <a:solidFill>
                <a:srgbClr val="7F7F7F"/>
              </a:solidFill>
              <a:effectLst/>
              <a:uFillTx/>
              <a:latin typeface="Arial"/>
            </a:endParaRPr>
          </a:p>
        </p:txBody>
      </p:sp>
    </p:spTree>
  </p:cSld>
  <p:clrMapOvr>
    <a:masterClrMapping/>
  </p:clrMapOvr>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 Slide Black">
    <p:bg>
      <p:bgPr>
        <a:solidFill>
          <a:schemeClr val="lt1">
            <a:lumMod val="85000"/>
          </a:schemeClr>
        </a:solidFill>
      </p:bgPr>
    </p:bg>
    <p:spTree>
      <p:nvGrpSpPr>
        <p:cNvPr id="1" name=""/>
        <p:cNvGrpSpPr/>
        <p:nvPr/>
      </p:nvGrpSpPr>
      <p:grpSpPr>
        <a:xfrm>
          <a:off x="0" y="0"/>
          <a:ext cx="0" cy="0"/>
          <a:chOff x="0" y="0"/>
          <a:chExt cx="0" cy="0"/>
        </a:xfrm>
      </p:grpSpPr>
      <p:sp>
        <p:nvSpPr>
          <p:cNvPr id="717" name="Rectangle 26" hidden="1"/>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BB3F7FF4-B6F5-47C5-A022-A6AC8AC9137A}" type="slidenum">
              <a:rPr lang="en-US" sz="900" b="0" u="none" strike="noStrike">
                <a:solidFill>
                  <a:schemeClr val="dk1">
                    <a:lumMod val="75000"/>
                  </a:schemeClr>
                </a:solidFill>
                <a:effectLst/>
                <a:uFillTx/>
                <a:latin typeface="Arial"/>
              </a:rPr>
              <a:t>&lt;number&gt;</a:t>
            </a:fld>
            <a:endParaRPr lang="en-US" sz="900" b="0" u="none" strike="noStrike">
              <a:solidFill>
                <a:srgbClr val="000000"/>
              </a:solidFill>
              <a:effectLst/>
              <a:uFillTx/>
              <a:latin typeface="Arial"/>
            </a:endParaRPr>
          </a:p>
        </p:txBody>
      </p:sp>
      <p:cxnSp>
        <p:nvCxnSpPr>
          <p:cNvPr id="718" name="Straight Connector 12"/>
          <p:cNvCxnSpPr/>
          <p:nvPr/>
        </p:nvCxnSpPr>
        <p:spPr>
          <a:xfrm>
            <a:off x="11667600" y="6454080"/>
            <a:ext cx="360" cy="183240"/>
          </a:xfrm>
          <a:prstGeom prst="straightConnector1">
            <a:avLst/>
          </a:prstGeom>
          <a:ln>
            <a:solidFill>
              <a:srgbClr val="000000">
                <a:lumMod val="75000"/>
              </a:srgbClr>
            </a:solidFill>
          </a:ln>
        </p:spPr>
      </p:cxnSp>
      <p:pic>
        <p:nvPicPr>
          <p:cNvPr id="719" name="Picture 9" hidden="1"/>
          <p:cNvPicPr/>
          <p:nvPr/>
        </p:nvPicPr>
        <p:blipFill>
          <a:blip r:embed="rId2">
            <a:extLst>
              <a:ext uri="{96DAC541-7B7A-43D3-8B79-37D633B846F1}">
                <asvg:svgBlip xmlns:asvg="http://schemas.microsoft.com/office/drawing/2016/SVG/main" r:embed="rId3"/>
              </a:ext>
            </a:extLst>
          </a:blip>
          <a:stretch/>
        </p:blipFill>
        <p:spPr>
          <a:xfrm>
            <a:off x="348480" y="6450480"/>
            <a:ext cx="277920" cy="190080"/>
          </a:xfrm>
          <a:prstGeom prst="rect">
            <a:avLst/>
          </a:prstGeom>
          <a:noFill/>
          <a:ln w="0">
            <a:noFill/>
          </a:ln>
        </p:spPr>
      </p:pic>
      <p:sp>
        <p:nvSpPr>
          <p:cNvPr id="720" name="Footer Placeholder 20" hidden="1"/>
          <p:cNvSpPr/>
          <p:nvPr/>
        </p:nvSpPr>
        <p:spPr>
          <a:xfrm>
            <a:off x="9425160" y="6363000"/>
            <a:ext cx="2242080" cy="364680"/>
          </a:xfrm>
          <a:prstGeom prst="rect">
            <a:avLst/>
          </a:prstGeom>
          <a:noFill/>
          <a:ln w="0">
            <a:noFill/>
          </a:ln>
        </p:spPr>
        <p:style>
          <a:lnRef idx="0"/>
          <a:fillRef idx="0"/>
          <a:effectRef idx="0"/>
          <a:fontRef idx="minor"/>
        </p:style>
        <p:txBody>
          <a:bodyPr anchor="ctr">
            <a:noAutofit/>
          </a:bodyPr>
          <a:p>
            <a:pPr algn="r" defTabSz="914400">
              <a:lnSpc>
                <a:spcPct val="100000"/>
              </a:lnSpc>
            </a:pPr>
            <a:r>
              <a:rPr lang="en-US" sz="1000" b="0" u="none" strike="noStrike">
                <a:solidFill>
                  <a:schemeClr val="dk1">
                    <a:lumMod val="75000"/>
                  </a:schemeClr>
                </a:solidFill>
                <a:effectLst/>
                <a:uFillTx/>
                <a:latin typeface="Arial"/>
              </a:rPr>
              <a:t>© Fortinet Inc. All Rights Reserved.</a:t>
            </a:r>
            <a:endParaRPr lang="en-US" sz="1000" b="0" u="none" strike="noStrike">
              <a:solidFill>
                <a:srgbClr val="000000"/>
              </a:solidFill>
              <a:effectLst/>
              <a:uFillTx/>
              <a:latin typeface="Arial"/>
            </a:endParaRPr>
          </a:p>
        </p:txBody>
      </p:sp>
      <p:sp>
        <p:nvSpPr>
          <p:cNvPr id="721" name="Rectangle 21"/>
          <p:cNvSpPr/>
          <p:nvPr/>
        </p:nvSpPr>
        <p:spPr>
          <a:xfrm>
            <a:off x="-15840" y="510840"/>
            <a:ext cx="1329840" cy="214200"/>
          </a:xfrm>
          <a:prstGeom prst="rect">
            <a:avLst/>
          </a:prstGeom>
          <a:solidFill>
            <a:srgbClr val="EC8C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chemeClr val="lt1"/>
              </a:solidFill>
              <a:effectLst/>
              <a:uFillTx/>
              <a:latin typeface="Arial"/>
            </a:endParaRPr>
          </a:p>
        </p:txBody>
      </p:sp>
      <p:sp>
        <p:nvSpPr>
          <p:cNvPr id="722" name="Rectangle 22"/>
          <p:cNvSpPr/>
          <p:nvPr/>
        </p:nvSpPr>
        <p:spPr>
          <a:xfrm>
            <a:off x="2122920" y="6118200"/>
            <a:ext cx="1329840" cy="214200"/>
          </a:xfrm>
          <a:prstGeom prst="rect">
            <a:avLst/>
          </a:prstGeom>
          <a:solidFill>
            <a:srgbClr val="399B34"/>
          </a:solidFill>
          <a:ln>
            <a:solidFill>
              <a:srgbClr val="399B34"/>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chemeClr val="lt1"/>
              </a:solidFill>
              <a:effectLst/>
              <a:uFillTx/>
              <a:latin typeface="Arial"/>
            </a:endParaRPr>
          </a:p>
        </p:txBody>
      </p:sp>
      <p:sp>
        <p:nvSpPr>
          <p:cNvPr id="723" name="Rectangle 34"/>
          <p:cNvSpPr/>
          <p:nvPr/>
        </p:nvSpPr>
        <p:spPr>
          <a:xfrm>
            <a:off x="9849600" y="5401800"/>
            <a:ext cx="1056600" cy="1445040"/>
          </a:xfrm>
          <a:prstGeom prst="rect">
            <a:avLst/>
          </a:prstGeom>
          <a:solidFill>
            <a:schemeClr val="dk1">
              <a:lumMod val="75000"/>
              <a:lumOff val="25000"/>
              <a:alpha val="76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sp>
        <p:nvSpPr>
          <p:cNvPr id="724" name="Rectangle 38"/>
          <p:cNvSpPr/>
          <p:nvPr/>
        </p:nvSpPr>
        <p:spPr>
          <a:xfrm>
            <a:off x="10906560" y="4876560"/>
            <a:ext cx="259200" cy="877320"/>
          </a:xfrm>
          <a:prstGeom prst="rect">
            <a:avLst/>
          </a:prstGeom>
          <a:solidFill>
            <a:schemeClr val="dk1">
              <a:lumMod val="65000"/>
              <a:lumOff val="35000"/>
              <a:alpha val="37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400" b="0" u="none" strike="noStrike">
              <a:solidFill>
                <a:schemeClr val="lt1"/>
              </a:solidFill>
              <a:effectLst/>
              <a:uFillTx/>
              <a:latin typeface="Arial"/>
            </a:endParaRPr>
          </a:p>
        </p:txBody>
      </p:sp>
      <p:pic>
        <p:nvPicPr>
          <p:cNvPr id="725" name="Picture 12" descr="A black and white background with white squares&#10;&#10;Description automatically generated"/>
          <p:cNvPicPr/>
          <p:nvPr/>
        </p:nvPicPr>
        <p:blipFill>
          <a:blip r:embed="rId4">
            <a:alphaModFix amt="24000"/>
          </a:blip>
          <a:stretch/>
        </p:blipFill>
        <p:spPr>
          <a:xfrm>
            <a:off x="6814800" y="4862880"/>
            <a:ext cx="3266640" cy="1742040"/>
          </a:xfrm>
          <a:prstGeom prst="rect">
            <a:avLst/>
          </a:prstGeom>
          <a:noFill/>
          <a:ln w="0">
            <a:noFill/>
          </a:ln>
        </p:spPr>
      </p:pic>
      <p:sp>
        <p:nvSpPr>
          <p:cNvPr id="726" name="ZoneTexte 18"/>
          <p:cNvSpPr/>
          <p:nvPr/>
        </p:nvSpPr>
        <p:spPr>
          <a:xfrm>
            <a:off x="156600" y="2888280"/>
            <a:ext cx="7615440" cy="7074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4000" b="1" u="none" spc="-300" strike="noStrike">
                <a:solidFill>
                  <a:schemeClr val="lt1"/>
                </a:solidFill>
                <a:effectLst/>
                <a:uFillTx/>
                <a:latin typeface="Arial"/>
              </a:rPr>
              <a:t>INOX TECHNOLOGIES</a:t>
            </a:r>
            <a:endParaRPr lang="en-US" sz="4000" b="0" u="none" strike="noStrike">
              <a:solidFill>
                <a:srgbClr val="000000"/>
              </a:solidFill>
              <a:effectLst/>
              <a:uFillTx/>
              <a:latin typeface="Arial"/>
            </a:endParaRPr>
          </a:p>
        </p:txBody>
      </p:sp>
      <p:sp>
        <p:nvSpPr>
          <p:cNvPr id="727" name="Cercle : creux 2"/>
          <p:cNvSpPr/>
          <p:nvPr/>
        </p:nvSpPr>
        <p:spPr>
          <a:xfrm>
            <a:off x="11279160" y="5948640"/>
            <a:ext cx="1855800" cy="1855800"/>
          </a:xfrm>
          <a:prstGeom prst="donut">
            <a:avLst>
              <a:gd name="adj" fmla="val 49358"/>
            </a:avLst>
          </a:prstGeom>
          <a:solidFill>
            <a:srgbClr val="66003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chemeClr val="lt1"/>
              </a:solidFill>
              <a:effectLst/>
              <a:uFillTx/>
              <a:latin typeface="Arial"/>
            </a:endParaRPr>
          </a:p>
        </p:txBody>
      </p:sp>
      <p:sp>
        <p:nvSpPr>
          <p:cNvPr id="728" name="Cercle : creux 3"/>
          <p:cNvSpPr/>
          <p:nvPr/>
        </p:nvSpPr>
        <p:spPr>
          <a:xfrm>
            <a:off x="11166480" y="-846360"/>
            <a:ext cx="1855800" cy="1855800"/>
          </a:xfrm>
          <a:prstGeom prst="donut">
            <a:avLst>
              <a:gd name="adj" fmla="val 25000"/>
            </a:avLst>
          </a:prstGeom>
          <a:solidFill>
            <a:srgbClr val="399B34"/>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chemeClr val="lt1"/>
              </a:solidFill>
              <a:effectLst/>
              <a:uFillTx/>
              <a:latin typeface="Arial"/>
            </a:endParaRPr>
          </a:p>
        </p:txBody>
      </p:sp>
      <p:pic>
        <p:nvPicPr>
          <p:cNvPr id="729" name="Image 4"/>
          <p:cNvPicPr/>
          <p:nvPr/>
        </p:nvPicPr>
        <p:blipFill>
          <a:blip r:embed="rId5"/>
          <a:stretch/>
        </p:blipFill>
        <p:spPr>
          <a:xfrm>
            <a:off x="7688520" y="0"/>
            <a:ext cx="4503240" cy="4503240"/>
          </a:xfrm>
          <a:prstGeom prst="rect">
            <a:avLst/>
          </a:prstGeom>
          <a:noFill/>
          <a:ln w="0">
            <a:noFill/>
          </a:ln>
        </p:spPr>
      </p:pic>
      <p:sp>
        <p:nvSpPr>
          <p:cNvPr id="73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fr-FR" sz="1800" b="0" u="none" strike="noStrike">
                <a:solidFill>
                  <a:schemeClr val="lt1"/>
                </a:solidFill>
                <a:effectLst/>
                <a:uFillTx/>
                <a:latin typeface="Arial"/>
              </a:defRPr>
            </a:lvl1pPr>
          </a:lstStyle>
          <a:p>
            <a:pPr indent="0" algn="l">
              <a:buNone/>
            </a:pPr>
            <a:r>
              <a:rPr lang="fr-FR" sz="1800" b="0" u="none" strike="noStrike">
                <a:solidFill>
                  <a:schemeClr val="lt1"/>
                </a:solidFill>
                <a:effectLst/>
                <a:uFillTx/>
                <a:latin typeface="Arial"/>
              </a:rPr>
              <a:t>Click to edit the title text format</a:t>
            </a:r>
            <a:endParaRPr lang="fr-FR" sz="1800" b="0" u="none" strike="noStrike">
              <a:solidFill>
                <a:schemeClr val="lt1"/>
              </a:solidFill>
              <a:effectLst/>
              <a:uFillTx/>
              <a:latin typeface="Arial"/>
            </a:endParaRPr>
          </a:p>
        </p:txBody>
      </p:sp>
      <p:sp>
        <p:nvSpPr>
          <p:cNvPr id="731"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fr-FR" sz="2200" b="0" u="none" strike="noStrike">
                <a:solidFill>
                  <a:schemeClr val="lt1"/>
                </a:solidFill>
                <a:effectLst/>
                <a:uFillTx/>
                <a:latin typeface="Arial"/>
              </a:defRPr>
            </a:lvl1pPr>
            <a:lvl2pPr lvl="1" algn="l">
              <a:lnSpc>
                <a:spcPct val="90000"/>
              </a:lnSpc>
              <a:spcBef>
                <a:spcPts val="1134"/>
              </a:spcBef>
              <a:buClr>
                <a:srgbClr val="000000"/>
              </a:buClr>
              <a:buSzPct val="75000"/>
              <a:buFont typeface="Symbol" charset="2"/>
              <a:buChar char=""/>
              <a:defRPr lang="fr-FR" sz="1600" b="0" u="none" strike="noStrike">
                <a:solidFill>
                  <a:schemeClr val="lt1"/>
                </a:solidFill>
                <a:effectLst/>
                <a:uFillTx/>
                <a:latin typeface="Arial"/>
              </a:defRPr>
            </a:lvl2pPr>
            <a:lvl3pPr lvl="2" algn="l">
              <a:lnSpc>
                <a:spcPct val="90000"/>
              </a:lnSpc>
              <a:spcBef>
                <a:spcPts val="850"/>
              </a:spcBef>
              <a:buClr>
                <a:srgbClr val="000000"/>
              </a:buClr>
              <a:buSzPct val="45000"/>
              <a:buFont typeface="Wingdings" charset="2"/>
              <a:buChar char=""/>
              <a:defRPr lang="fr-FR" sz="1800" b="0" u="none" strike="noStrike">
                <a:solidFill>
                  <a:schemeClr val="lt1"/>
                </a:solidFill>
                <a:effectLst/>
                <a:uFillTx/>
                <a:latin typeface="Arial"/>
              </a:defRPr>
            </a:lvl3pPr>
            <a:lvl4pPr lvl="3" algn="l">
              <a:lnSpc>
                <a:spcPct val="90000"/>
              </a:lnSpc>
              <a:spcBef>
                <a:spcPts val="567"/>
              </a:spcBef>
              <a:buClr>
                <a:srgbClr val="000000"/>
              </a:buClr>
              <a:buSzPct val="75000"/>
              <a:buFont typeface="Symbol" charset="2"/>
              <a:buChar char=""/>
              <a:defRPr lang="fr-FR" sz="1800" b="0" u="none" strike="noStrike">
                <a:solidFill>
                  <a:schemeClr val="lt1"/>
                </a:solidFill>
                <a:effectLst/>
                <a:uFillTx/>
                <a:latin typeface="Arial"/>
              </a:defRPr>
            </a:lvl4pPr>
            <a:lvl5pPr lvl="4" algn="l">
              <a:lnSpc>
                <a:spcPct val="90000"/>
              </a:lnSpc>
              <a:spcBef>
                <a:spcPts val="283"/>
              </a:spcBef>
              <a:buClr>
                <a:srgbClr val="000000"/>
              </a:buClr>
              <a:buSzPct val="45000"/>
              <a:buFont typeface="Wingdings" charset="2"/>
              <a:buChar char=""/>
              <a:defRPr lang="fr-FR" sz="2000" b="0" u="none" strike="noStrike">
                <a:solidFill>
                  <a:schemeClr val="lt1"/>
                </a:solidFill>
                <a:effectLst/>
                <a:uFillTx/>
                <a:latin typeface="Arial"/>
              </a:defRPr>
            </a:lvl5pPr>
            <a:lvl6pPr lvl="5" algn="l">
              <a:lnSpc>
                <a:spcPct val="90000"/>
              </a:lnSpc>
              <a:spcBef>
                <a:spcPts val="283"/>
              </a:spcBef>
              <a:buClr>
                <a:srgbClr val="000000"/>
              </a:buClr>
              <a:buSzPct val="45000"/>
              <a:buFont typeface="Wingdings" charset="2"/>
              <a:buChar char=""/>
              <a:defRPr lang="fr-FR" sz="2000" b="0" u="none" strike="noStrike">
                <a:solidFill>
                  <a:schemeClr val="lt1"/>
                </a:solidFill>
                <a:effectLst/>
                <a:uFillTx/>
                <a:latin typeface="Arial"/>
              </a:defRPr>
            </a:lvl6pPr>
            <a:lvl7pPr lvl="6" algn="l">
              <a:lnSpc>
                <a:spcPct val="90000"/>
              </a:lnSpc>
              <a:spcBef>
                <a:spcPts val="283"/>
              </a:spcBef>
              <a:buClr>
                <a:srgbClr val="000000"/>
              </a:buClr>
              <a:buSzPct val="45000"/>
              <a:buFont typeface="Wingdings" charset="2"/>
              <a:buChar char=""/>
              <a:defRPr lang="fr-FR" sz="2000" b="0" u="none" strike="noStrike">
                <a:solidFill>
                  <a:schemeClr val="lt1"/>
                </a:solidFill>
                <a:effectLst/>
                <a:uFillTx/>
                <a:latin typeface="Arial"/>
              </a:defRPr>
            </a:lvl7pPr>
          </a:lstStyle>
          <a:p>
            <a:pPr marL="432000" indent="-324000" algn="l">
              <a:lnSpc>
                <a:spcPct val="90000"/>
              </a:lnSpc>
              <a:spcBef>
                <a:spcPts val="1417"/>
              </a:spcBef>
              <a:buClr>
                <a:srgbClr val="000000"/>
              </a:buClr>
              <a:buSzPct val="45000"/>
              <a:buFont typeface="Wingdings" charset="2"/>
              <a:buChar char=""/>
            </a:pPr>
            <a:r>
              <a:rPr lang="fr-FR" sz="2200" b="0" u="none" strike="noStrike">
                <a:solidFill>
                  <a:schemeClr val="lt1"/>
                </a:solidFill>
                <a:effectLst/>
                <a:uFillTx/>
                <a:latin typeface="Arial"/>
              </a:rPr>
              <a:t>Click to edit the outline text format</a:t>
            </a:r>
            <a:endParaRPr lang="fr-FR" sz="2200" b="0" u="none" strike="noStrike">
              <a:solidFill>
                <a:schemeClr val="lt1"/>
              </a:solidFill>
              <a:effectLst/>
              <a:uFillTx/>
              <a:latin typeface="Arial"/>
            </a:endParaRPr>
          </a:p>
          <a:p>
            <a:pPr marL="864000" lvl="1" indent="-324000" algn="l">
              <a:lnSpc>
                <a:spcPct val="90000"/>
              </a:lnSpc>
              <a:spcBef>
                <a:spcPts val="1134"/>
              </a:spcBef>
              <a:buClr>
                <a:srgbClr val="000000"/>
              </a:buClr>
              <a:buSzPct val="75000"/>
              <a:buFont typeface="Symbol" charset="2"/>
              <a:buChar char=""/>
            </a:pPr>
            <a:r>
              <a:rPr lang="fr-FR" sz="1600" b="0" u="none" strike="noStrike">
                <a:solidFill>
                  <a:schemeClr val="lt1"/>
                </a:solidFill>
                <a:effectLst/>
                <a:uFillTx/>
                <a:latin typeface="Arial"/>
              </a:rPr>
              <a:t>Second Outline Level</a:t>
            </a:r>
            <a:endParaRPr lang="fr-FR" sz="1600" b="0" u="none" strike="noStrike">
              <a:solidFill>
                <a:schemeClr val="lt1"/>
              </a:solidFill>
              <a:effectLst/>
              <a:uFillTx/>
              <a:latin typeface="Arial"/>
            </a:endParaRPr>
          </a:p>
          <a:p>
            <a:pPr marL="1296000" lvl="2" indent="-288000" algn="l">
              <a:lnSpc>
                <a:spcPct val="90000"/>
              </a:lnSpc>
              <a:spcBef>
                <a:spcPts val="850"/>
              </a:spcBef>
              <a:buClr>
                <a:srgbClr val="000000"/>
              </a:buClr>
              <a:buSzPct val="45000"/>
              <a:buFont typeface="Wingdings" charset="2"/>
              <a:buChar char=""/>
            </a:pPr>
            <a:r>
              <a:rPr lang="fr-FR" sz="1800" b="0" u="none" strike="noStrike">
                <a:solidFill>
                  <a:schemeClr val="lt1"/>
                </a:solidFill>
                <a:effectLst/>
                <a:uFillTx/>
                <a:latin typeface="Arial"/>
              </a:rPr>
              <a:t>Third Outline Level</a:t>
            </a:r>
            <a:endParaRPr lang="fr-FR" sz="1800" b="0" u="none" strike="noStrike">
              <a:solidFill>
                <a:schemeClr val="lt1"/>
              </a:solidFill>
              <a:effectLst/>
              <a:uFillTx/>
              <a:latin typeface="Arial"/>
            </a:endParaRPr>
          </a:p>
          <a:p>
            <a:pPr marL="1728000" lvl="3" indent="-216000" algn="l">
              <a:lnSpc>
                <a:spcPct val="90000"/>
              </a:lnSpc>
              <a:spcBef>
                <a:spcPts val="567"/>
              </a:spcBef>
              <a:buClr>
                <a:srgbClr val="000000"/>
              </a:buClr>
              <a:buSzPct val="75000"/>
              <a:buFont typeface="Symbol" charset="2"/>
              <a:buChar char=""/>
            </a:pPr>
            <a:r>
              <a:rPr lang="fr-FR" sz="1800" b="0" u="none" strike="noStrike">
                <a:solidFill>
                  <a:schemeClr val="lt1"/>
                </a:solidFill>
                <a:effectLst/>
                <a:uFillTx/>
                <a:latin typeface="Arial"/>
              </a:rPr>
              <a:t>Fourth Outline Level</a:t>
            </a:r>
            <a:endParaRPr lang="fr-FR" sz="1800" b="0" u="none" strike="noStrike">
              <a:solidFill>
                <a:schemeClr val="lt1"/>
              </a:solidFill>
              <a:effectLst/>
              <a:uFillTx/>
              <a:latin typeface="Arial"/>
            </a:endParaRPr>
          </a:p>
          <a:p>
            <a:pPr marL="2160000" lvl="4" indent="-216000" algn="l">
              <a:lnSpc>
                <a:spcPct val="90000"/>
              </a:lnSpc>
              <a:spcBef>
                <a:spcPts val="283"/>
              </a:spcBef>
              <a:buClr>
                <a:srgbClr val="000000"/>
              </a:buClr>
              <a:buSzPct val="45000"/>
              <a:buFont typeface="Wingdings" charset="2"/>
              <a:buChar char=""/>
            </a:pPr>
            <a:r>
              <a:rPr lang="fr-FR" sz="2000" b="0" u="none" strike="noStrike">
                <a:solidFill>
                  <a:schemeClr val="lt1"/>
                </a:solidFill>
                <a:effectLst/>
                <a:uFillTx/>
                <a:latin typeface="Arial"/>
              </a:rPr>
              <a:t>Fifth Outline Level</a:t>
            </a:r>
            <a:endParaRPr lang="fr-FR" sz="2000" b="0" u="none" strike="noStrike">
              <a:solidFill>
                <a:schemeClr val="lt1"/>
              </a:solidFill>
              <a:effectLst/>
              <a:uFillTx/>
              <a:latin typeface="Arial"/>
            </a:endParaRPr>
          </a:p>
          <a:p>
            <a:pPr marL="2592000" lvl="5" indent="-216000" algn="l">
              <a:lnSpc>
                <a:spcPct val="90000"/>
              </a:lnSpc>
              <a:spcBef>
                <a:spcPts val="283"/>
              </a:spcBef>
              <a:buClr>
                <a:srgbClr val="000000"/>
              </a:buClr>
              <a:buSzPct val="45000"/>
              <a:buFont typeface="Wingdings" charset="2"/>
              <a:buChar char=""/>
            </a:pPr>
            <a:r>
              <a:rPr lang="fr-FR" sz="2000" b="0" u="none" strike="noStrike">
                <a:solidFill>
                  <a:schemeClr val="lt1"/>
                </a:solidFill>
                <a:effectLst/>
                <a:uFillTx/>
                <a:latin typeface="Arial"/>
              </a:rPr>
              <a:t>Sixth Outline Level</a:t>
            </a:r>
            <a:endParaRPr lang="fr-FR" sz="2000" b="0" u="none" strike="noStrike">
              <a:solidFill>
                <a:schemeClr val="lt1"/>
              </a:solidFill>
              <a:effectLst/>
              <a:uFillTx/>
              <a:latin typeface="Arial"/>
            </a:endParaRPr>
          </a:p>
          <a:p>
            <a:pPr marL="3024000" lvl="6" indent="-216000" algn="l">
              <a:lnSpc>
                <a:spcPct val="90000"/>
              </a:lnSpc>
              <a:spcBef>
                <a:spcPts val="283"/>
              </a:spcBef>
              <a:buClr>
                <a:srgbClr val="000000"/>
              </a:buClr>
              <a:buSzPct val="45000"/>
              <a:buFont typeface="Wingdings" charset="2"/>
              <a:buChar char=""/>
            </a:pPr>
            <a:r>
              <a:rPr lang="fr-FR" sz="2000" b="0" u="none" strike="noStrike">
                <a:solidFill>
                  <a:schemeClr val="lt1"/>
                </a:solidFill>
                <a:effectLst/>
                <a:uFillTx/>
                <a:latin typeface="Arial"/>
              </a:rPr>
              <a:t>Seventh Outline Level</a:t>
            </a:r>
            <a:endParaRPr lang="fr-FR" sz="2000" b="0" u="none" strike="noStrike">
              <a:solidFill>
                <a:schemeClr val="lt1"/>
              </a:solidFill>
              <a:effectLst/>
              <a:uFillTx/>
              <a:latin typeface="Aria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7">
    <p:bg>
      <p:bgPr>
        <a:solidFill>
          <a:srgbClr val="F0F0F0"/>
        </a:solidFill>
      </p:bgPr>
    </p:bg>
    <p:spTree>
      <p:nvGrpSpPr>
        <p:cNvPr id="1" name=""/>
        <p:cNvGrpSpPr/>
        <p:nvPr/>
      </p:nvGrpSpPr>
      <p:grpSpPr>
        <a:xfrm>
          <a:off x="0" y="0"/>
          <a:ext cx="0" cy="0"/>
          <a:chOff x="0" y="0"/>
          <a:chExt cx="0" cy="0"/>
        </a:xfrm>
      </p:grpSpPr>
      <p:sp>
        <p:nvSpPr>
          <p:cNvPr id="732" name="Rectangle 26" hidden="1"/>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852CA4E9-BCAC-431F-9506-FB10FF2A39B5}" type="slidenum">
              <a:rPr lang="en-US" sz="900" b="0" u="none" strike="noStrike">
                <a:solidFill>
                  <a:schemeClr val="lt1">
                    <a:lumMod val="75000"/>
                  </a:schemeClr>
                </a:solidFill>
                <a:effectLst/>
                <a:uFillTx/>
                <a:latin typeface="Arial"/>
              </a:rPr>
              <a:t>&lt;number&gt;</a:t>
            </a:fld>
            <a:endParaRPr lang="en-US" sz="900" b="0" u="none" strike="noStrike">
              <a:solidFill>
                <a:srgbClr val="000000"/>
              </a:solidFill>
              <a:effectLst/>
              <a:uFillTx/>
              <a:latin typeface="Arial"/>
            </a:endParaRPr>
          </a:p>
        </p:txBody>
      </p:sp>
      <p:cxnSp>
        <p:nvCxnSpPr>
          <p:cNvPr id="733" name="Straight Connector 12"/>
          <p:cNvCxnSpPr/>
          <p:nvPr/>
        </p:nvCxnSpPr>
        <p:spPr>
          <a:xfrm>
            <a:off x="11667600" y="6454080"/>
            <a:ext cx="360" cy="183240"/>
          </a:xfrm>
          <a:prstGeom prst="straightConnector1">
            <a:avLst/>
          </a:prstGeom>
          <a:ln>
            <a:solidFill>
              <a:srgbClr val="FFFFFF">
                <a:lumMod val="75000"/>
              </a:srgbClr>
            </a:solidFill>
          </a:ln>
        </p:spPr>
      </p:cxnSp>
      <p:pic>
        <p:nvPicPr>
          <p:cNvPr id="734" name="Picture 9" hidden="1"/>
          <p:cNvPicPr/>
          <p:nvPr/>
        </p:nvPicPr>
        <p:blipFill>
          <a:blip r:embed="rId2">
            <a:extLst>
              <a:ext uri="{96DAC541-7B7A-43D3-8B79-37D633B846F1}">
                <asvg:svgBlip xmlns:asvg="http://schemas.microsoft.com/office/drawing/2016/SVG/main" r:embed="rId3"/>
              </a:ext>
            </a:extLst>
          </a:blip>
          <a:stretch/>
        </p:blipFill>
        <p:spPr>
          <a:xfrm>
            <a:off x="348480" y="6450480"/>
            <a:ext cx="277920" cy="190080"/>
          </a:xfrm>
          <a:prstGeom prst="rect">
            <a:avLst/>
          </a:prstGeom>
          <a:noFill/>
          <a:ln w="0">
            <a:noFill/>
          </a:ln>
        </p:spPr>
      </p:pic>
      <p:sp>
        <p:nvSpPr>
          <p:cNvPr id="735" name="Footer Placeholder 20" hidden="1"/>
          <p:cNvSpPr/>
          <p:nvPr/>
        </p:nvSpPr>
        <p:spPr>
          <a:xfrm>
            <a:off x="9425160" y="6363000"/>
            <a:ext cx="2242080" cy="364680"/>
          </a:xfrm>
          <a:prstGeom prst="rect">
            <a:avLst/>
          </a:prstGeom>
          <a:noFill/>
          <a:ln w="0">
            <a:noFill/>
          </a:ln>
        </p:spPr>
        <p:style>
          <a:lnRef idx="0"/>
          <a:fillRef idx="0"/>
          <a:effectRef idx="0"/>
          <a:fontRef idx="minor"/>
        </p:style>
        <p:txBody>
          <a:bodyPr anchor="ctr">
            <a:noAutofit/>
          </a:bodyPr>
          <a:p>
            <a:pPr algn="r" defTabSz="914400">
              <a:lnSpc>
                <a:spcPct val="100000"/>
              </a:lnSpc>
            </a:pPr>
            <a:r>
              <a:rPr lang="en-US" sz="1000" b="0" u="none" strike="noStrike">
                <a:solidFill>
                  <a:schemeClr val="lt1">
                    <a:lumMod val="75000"/>
                  </a:schemeClr>
                </a:solidFill>
                <a:effectLst/>
                <a:uFillTx/>
                <a:latin typeface="Arial"/>
              </a:rPr>
              <a:t>© Fortinet Inc. All Rights Reserved.</a:t>
            </a:r>
            <a:endParaRPr lang="en-US" sz="1000" b="0" u="none" strike="noStrike">
              <a:solidFill>
                <a:srgbClr val="000000"/>
              </a:solidFill>
              <a:effectLst/>
              <a:uFillTx/>
              <a:latin typeface="Arial"/>
            </a:endParaRPr>
          </a:p>
        </p:txBody>
      </p:sp>
      <p:pic>
        <p:nvPicPr>
          <p:cNvPr id="736" name="Picture 3"/>
          <p:cNvPicPr/>
          <p:nvPr/>
        </p:nvPicPr>
        <p:blipFill>
          <a:blip r:embed="rId4"/>
          <a:stretch/>
        </p:blipFill>
        <p:spPr>
          <a:xfrm>
            <a:off x="4038840" y="3201480"/>
            <a:ext cx="4113720" cy="460440"/>
          </a:xfrm>
          <a:prstGeom prst="rect">
            <a:avLst/>
          </a:prstGeom>
          <a:noFill/>
          <a:ln w="0">
            <a:noFill/>
          </a:ln>
        </p:spPr>
      </p:pic>
      <p:pic>
        <p:nvPicPr>
          <p:cNvPr id="737" name="Picture 4"/>
          <p:cNvPicPr/>
          <p:nvPr/>
        </p:nvPicPr>
        <p:blipFill>
          <a:blip r:embed="rId5"/>
          <a:stretch/>
        </p:blipFill>
        <p:spPr>
          <a:xfrm rot="10800000">
            <a:off x="11217240" y="-8280"/>
            <a:ext cx="974880" cy="224640"/>
          </a:xfrm>
          <a:prstGeom prst="rect">
            <a:avLst/>
          </a:prstGeom>
          <a:noFill/>
          <a:ln w="0">
            <a:noFill/>
          </a:ln>
        </p:spPr>
      </p:pic>
    </p:spTree>
  </p:cSld>
  <p:clrMapOvr>
    <a:masterClrMapping/>
  </p:clrMapOvr>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8">
    <p:bg>
      <p:bgPr>
        <a:solidFill>
          <a:srgbClr val="F0F0F0"/>
        </a:solidFill>
      </p:bgPr>
    </p:bg>
    <p:spTree>
      <p:nvGrpSpPr>
        <p:cNvPr id="1" name=""/>
        <p:cNvGrpSpPr/>
        <p:nvPr/>
      </p:nvGrpSpPr>
      <p:grpSpPr>
        <a:xfrm>
          <a:off x="0" y="0"/>
          <a:ext cx="0" cy="0"/>
          <a:chOff x="0" y="0"/>
          <a:chExt cx="0" cy="0"/>
        </a:xfrm>
      </p:grpSpPr>
      <p:sp>
        <p:nvSpPr>
          <p:cNvPr id="738" name="Rectangle 26"/>
          <p:cNvSpPr/>
          <p:nvPr/>
        </p:nvSpPr>
        <p:spPr>
          <a:xfrm>
            <a:off x="11667600" y="6406920"/>
            <a:ext cx="467640" cy="276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pPr>
            <a:fld id="{6B1A02C7-7395-4E67-A7B0-2FE2EC6F35FE}" type="slidenum">
              <a:rPr lang="en-US" sz="900" b="0" u="none" strike="noStrike">
                <a:solidFill>
                  <a:schemeClr val="lt1">
                    <a:lumMod val="75000"/>
                  </a:schemeClr>
                </a:solidFill>
                <a:effectLst/>
                <a:uFillTx/>
                <a:latin typeface="Arial"/>
              </a:rPr>
              <a:t>&lt;number&gt;</a:t>
            </a:fld>
            <a:endParaRPr lang="en-US" sz="900" b="0" u="none" strike="noStrike">
              <a:solidFill>
                <a:srgbClr val="000000"/>
              </a:solidFill>
              <a:effectLst/>
              <a:uFillTx/>
              <a:latin typeface="Arial"/>
            </a:endParaRPr>
          </a:p>
        </p:txBody>
      </p:sp>
      <p:cxnSp>
        <p:nvCxnSpPr>
          <p:cNvPr id="739" name="Straight Connector 12"/>
          <p:cNvCxnSpPr/>
          <p:nvPr/>
        </p:nvCxnSpPr>
        <p:spPr>
          <a:xfrm>
            <a:off x="11667600" y="6454080"/>
            <a:ext cx="360" cy="183240"/>
          </a:xfrm>
          <a:prstGeom prst="straightConnector1">
            <a:avLst/>
          </a:prstGeom>
          <a:ln>
            <a:solidFill>
              <a:srgbClr val="FFFFFF">
                <a:lumMod val="75000"/>
              </a:srgbClr>
            </a:solidFill>
          </a:ln>
        </p:spPr>
      </p:cxnSp>
      <p:pic>
        <p:nvPicPr>
          <p:cNvPr id="740" name="Picture 9"/>
          <p:cNvPicPr/>
          <p:nvPr/>
        </p:nvPicPr>
        <p:blipFill>
          <a:blip r:embed="rId2">
            <a:extLst>
              <a:ext uri="{96DAC541-7B7A-43D3-8B79-37D633B846F1}">
                <asvg:svgBlip xmlns:asvg="http://schemas.microsoft.com/office/drawing/2016/SVG/main" r:embed="rId3"/>
              </a:ext>
            </a:extLst>
          </a:blip>
          <a:stretch/>
        </p:blipFill>
        <p:spPr>
          <a:xfrm>
            <a:off x="348480" y="6450480"/>
            <a:ext cx="277920" cy="190080"/>
          </a:xfrm>
          <a:prstGeom prst="rect">
            <a:avLst/>
          </a:prstGeom>
          <a:noFill/>
          <a:ln w="0">
            <a:noFill/>
          </a:ln>
        </p:spPr>
      </p:pic>
      <p:sp>
        <p:nvSpPr>
          <p:cNvPr id="741" name="Footer Placeholder 20"/>
          <p:cNvSpPr/>
          <p:nvPr/>
        </p:nvSpPr>
        <p:spPr>
          <a:xfrm>
            <a:off x="9425160" y="6363000"/>
            <a:ext cx="2242080" cy="364680"/>
          </a:xfrm>
          <a:prstGeom prst="rect">
            <a:avLst/>
          </a:prstGeom>
          <a:noFill/>
          <a:ln w="0">
            <a:noFill/>
          </a:ln>
        </p:spPr>
        <p:style>
          <a:lnRef idx="0"/>
          <a:fillRef idx="0"/>
          <a:effectRef idx="0"/>
          <a:fontRef idx="minor"/>
        </p:style>
        <p:txBody>
          <a:bodyPr anchor="ctr">
            <a:noAutofit/>
          </a:bodyPr>
          <a:p>
            <a:pPr algn="r" defTabSz="914400">
              <a:lnSpc>
                <a:spcPct val="100000"/>
              </a:lnSpc>
            </a:pPr>
            <a:r>
              <a:rPr lang="en-US" sz="1000" b="0" u="none" strike="noStrike">
                <a:solidFill>
                  <a:schemeClr val="lt1">
                    <a:lumMod val="75000"/>
                  </a:schemeClr>
                </a:solidFill>
                <a:effectLst/>
                <a:uFillTx/>
                <a:latin typeface="Arial"/>
              </a:rPr>
              <a:t>© Fortinet Inc. All Rights Reserved.</a:t>
            </a:r>
            <a:endParaRPr lang="en-US" sz="1000" b="0" u="none" strike="noStrike">
              <a:solidFill>
                <a:srgbClr val="000000"/>
              </a:solidFill>
              <a:effectLst/>
              <a:uFillTx/>
              <a:latin typeface="Arial"/>
            </a:endParaRPr>
          </a:p>
        </p:txBody>
      </p:sp>
      <p:sp>
        <p:nvSpPr>
          <p:cNvPr id="74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fr-FR" sz="1800" b="0" u="none" strike="noStrike">
                <a:solidFill>
                  <a:schemeClr val="dk1"/>
                </a:solidFill>
                <a:effectLst/>
                <a:uFillTx/>
                <a:latin typeface="Arial"/>
              </a:defRPr>
            </a:lvl1pPr>
          </a:lstStyle>
          <a:p>
            <a:pPr indent="0" algn="l">
              <a:buNone/>
            </a:pPr>
            <a:r>
              <a:rPr lang="fr-FR" sz="1800" b="0" u="none" strike="noStrike">
                <a:solidFill>
                  <a:schemeClr val="dk1"/>
                </a:solidFill>
                <a:effectLst/>
                <a:uFillTx/>
                <a:latin typeface="Arial"/>
              </a:rPr>
              <a:t>Click to edit the title text format</a:t>
            </a:r>
            <a:endParaRPr lang="fr-FR" sz="1800" b="0" u="none" strike="noStrike">
              <a:solidFill>
                <a:schemeClr val="dk1"/>
              </a:solidFill>
              <a:effectLst/>
              <a:uFillTx/>
              <a:latin typeface="Arial"/>
            </a:endParaRPr>
          </a:p>
        </p:txBody>
      </p:sp>
      <p:sp>
        <p:nvSpPr>
          <p:cNvPr id="74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fr-FR" sz="2200" b="0" u="none" strike="noStrike">
                <a:solidFill>
                  <a:schemeClr val="dk1"/>
                </a:solidFill>
                <a:effectLst/>
                <a:uFillTx/>
                <a:latin typeface="Arial"/>
              </a:defRPr>
            </a:lvl1pPr>
            <a:lvl2pPr lvl="1" algn="l">
              <a:lnSpc>
                <a:spcPct val="90000"/>
              </a:lnSpc>
              <a:spcBef>
                <a:spcPts val="1134"/>
              </a:spcBef>
              <a:buClr>
                <a:srgbClr val="000000"/>
              </a:buClr>
              <a:buSzPct val="75000"/>
              <a:buFont typeface="Symbol" charset="2"/>
              <a:buChar char=""/>
              <a:defRPr lang="fr-FR" sz="1600" b="0" u="none" strike="noStrike">
                <a:solidFill>
                  <a:schemeClr val="dk1"/>
                </a:solidFill>
                <a:effectLst/>
                <a:uFillTx/>
                <a:latin typeface="Arial"/>
              </a:defRPr>
            </a:lvl2pPr>
            <a:lvl3pPr lvl="2" algn="l">
              <a:lnSpc>
                <a:spcPct val="90000"/>
              </a:lnSpc>
              <a:spcBef>
                <a:spcPts val="850"/>
              </a:spcBef>
              <a:buClr>
                <a:srgbClr val="000000"/>
              </a:buClr>
              <a:buSzPct val="45000"/>
              <a:buFont typeface="Wingdings" charset="2"/>
              <a:buChar char=""/>
              <a:defRPr lang="fr-FR" sz="1800" b="0" u="none" strike="noStrike">
                <a:solidFill>
                  <a:schemeClr val="dk1"/>
                </a:solidFill>
                <a:effectLst/>
                <a:uFillTx/>
                <a:latin typeface="Arial"/>
              </a:defRPr>
            </a:lvl3pPr>
            <a:lvl4pPr lvl="3" algn="l">
              <a:lnSpc>
                <a:spcPct val="90000"/>
              </a:lnSpc>
              <a:spcBef>
                <a:spcPts val="567"/>
              </a:spcBef>
              <a:buClr>
                <a:srgbClr val="000000"/>
              </a:buClr>
              <a:buSzPct val="75000"/>
              <a:buFont typeface="Symbol" charset="2"/>
              <a:buChar char=""/>
              <a:defRPr lang="fr-FR" sz="1800" b="0" u="none" strike="noStrike">
                <a:solidFill>
                  <a:schemeClr val="dk1"/>
                </a:solidFill>
                <a:effectLst/>
                <a:uFillTx/>
                <a:latin typeface="Arial"/>
              </a:defRPr>
            </a:lvl4pPr>
            <a:lvl5pPr lvl="4"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5pPr>
            <a:lvl6pPr lvl="5"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6pPr>
            <a:lvl7pPr lvl="6" algn="l">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rial"/>
              </a:defRPr>
            </a:lvl7pPr>
          </a:lstStyle>
          <a:p>
            <a:pPr marL="432000" indent="-324000" algn="l">
              <a:lnSpc>
                <a:spcPct val="90000"/>
              </a:lnSpc>
              <a:spcBef>
                <a:spcPts val="1417"/>
              </a:spcBef>
              <a:buClr>
                <a:srgbClr val="000000"/>
              </a:buClr>
              <a:buSzPct val="45000"/>
              <a:buFont typeface="Wingdings" charset="2"/>
              <a:buChar char=""/>
            </a:pPr>
            <a:r>
              <a:rPr lang="fr-FR" sz="2200" b="0" u="none" strike="noStrike">
                <a:solidFill>
                  <a:schemeClr val="dk1"/>
                </a:solidFill>
                <a:effectLst/>
                <a:uFillTx/>
                <a:latin typeface="Arial"/>
              </a:rPr>
              <a:t>Click to edit the outline text format</a:t>
            </a:r>
            <a:endParaRPr lang="fr-FR" sz="2200" b="0" u="none" strike="noStrike">
              <a:solidFill>
                <a:schemeClr val="dk1"/>
              </a:solidFill>
              <a:effectLst/>
              <a:uFillTx/>
              <a:latin typeface="Arial"/>
            </a:endParaRPr>
          </a:p>
          <a:p>
            <a:pPr marL="864000" lvl="1" indent="-324000" algn="l">
              <a:lnSpc>
                <a:spcPct val="90000"/>
              </a:lnSpc>
              <a:spcBef>
                <a:spcPts val="1134"/>
              </a:spcBef>
              <a:buClr>
                <a:srgbClr val="000000"/>
              </a:buClr>
              <a:buSzPct val="75000"/>
              <a:buFont typeface="Symbol" charset="2"/>
              <a:buChar char=""/>
            </a:pPr>
            <a:r>
              <a:rPr lang="fr-FR" sz="1600" b="0" u="none" strike="noStrike">
                <a:solidFill>
                  <a:schemeClr val="dk1"/>
                </a:solidFill>
                <a:effectLst/>
                <a:uFillTx/>
                <a:latin typeface="Arial"/>
              </a:rPr>
              <a:t>Second Outline Level</a:t>
            </a:r>
            <a:endParaRPr lang="fr-FR" sz="1600" b="0" u="none" strike="noStrike">
              <a:solidFill>
                <a:schemeClr val="dk1"/>
              </a:solidFill>
              <a:effectLst/>
              <a:uFillTx/>
              <a:latin typeface="Arial"/>
            </a:endParaRPr>
          </a:p>
          <a:p>
            <a:pPr marL="1296000" lvl="2" indent="-288000" algn="l">
              <a:lnSpc>
                <a:spcPct val="90000"/>
              </a:lnSpc>
              <a:spcBef>
                <a:spcPts val="850"/>
              </a:spcBef>
              <a:buClr>
                <a:srgbClr val="000000"/>
              </a:buClr>
              <a:buSzPct val="45000"/>
              <a:buFont typeface="Wingdings" charset="2"/>
              <a:buChar char=""/>
            </a:pPr>
            <a:r>
              <a:rPr lang="fr-FR" sz="1800" b="0" u="none" strike="noStrike">
                <a:solidFill>
                  <a:schemeClr val="dk1"/>
                </a:solidFill>
                <a:effectLst/>
                <a:uFillTx/>
                <a:latin typeface="Arial"/>
              </a:rPr>
              <a:t>Third Outline Level</a:t>
            </a:r>
            <a:endParaRPr lang="fr-FR" sz="1800" b="0" u="none" strike="noStrike">
              <a:solidFill>
                <a:schemeClr val="dk1"/>
              </a:solidFill>
              <a:effectLst/>
              <a:uFillTx/>
              <a:latin typeface="Arial"/>
            </a:endParaRPr>
          </a:p>
          <a:p>
            <a:pPr marL="1728000" lvl="3" indent="-216000" algn="l">
              <a:lnSpc>
                <a:spcPct val="90000"/>
              </a:lnSpc>
              <a:spcBef>
                <a:spcPts val="567"/>
              </a:spcBef>
              <a:buClr>
                <a:srgbClr val="000000"/>
              </a:buClr>
              <a:buSzPct val="75000"/>
              <a:buFont typeface="Symbol" charset="2"/>
              <a:buChar char=""/>
            </a:pPr>
            <a:r>
              <a:rPr lang="fr-FR" sz="1800" b="0" u="none" strike="noStrike">
                <a:solidFill>
                  <a:schemeClr val="dk1"/>
                </a:solidFill>
                <a:effectLst/>
                <a:uFillTx/>
                <a:latin typeface="Arial"/>
              </a:rPr>
              <a:t>Fourth Outline Level</a:t>
            </a:r>
            <a:endParaRPr lang="fr-FR" sz="1800" b="0" u="none" strike="noStrike">
              <a:solidFill>
                <a:schemeClr val="dk1"/>
              </a:solidFill>
              <a:effectLst/>
              <a:uFillTx/>
              <a:latin typeface="Arial"/>
            </a:endParaRPr>
          </a:p>
          <a:p>
            <a:pPr marL="2160000" lvl="4"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Fifth Outline Level</a:t>
            </a:r>
            <a:endParaRPr lang="fr-FR" sz="2000" b="0" u="none" strike="noStrike">
              <a:solidFill>
                <a:schemeClr val="dk1"/>
              </a:solidFill>
              <a:effectLst/>
              <a:uFillTx/>
              <a:latin typeface="Arial"/>
            </a:endParaRPr>
          </a:p>
          <a:p>
            <a:pPr marL="2592000" lvl="5"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Sixth Outline Level</a:t>
            </a:r>
            <a:endParaRPr lang="fr-FR" sz="2000" b="0" u="none" strike="noStrike">
              <a:solidFill>
                <a:schemeClr val="dk1"/>
              </a:solidFill>
              <a:effectLst/>
              <a:uFillTx/>
              <a:latin typeface="Arial"/>
            </a:endParaRPr>
          </a:p>
          <a:p>
            <a:pPr marL="3024000" lvl="6" indent="-216000" algn="l">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rial"/>
              </a:rPr>
              <a:t>Seventh Outline Level</a:t>
            </a:r>
            <a:endParaRPr lang="fr-FR" sz="2000" b="0" u="none" strike="noStrike">
              <a:solidFill>
                <a:schemeClr val="dk1"/>
              </a:solidFill>
              <a:effectLst/>
              <a:uFillTx/>
              <a:latin typeface="Arial"/>
            </a:endParaRPr>
          </a:p>
        </p:txBody>
      </p:sp>
    </p:spTree>
  </p:cSld>
  <p:clrMapOvr>
    <a:masterClrMapping/>
  </p:clrMapOvr>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e de titre">
    <p:bg>
      <p:bgPr>
        <a:solidFill>
          <a:srgbClr val="FFFFFF"/>
        </a:solidFill>
      </p:bgPr>
    </p:bg>
    <p:spTree>
      <p:nvGrpSpPr>
        <p:cNvPr id="1" name=""/>
        <p:cNvGrpSpPr/>
        <p:nvPr/>
      </p:nvGrpSpPr>
      <p:grpSpPr>
        <a:xfrm>
          <a:off x="0" y="0"/>
          <a:ext cx="0" cy="0"/>
          <a:chOff x="0" y="0"/>
          <a:chExt cx="0" cy="0"/>
        </a:xfrm>
      </p:grpSpPr>
      <p:sp>
        <p:nvSpPr>
          <p:cNvPr id="744"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fr-FR" sz="6000" b="0" u="none" strike="noStrike">
                <a:solidFill>
                  <a:schemeClr val="dk1"/>
                </a:solidFill>
                <a:effectLst/>
                <a:uFillTx/>
                <a:latin typeface="Aptos Display"/>
              </a:defRPr>
            </a:lvl1pPr>
          </a:lstStyle>
          <a:p>
            <a:pPr indent="0" algn="ctr" defTabSz="914400">
              <a:lnSpc>
                <a:spcPct val="90000"/>
              </a:lnSpc>
              <a:buNone/>
            </a:pPr>
            <a:r>
              <a:rPr lang="fr-FR" sz="6000" b="0" u="none" strike="noStrike">
                <a:solidFill>
                  <a:schemeClr val="dk1"/>
                </a:solidFill>
                <a:effectLst/>
                <a:uFillTx/>
                <a:latin typeface="Aptos Display"/>
              </a:rPr>
              <a:t>Modifiez le style du titre</a:t>
            </a:r>
            <a:endParaRPr lang="fr-FR" sz="6000" b="0" u="none" strike="noStrike">
              <a:solidFill>
                <a:schemeClr val="dk1"/>
              </a:solidFill>
              <a:effectLst/>
              <a:uFillTx/>
              <a:latin typeface="Aptos Display"/>
            </a:endParaRPr>
          </a:p>
        </p:txBody>
      </p:sp>
      <p:sp>
        <p:nvSpPr>
          <p:cNvPr id="745" name="PlaceHolder 2"/>
          <p:cNvSpPr>
            <a:spLocks noGrp="1"/>
          </p:cNvSpPr>
          <p:nvPr>
            <p:ph type="dt" idx="2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fr-FR" sz="1200" b="0" u="none" strike="noStrike">
                <a:solidFill>
                  <a:schemeClr val="dk1">
                    <a:tint val="82000"/>
                  </a:schemeClr>
                </a:solidFill>
                <a:effectLst/>
                <a:uFillTx/>
                <a:latin typeface="Aptos"/>
              </a:defRPr>
            </a:lvl1pPr>
          </a:lstStyle>
          <a:p>
            <a:pPr indent="0" algn="l" defTabSz="914400">
              <a:lnSpc>
                <a:spcPct val="100000"/>
              </a:lnSpc>
              <a:buNone/>
            </a:pPr>
            <a:r>
              <a:rPr lang="fr-F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746" name="PlaceHolder 3"/>
          <p:cNvSpPr>
            <a:spLocks noGrp="1"/>
          </p:cNvSpPr>
          <p:nvPr>
            <p:ph type="ftr" idx="2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47" name="PlaceHolder 4"/>
          <p:cNvSpPr>
            <a:spLocks noGrp="1"/>
          </p:cNvSpPr>
          <p:nvPr>
            <p:ph type="sldNum" idx="2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82000"/>
                  </a:schemeClr>
                </a:solidFill>
                <a:effectLst/>
                <a:uFillTx/>
                <a:latin typeface="Aptos"/>
              </a:defRPr>
            </a:lvl1pPr>
          </a:lstStyle>
          <a:p>
            <a:pPr indent="0" algn="r" defTabSz="914400">
              <a:lnSpc>
                <a:spcPct val="100000"/>
              </a:lnSpc>
              <a:buNone/>
            </a:pPr>
            <a:fld id="{ABA1A7EB-4D41-4215-9B33-5EB70E262B05}" type="slidenum">
              <a:rPr lang="fr-F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
        <p:nvSpPr>
          <p:cNvPr id="74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fr-FR"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fr-FR"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fr-FR"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fr-FR"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fr-FR"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Aptos"/>
              </a:rPr>
              <a:t>Click to edit the outline text format</a:t>
            </a:r>
            <a:endParaRPr lang="fr-FR"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fr-FR" sz="2400" b="0" u="none" strike="noStrike">
                <a:solidFill>
                  <a:schemeClr val="dk1"/>
                </a:solidFill>
                <a:effectLst/>
                <a:uFillTx/>
                <a:latin typeface="Aptos"/>
              </a:rPr>
              <a:t>Second Outline Level</a:t>
            </a:r>
            <a:endParaRPr lang="fr-FR"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fr-FR" sz="2000" b="0" u="none" strike="noStrike">
                <a:solidFill>
                  <a:schemeClr val="dk1"/>
                </a:solidFill>
                <a:effectLst/>
                <a:uFillTx/>
                <a:latin typeface="Aptos"/>
              </a:rPr>
              <a:t>Third Outline Level</a:t>
            </a:r>
            <a:endParaRPr lang="fr-FR"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fr-FR" sz="1800" b="0" u="none" strike="noStrike">
                <a:solidFill>
                  <a:schemeClr val="dk1"/>
                </a:solidFill>
                <a:effectLst/>
                <a:uFillTx/>
                <a:latin typeface="Aptos"/>
              </a:rPr>
              <a:t>Fourth Outline Level</a:t>
            </a:r>
            <a:endParaRPr lang="fr-FR"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fr-FR" sz="1800" b="0" u="none" strike="noStrike">
                <a:solidFill>
                  <a:schemeClr val="dk1"/>
                </a:solidFill>
                <a:effectLst/>
                <a:uFillTx/>
                <a:latin typeface="Aptos"/>
              </a:rPr>
              <a:t>Fifth Outline Level</a:t>
            </a:r>
            <a:endParaRPr lang="fr-FR"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ptos"/>
              </a:rPr>
              <a:t>Sixth Outline Level</a:t>
            </a:r>
            <a:endParaRPr lang="fr-FR"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fr-FR" sz="2000" b="0" u="none" strike="noStrike">
                <a:solidFill>
                  <a:schemeClr val="dk1"/>
                </a:solidFill>
                <a:effectLst/>
                <a:uFillTx/>
                <a:latin typeface="Aptos"/>
              </a:rPr>
              <a:t>Seventh Outline Level</a:t>
            </a:r>
            <a:endParaRPr lang="fr-FR" sz="2000" b="0" u="none" strike="noStrike">
              <a:solidFill>
                <a:schemeClr val="dk1"/>
              </a:solidFill>
              <a:effectLst/>
              <a:uFillTx/>
              <a:latin typeface="Aptos"/>
            </a:endParaRPr>
          </a:p>
        </p:txBody>
      </p:sp>
    </p:spTree>
  </p:cSld>
  <p:clrMapOvr>
    <a:masterClrMapping/>
  </p:clrMapOvr>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re et texte vertical">
    <p:bg>
      <p:bgPr>
        <a:solidFill>
          <a:srgbClr val="FFFFFF"/>
        </a:solidFill>
      </p:bgPr>
    </p:bg>
    <p:spTree>
      <p:nvGrpSpPr>
        <p:cNvPr id="1" name=""/>
        <p:cNvGrpSpPr/>
        <p:nvPr/>
      </p:nvGrpSpPr>
      <p:grpSpPr>
        <a:xfrm>
          <a:off x="0" y="0"/>
          <a:ext cx="0" cy="0"/>
          <a:chOff x="0" y="0"/>
          <a:chExt cx="0" cy="0"/>
        </a:xfrm>
      </p:grpSpPr>
      <p:sp>
        <p:nvSpPr>
          <p:cNvPr id="74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fr-FR" sz="4400" b="0" u="none" strike="noStrike">
                <a:solidFill>
                  <a:schemeClr val="dk1"/>
                </a:solidFill>
                <a:effectLst/>
                <a:uFillTx/>
                <a:latin typeface="Aptos Display"/>
              </a:defRPr>
            </a:lvl1pPr>
          </a:lstStyle>
          <a:p>
            <a:pPr indent="0" algn="l" defTabSz="914400">
              <a:lnSpc>
                <a:spcPct val="90000"/>
              </a:lnSpc>
              <a:buNone/>
            </a:pPr>
            <a:r>
              <a:rPr lang="fr-FR" sz="4400" b="0" u="none" strike="noStrike">
                <a:solidFill>
                  <a:schemeClr val="dk1"/>
                </a:solidFill>
                <a:effectLst/>
                <a:uFillTx/>
                <a:latin typeface="Aptos Display"/>
              </a:rPr>
              <a:t>Modifiez le style du titre</a:t>
            </a:r>
            <a:endParaRPr lang="fr-FR" sz="4400" b="0" u="none" strike="noStrike">
              <a:solidFill>
                <a:schemeClr val="dk1"/>
              </a:solidFill>
              <a:effectLst/>
              <a:uFillTx/>
              <a:latin typeface="Aptos Display"/>
            </a:endParaRPr>
          </a:p>
        </p:txBody>
      </p:sp>
      <p:sp>
        <p:nvSpPr>
          <p:cNvPr id="750"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Aptos"/>
              </a:rPr>
              <a:t>Cliquez pour modifier les styles du texte du masque</a:t>
            </a:r>
            <a:endParaRPr lang="fr-FR"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ptos"/>
              </a:rPr>
              <a:t>Deuxième niveau</a:t>
            </a:r>
            <a:endParaRPr lang="fr-FR"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ptos"/>
              </a:rPr>
              <a:t>Troisième niveau</a:t>
            </a:r>
            <a:endParaRPr lang="fr-FR"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ptos"/>
              </a:rPr>
              <a:t>Quatrième niveau</a:t>
            </a:r>
            <a:endParaRPr lang="fr-FR"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ptos"/>
              </a:rPr>
              <a:t>Cinquième niveau</a:t>
            </a:r>
            <a:endParaRPr lang="fr-FR" sz="1800" b="0" u="none" strike="noStrike">
              <a:solidFill>
                <a:schemeClr val="dk1"/>
              </a:solidFill>
              <a:effectLst/>
              <a:uFillTx/>
              <a:latin typeface="Aptos"/>
            </a:endParaRPr>
          </a:p>
        </p:txBody>
      </p:sp>
      <p:sp>
        <p:nvSpPr>
          <p:cNvPr id="751" name="PlaceHolder 3"/>
          <p:cNvSpPr>
            <a:spLocks noGrp="1"/>
          </p:cNvSpPr>
          <p:nvPr>
            <p:ph type="dt" idx="2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fr-FR" sz="1200" b="0" u="none" strike="noStrike">
                <a:solidFill>
                  <a:schemeClr val="dk1">
                    <a:tint val="82000"/>
                  </a:schemeClr>
                </a:solidFill>
                <a:effectLst/>
                <a:uFillTx/>
                <a:latin typeface="Aptos"/>
              </a:defRPr>
            </a:lvl1pPr>
          </a:lstStyle>
          <a:p>
            <a:pPr indent="0" algn="l" defTabSz="914400">
              <a:lnSpc>
                <a:spcPct val="100000"/>
              </a:lnSpc>
              <a:buNone/>
            </a:pPr>
            <a:r>
              <a:rPr lang="fr-F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752" name="PlaceHolder 4"/>
          <p:cNvSpPr>
            <a:spLocks noGrp="1"/>
          </p:cNvSpPr>
          <p:nvPr>
            <p:ph type="ftr" idx="2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53" name="PlaceHolder 5"/>
          <p:cNvSpPr>
            <a:spLocks noGrp="1"/>
          </p:cNvSpPr>
          <p:nvPr>
            <p:ph type="sldNum" idx="2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82000"/>
                  </a:schemeClr>
                </a:solidFill>
                <a:effectLst/>
                <a:uFillTx/>
                <a:latin typeface="Aptos"/>
              </a:defRPr>
            </a:lvl1pPr>
          </a:lstStyle>
          <a:p>
            <a:pPr indent="0" algn="r" defTabSz="914400">
              <a:lnSpc>
                <a:spcPct val="100000"/>
              </a:lnSpc>
              <a:buNone/>
            </a:pPr>
            <a:fld id="{74B34764-7050-445F-BC7F-D51922CC314B}" type="slidenum">
              <a:rPr lang="fr-F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itre vertical et texte">
    <p:bg>
      <p:bgPr>
        <a:solidFill>
          <a:srgbClr val="FFFFFF"/>
        </a:solidFill>
      </p:bgPr>
    </p:bg>
    <p:spTree>
      <p:nvGrpSpPr>
        <p:cNvPr id="1" name=""/>
        <p:cNvGrpSpPr/>
        <p:nvPr/>
      </p:nvGrpSpPr>
      <p:grpSpPr>
        <a:xfrm>
          <a:off x="0" y="0"/>
          <a:ext cx="0" cy="0"/>
          <a:chOff x="0" y="0"/>
          <a:chExt cx="0" cy="0"/>
        </a:xfrm>
      </p:grpSpPr>
      <p:sp>
        <p:nvSpPr>
          <p:cNvPr id="754"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fr-FR" sz="4400" b="0" u="none" strike="noStrike">
                <a:solidFill>
                  <a:schemeClr val="dk1"/>
                </a:solidFill>
                <a:effectLst/>
                <a:uFillTx/>
                <a:latin typeface="Aptos Display"/>
              </a:defRPr>
            </a:lvl1pPr>
          </a:lstStyle>
          <a:p>
            <a:pPr indent="0" algn="l" defTabSz="914400">
              <a:lnSpc>
                <a:spcPct val="90000"/>
              </a:lnSpc>
              <a:buNone/>
            </a:pPr>
            <a:r>
              <a:rPr lang="fr-FR" sz="4400" b="0" u="none" strike="noStrike">
                <a:solidFill>
                  <a:schemeClr val="dk1"/>
                </a:solidFill>
                <a:effectLst/>
                <a:uFillTx/>
                <a:latin typeface="Aptos Display"/>
              </a:rPr>
              <a:t>Modifiez le style du titre</a:t>
            </a:r>
            <a:endParaRPr lang="fr-FR" sz="4400" b="0" u="none" strike="noStrike">
              <a:solidFill>
                <a:schemeClr val="dk1"/>
              </a:solidFill>
              <a:effectLst/>
              <a:uFillTx/>
              <a:latin typeface="Aptos Display"/>
            </a:endParaRPr>
          </a:p>
        </p:txBody>
      </p:sp>
      <p:sp>
        <p:nvSpPr>
          <p:cNvPr id="755"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Aptos"/>
              </a:rPr>
              <a:t>Cliquez pour modifier les styles du texte du masque</a:t>
            </a:r>
            <a:endParaRPr lang="fr-FR"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ptos"/>
              </a:rPr>
              <a:t>Deuxième niveau</a:t>
            </a:r>
            <a:endParaRPr lang="fr-FR"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ptos"/>
              </a:rPr>
              <a:t>Troisième niveau</a:t>
            </a:r>
            <a:endParaRPr lang="fr-FR"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ptos"/>
              </a:rPr>
              <a:t>Quatrième niveau</a:t>
            </a:r>
            <a:endParaRPr lang="fr-FR"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ptos"/>
              </a:rPr>
              <a:t>Cinquième niveau</a:t>
            </a:r>
            <a:endParaRPr lang="fr-FR" sz="1800" b="0" u="none" strike="noStrike">
              <a:solidFill>
                <a:schemeClr val="dk1"/>
              </a:solidFill>
              <a:effectLst/>
              <a:uFillTx/>
              <a:latin typeface="Aptos"/>
            </a:endParaRPr>
          </a:p>
        </p:txBody>
      </p:sp>
      <p:sp>
        <p:nvSpPr>
          <p:cNvPr id="756" name="PlaceHolder 3"/>
          <p:cNvSpPr>
            <a:spLocks noGrp="1"/>
          </p:cNvSpPr>
          <p:nvPr>
            <p:ph type="dt" idx="3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fr-FR" sz="1200" b="0" u="none" strike="noStrike">
                <a:solidFill>
                  <a:schemeClr val="dk1">
                    <a:tint val="82000"/>
                  </a:schemeClr>
                </a:solidFill>
                <a:effectLst/>
                <a:uFillTx/>
                <a:latin typeface="Aptos"/>
              </a:defRPr>
            </a:lvl1pPr>
          </a:lstStyle>
          <a:p>
            <a:pPr indent="0" algn="l" defTabSz="914400">
              <a:lnSpc>
                <a:spcPct val="100000"/>
              </a:lnSpc>
              <a:buNone/>
            </a:pPr>
            <a:r>
              <a:rPr lang="fr-F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757" name="PlaceHolder 4"/>
          <p:cNvSpPr>
            <a:spLocks noGrp="1"/>
          </p:cNvSpPr>
          <p:nvPr>
            <p:ph type="ftr" idx="3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58" name="PlaceHolder 5"/>
          <p:cNvSpPr>
            <a:spLocks noGrp="1"/>
          </p:cNvSpPr>
          <p:nvPr>
            <p:ph type="sldNum" idx="3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82000"/>
                  </a:schemeClr>
                </a:solidFill>
                <a:effectLst/>
                <a:uFillTx/>
                <a:latin typeface="Aptos"/>
              </a:defRPr>
            </a:lvl1pPr>
          </a:lstStyle>
          <a:p>
            <a:pPr indent="0" algn="r" defTabSz="914400">
              <a:lnSpc>
                <a:spcPct val="100000"/>
              </a:lnSpc>
              <a:buNone/>
            </a:pPr>
            <a:fld id="{4A5B4E8E-EA9A-49A1-9CF8-D06AE1B3AC55}" type="slidenum">
              <a:rPr lang="fr-F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re et contenu">
    <p:bg>
      <p:bgPr>
        <a:solidFill>
          <a:srgbClr val="FFFFFF"/>
        </a:solidFill>
      </p:bgPr>
    </p:bg>
    <p:spTree>
      <p:nvGrpSpPr>
        <p:cNvPr id="1" name=""/>
        <p:cNvGrpSpPr/>
        <p:nvPr/>
      </p:nvGrpSpPr>
      <p:grpSpPr>
        <a:xfrm>
          <a:off x="0" y="0"/>
          <a:ext cx="0" cy="0"/>
          <a:chOff x="0" y="0"/>
          <a:chExt cx="0" cy="0"/>
        </a:xfrm>
      </p:grpSpPr>
      <p:sp>
        <p:nvSpPr>
          <p:cNvPr id="75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fr-FR" sz="4400" b="0" u="none" strike="noStrike">
                <a:solidFill>
                  <a:schemeClr val="dk1"/>
                </a:solidFill>
                <a:effectLst/>
                <a:uFillTx/>
                <a:latin typeface="Aptos Display"/>
              </a:defRPr>
            </a:lvl1pPr>
          </a:lstStyle>
          <a:p>
            <a:pPr indent="0" algn="l" defTabSz="914400">
              <a:lnSpc>
                <a:spcPct val="90000"/>
              </a:lnSpc>
              <a:buNone/>
            </a:pPr>
            <a:r>
              <a:rPr lang="fr-FR" sz="4400" b="0" u="none" strike="noStrike">
                <a:solidFill>
                  <a:schemeClr val="dk1"/>
                </a:solidFill>
                <a:effectLst/>
                <a:uFillTx/>
                <a:latin typeface="Aptos Display"/>
              </a:rPr>
              <a:t>Modifiez le style du titre</a:t>
            </a:r>
            <a:endParaRPr lang="fr-FR" sz="4400" b="0" u="none" strike="noStrike">
              <a:solidFill>
                <a:schemeClr val="dk1"/>
              </a:solidFill>
              <a:effectLst/>
              <a:uFillTx/>
              <a:latin typeface="Aptos Display"/>
            </a:endParaRPr>
          </a:p>
        </p:txBody>
      </p:sp>
      <p:sp>
        <p:nvSpPr>
          <p:cNvPr id="760"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Aptos"/>
              </a:rPr>
              <a:t>Cliquez pour modifier les styles du texte du masque</a:t>
            </a:r>
            <a:endParaRPr lang="fr-FR"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ptos"/>
              </a:rPr>
              <a:t>Deuxième niveau</a:t>
            </a:r>
            <a:endParaRPr lang="fr-FR"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ptos"/>
              </a:rPr>
              <a:t>Troisième niveau</a:t>
            </a:r>
            <a:endParaRPr lang="fr-FR"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ptos"/>
              </a:rPr>
              <a:t>Quatrième niveau</a:t>
            </a:r>
            <a:endParaRPr lang="fr-FR"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ptos"/>
              </a:rPr>
              <a:t>Cinquième niveau</a:t>
            </a:r>
            <a:endParaRPr lang="fr-FR" sz="1800" b="0" u="none" strike="noStrike">
              <a:solidFill>
                <a:schemeClr val="dk1"/>
              </a:solidFill>
              <a:effectLst/>
              <a:uFillTx/>
              <a:latin typeface="Aptos"/>
            </a:endParaRPr>
          </a:p>
        </p:txBody>
      </p:sp>
      <p:sp>
        <p:nvSpPr>
          <p:cNvPr id="761" name="PlaceHolder 3"/>
          <p:cNvSpPr>
            <a:spLocks noGrp="1"/>
          </p:cNvSpPr>
          <p:nvPr>
            <p:ph type="dt" idx="3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fr-FR" sz="1200" b="0" u="none" strike="noStrike">
                <a:solidFill>
                  <a:schemeClr val="dk1">
                    <a:tint val="82000"/>
                  </a:schemeClr>
                </a:solidFill>
                <a:effectLst/>
                <a:uFillTx/>
                <a:latin typeface="Aptos"/>
              </a:defRPr>
            </a:lvl1pPr>
          </a:lstStyle>
          <a:p>
            <a:pPr indent="0" algn="l" defTabSz="914400">
              <a:lnSpc>
                <a:spcPct val="100000"/>
              </a:lnSpc>
              <a:buNone/>
            </a:pPr>
            <a:r>
              <a:rPr lang="fr-F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762" name="PlaceHolder 4"/>
          <p:cNvSpPr>
            <a:spLocks noGrp="1"/>
          </p:cNvSpPr>
          <p:nvPr>
            <p:ph type="ftr" idx="3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63" name="PlaceHolder 5"/>
          <p:cNvSpPr>
            <a:spLocks noGrp="1"/>
          </p:cNvSpPr>
          <p:nvPr>
            <p:ph type="sldNum" idx="3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82000"/>
                  </a:schemeClr>
                </a:solidFill>
                <a:effectLst/>
                <a:uFillTx/>
                <a:latin typeface="Aptos"/>
              </a:defRPr>
            </a:lvl1pPr>
          </a:lstStyle>
          <a:p>
            <a:pPr indent="0" algn="r" defTabSz="914400">
              <a:lnSpc>
                <a:spcPct val="100000"/>
              </a:lnSpc>
              <a:buNone/>
            </a:pPr>
            <a:fld id="{0FB44E39-821F-4AE7-9C5F-5E170928D615}" type="slidenum">
              <a:rPr lang="fr-F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de section">
    <p:bg>
      <p:bgPr>
        <a:solidFill>
          <a:srgbClr val="FFFFFF"/>
        </a:solidFill>
      </p:bgPr>
    </p:bg>
    <p:spTree>
      <p:nvGrpSpPr>
        <p:cNvPr id="1" name=""/>
        <p:cNvGrpSpPr/>
        <p:nvPr/>
      </p:nvGrpSpPr>
      <p:grpSpPr>
        <a:xfrm>
          <a:off x="0" y="0"/>
          <a:ext cx="0" cy="0"/>
          <a:chOff x="0" y="0"/>
          <a:chExt cx="0" cy="0"/>
        </a:xfrm>
      </p:grpSpPr>
      <p:sp>
        <p:nvSpPr>
          <p:cNvPr id="764"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fr-FR" sz="6000" b="0" u="none" strike="noStrike">
                <a:solidFill>
                  <a:schemeClr val="dk1"/>
                </a:solidFill>
                <a:effectLst/>
                <a:uFillTx/>
                <a:latin typeface="Aptos Display"/>
              </a:defRPr>
            </a:lvl1pPr>
          </a:lstStyle>
          <a:p>
            <a:pPr indent="0" algn="l" defTabSz="914400">
              <a:lnSpc>
                <a:spcPct val="90000"/>
              </a:lnSpc>
              <a:buNone/>
            </a:pPr>
            <a:r>
              <a:rPr lang="fr-FR" sz="6000" b="0" u="none" strike="noStrike">
                <a:solidFill>
                  <a:schemeClr val="dk1"/>
                </a:solidFill>
                <a:effectLst/>
                <a:uFillTx/>
                <a:latin typeface="Aptos Display"/>
              </a:rPr>
              <a:t>Modifiez le style du titre</a:t>
            </a:r>
            <a:endParaRPr lang="fr-FR" sz="6000" b="0" u="none" strike="noStrike">
              <a:solidFill>
                <a:schemeClr val="dk1"/>
              </a:solidFill>
              <a:effectLst/>
              <a:uFillTx/>
              <a:latin typeface="Aptos Display"/>
            </a:endParaRPr>
          </a:p>
        </p:txBody>
      </p:sp>
      <p:sp>
        <p:nvSpPr>
          <p:cNvPr id="765"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2400" b="0" u="none" strike="noStrike">
                <a:solidFill>
                  <a:schemeClr val="dk1">
                    <a:tint val="82000"/>
                  </a:schemeClr>
                </a:solidFill>
                <a:effectLst/>
                <a:uFillTx/>
                <a:latin typeface="Aptos"/>
              </a:defRPr>
            </a:lvl1pPr>
          </a:lstStyle>
          <a:p>
            <a:pPr indent="0" algn="l" defTabSz="914400">
              <a:lnSpc>
                <a:spcPct val="90000"/>
              </a:lnSpc>
              <a:spcBef>
                <a:spcPts val="1001"/>
              </a:spcBef>
              <a:buNone/>
              <a:tabLst>
                <a:tab pos="0" algn="l"/>
              </a:tabLst>
            </a:pPr>
            <a:r>
              <a:rPr lang="fr-FR" sz="2400" b="0" u="none" strike="noStrike">
                <a:solidFill>
                  <a:schemeClr val="dk1">
                    <a:tint val="82000"/>
                  </a:schemeClr>
                </a:solidFill>
                <a:effectLst/>
                <a:uFillTx/>
                <a:latin typeface="Aptos"/>
              </a:rPr>
              <a:t>Cliquez pour modifier les styles du texte du masque</a:t>
            </a:r>
            <a:endParaRPr lang="fr-FR" sz="2400" b="0" u="none" strike="noStrike">
              <a:solidFill>
                <a:schemeClr val="dk1">
                  <a:tint val="82000"/>
                </a:schemeClr>
              </a:solidFill>
              <a:effectLst/>
              <a:uFillTx/>
              <a:latin typeface="Aptos"/>
            </a:endParaRPr>
          </a:p>
        </p:txBody>
      </p:sp>
      <p:sp>
        <p:nvSpPr>
          <p:cNvPr id="766"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fr-FR" sz="1200" b="0" u="none" strike="noStrike">
                <a:solidFill>
                  <a:schemeClr val="dk1">
                    <a:tint val="82000"/>
                  </a:schemeClr>
                </a:solidFill>
                <a:effectLst/>
                <a:uFillTx/>
                <a:latin typeface="Aptos"/>
              </a:defRPr>
            </a:lvl1pPr>
          </a:lstStyle>
          <a:p>
            <a:pPr indent="0" algn="l" defTabSz="914400">
              <a:lnSpc>
                <a:spcPct val="100000"/>
              </a:lnSpc>
              <a:buNone/>
            </a:pPr>
            <a:r>
              <a:rPr lang="fr-F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767" name="PlaceHolder 4"/>
          <p:cNvSpPr>
            <a:spLocks noGrp="1"/>
          </p:cNvSpPr>
          <p:nvPr>
            <p:ph type="ftr" idx="3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68" name="PlaceHolder 5"/>
          <p:cNvSpPr>
            <a:spLocks noGrp="1"/>
          </p:cNvSpPr>
          <p:nvPr>
            <p:ph type="sldNum" idx="3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82000"/>
                  </a:schemeClr>
                </a:solidFill>
                <a:effectLst/>
                <a:uFillTx/>
                <a:latin typeface="Aptos"/>
              </a:defRPr>
            </a:lvl1pPr>
          </a:lstStyle>
          <a:p>
            <a:pPr indent="0" algn="r" defTabSz="914400">
              <a:lnSpc>
                <a:spcPct val="100000"/>
              </a:lnSpc>
              <a:buNone/>
            </a:pPr>
            <a:fld id="{34BF1771-E2A1-4B8F-B5B1-5F4520726C43}" type="slidenum">
              <a:rPr lang="fr-F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ux contenus">
    <p:bg>
      <p:bgPr>
        <a:solidFill>
          <a:srgbClr val="FFFFFF"/>
        </a:solidFill>
      </p:bgPr>
    </p:bg>
    <p:spTree>
      <p:nvGrpSpPr>
        <p:cNvPr id="1" name=""/>
        <p:cNvGrpSpPr/>
        <p:nvPr/>
      </p:nvGrpSpPr>
      <p:grpSpPr>
        <a:xfrm>
          <a:off x="0" y="0"/>
          <a:ext cx="0" cy="0"/>
          <a:chOff x="0" y="0"/>
          <a:chExt cx="0" cy="0"/>
        </a:xfrm>
      </p:grpSpPr>
      <p:sp>
        <p:nvSpPr>
          <p:cNvPr id="76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fr-FR" sz="4400" b="0" u="none" strike="noStrike">
                <a:solidFill>
                  <a:schemeClr val="dk1"/>
                </a:solidFill>
                <a:effectLst/>
                <a:uFillTx/>
                <a:latin typeface="Aptos Display"/>
              </a:defRPr>
            </a:lvl1pPr>
          </a:lstStyle>
          <a:p>
            <a:pPr indent="0" algn="l" defTabSz="914400">
              <a:lnSpc>
                <a:spcPct val="90000"/>
              </a:lnSpc>
              <a:buNone/>
            </a:pPr>
            <a:r>
              <a:rPr lang="fr-FR" sz="4400" b="0" u="none" strike="noStrike">
                <a:solidFill>
                  <a:schemeClr val="dk1"/>
                </a:solidFill>
                <a:effectLst/>
                <a:uFillTx/>
                <a:latin typeface="Aptos Display"/>
              </a:rPr>
              <a:t>Modifiez le style du titre</a:t>
            </a:r>
            <a:endParaRPr lang="fr-FR" sz="4400" b="0" u="none" strike="noStrike">
              <a:solidFill>
                <a:schemeClr val="dk1"/>
              </a:solidFill>
              <a:effectLst/>
              <a:uFillTx/>
              <a:latin typeface="Aptos Display"/>
            </a:endParaRPr>
          </a:p>
        </p:txBody>
      </p:sp>
      <p:sp>
        <p:nvSpPr>
          <p:cNvPr id="770"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Aptos"/>
              </a:rPr>
              <a:t>Cliquez pour modifier les styles du texte du masque</a:t>
            </a:r>
            <a:endParaRPr lang="fr-FR"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ptos"/>
              </a:rPr>
              <a:t>Deuxième niveau</a:t>
            </a:r>
            <a:endParaRPr lang="fr-FR"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ptos"/>
              </a:rPr>
              <a:t>Troisième niveau</a:t>
            </a:r>
            <a:endParaRPr lang="fr-FR"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ptos"/>
              </a:rPr>
              <a:t>Quatrième niveau</a:t>
            </a:r>
            <a:endParaRPr lang="fr-FR"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ptos"/>
              </a:rPr>
              <a:t>Cinquième niveau</a:t>
            </a:r>
            <a:endParaRPr lang="fr-FR" sz="1800" b="0" u="none" strike="noStrike">
              <a:solidFill>
                <a:schemeClr val="dk1"/>
              </a:solidFill>
              <a:effectLst/>
              <a:uFillTx/>
              <a:latin typeface="Aptos"/>
            </a:endParaRPr>
          </a:p>
        </p:txBody>
      </p:sp>
      <p:sp>
        <p:nvSpPr>
          <p:cNvPr id="771"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fr-FR"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fr-FR"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fr-FR"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fr-FR"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fr-FR" sz="2800" b="0" u="none" strike="noStrike">
                <a:solidFill>
                  <a:schemeClr val="dk1"/>
                </a:solidFill>
                <a:effectLst/>
                <a:uFillTx/>
                <a:latin typeface="Aptos"/>
              </a:rPr>
              <a:t>Cliquez pour modifier les styles du texte du masque</a:t>
            </a:r>
            <a:endParaRPr lang="fr-FR"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ptos"/>
              </a:rPr>
              <a:t>Deuxième niveau</a:t>
            </a:r>
            <a:endParaRPr lang="fr-FR"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ptos"/>
              </a:rPr>
              <a:t>Troisième niveau</a:t>
            </a:r>
            <a:endParaRPr lang="fr-FR"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ptos"/>
              </a:rPr>
              <a:t>Quatrième niveau</a:t>
            </a:r>
            <a:endParaRPr lang="fr-FR"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fr-FR" sz="1800" b="0" u="none" strike="noStrike">
                <a:solidFill>
                  <a:schemeClr val="dk1"/>
                </a:solidFill>
                <a:effectLst/>
                <a:uFillTx/>
                <a:latin typeface="Aptos"/>
              </a:rPr>
              <a:t>Cinquième niveau</a:t>
            </a:r>
            <a:endParaRPr lang="fr-FR" sz="1800" b="0" u="none" strike="noStrike">
              <a:solidFill>
                <a:schemeClr val="dk1"/>
              </a:solidFill>
              <a:effectLst/>
              <a:uFillTx/>
              <a:latin typeface="Aptos"/>
            </a:endParaRPr>
          </a:p>
        </p:txBody>
      </p:sp>
      <p:sp>
        <p:nvSpPr>
          <p:cNvPr id="772" name="PlaceHolder 4"/>
          <p:cNvSpPr>
            <a:spLocks noGrp="1"/>
          </p:cNvSpPr>
          <p:nvPr>
            <p:ph type="dt" idx="3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fr-FR" sz="1200" b="0" u="none" strike="noStrike">
                <a:solidFill>
                  <a:schemeClr val="dk1">
                    <a:tint val="82000"/>
                  </a:schemeClr>
                </a:solidFill>
                <a:effectLst/>
                <a:uFillTx/>
                <a:latin typeface="Aptos"/>
              </a:defRPr>
            </a:lvl1pPr>
          </a:lstStyle>
          <a:p>
            <a:pPr indent="0" algn="l" defTabSz="914400">
              <a:lnSpc>
                <a:spcPct val="100000"/>
              </a:lnSpc>
              <a:buNone/>
            </a:pPr>
            <a:r>
              <a:rPr lang="fr-F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773" name="PlaceHolder 5"/>
          <p:cNvSpPr>
            <a:spLocks noGrp="1"/>
          </p:cNvSpPr>
          <p:nvPr>
            <p:ph type="ftr" idx="4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74" name="PlaceHolder 6"/>
          <p:cNvSpPr>
            <a:spLocks noGrp="1"/>
          </p:cNvSpPr>
          <p:nvPr>
            <p:ph type="sldNum" idx="4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82000"/>
                  </a:schemeClr>
                </a:solidFill>
                <a:effectLst/>
                <a:uFillTx/>
                <a:latin typeface="Aptos"/>
              </a:defRPr>
            </a:lvl1pPr>
          </a:lstStyle>
          <a:p>
            <a:pPr indent="0" algn="r" defTabSz="914400">
              <a:lnSpc>
                <a:spcPct val="100000"/>
              </a:lnSpc>
              <a:buNone/>
            </a:pPr>
            <a:fld id="{4265E813-1F73-4156-A864-E88842F97776}" type="slidenum">
              <a:rPr lang="fr-F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ison">
    <p:bg>
      <p:bgPr>
        <a:solidFill>
          <a:srgbClr val="FFFFFF"/>
        </a:solidFill>
      </p:bgPr>
    </p:bg>
    <p:spTree>
      <p:nvGrpSpPr>
        <p:cNvPr id="1" name=""/>
        <p:cNvGrpSpPr/>
        <p:nvPr/>
      </p:nvGrpSpPr>
      <p:grpSpPr>
        <a:xfrm>
          <a:off x="0" y="0"/>
          <a:ext cx="0" cy="0"/>
          <a:chOff x="0" y="0"/>
          <a:chExt cx="0" cy="0"/>
        </a:xfrm>
      </p:grpSpPr>
      <p:sp>
        <p:nvSpPr>
          <p:cNvPr id="775"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fr-FR" sz="4400" b="0" u="none" strike="noStrike">
                <a:solidFill>
                  <a:schemeClr val="dk1"/>
                </a:solidFill>
                <a:effectLst/>
                <a:uFillTx/>
                <a:latin typeface="Aptos Display"/>
              </a:defRPr>
            </a:lvl1pPr>
          </a:lstStyle>
          <a:p>
            <a:pPr indent="0" algn="l" defTabSz="914400">
              <a:lnSpc>
                <a:spcPct val="90000"/>
              </a:lnSpc>
              <a:buNone/>
            </a:pPr>
            <a:r>
              <a:rPr lang="fr-FR" sz="4400" b="0" u="none" strike="noStrike">
                <a:solidFill>
                  <a:schemeClr val="dk1"/>
                </a:solidFill>
                <a:effectLst/>
                <a:uFillTx/>
                <a:latin typeface="Aptos Display"/>
              </a:rPr>
              <a:t>Modifiez le style du titre</a:t>
            </a:r>
            <a:endParaRPr lang="fr-FR" sz="4400" b="0" u="none" strike="noStrike">
              <a:solidFill>
                <a:schemeClr val="dk1"/>
              </a:solidFill>
              <a:effectLst/>
              <a:uFillTx/>
              <a:latin typeface="Aptos Display"/>
            </a:endParaRPr>
          </a:p>
        </p:txBody>
      </p:sp>
      <p:sp>
        <p:nvSpPr>
          <p:cNvPr id="776"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fr-FR"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fr-FR" sz="2400" b="1" u="none" strike="noStrike">
                <a:solidFill>
                  <a:schemeClr val="dk1"/>
                </a:solidFill>
                <a:effectLst/>
                <a:uFillTx/>
                <a:latin typeface="Aptos"/>
              </a:rPr>
              <a:t>Cliquez pour modifier les styles du texte du masque</a:t>
            </a:r>
            <a:endParaRPr lang="fr-FR" sz="2400" b="0" u="none" strike="noStrike">
              <a:solidFill>
                <a:schemeClr val="dk1"/>
              </a:solidFill>
              <a:effectLst/>
              <a:uFillTx/>
              <a:latin typeface="Aptos"/>
            </a:endParaRPr>
          </a:p>
        </p:txBody>
      </p:sp>
      <p:sp>
        <p:nvSpPr>
          <p:cNvPr id="777"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fr-FR"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fr-FR"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fr-FR"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fr-FR" sz="2800" b="0" u="none" strike="noStrike">
                <a:solidFill>
                  <a:schemeClr val="dk1"/>
                </a:solidFill>
                <a:effectLst/>
                <a:uFillTx/>
                <a:latin typeface="Aptos"/>
              </a:rPr>
              <a:t>Cliquez pour modifier les styles du texte du masque</a:t>
            </a:r>
            <a:endParaRPr lang="fr-FR"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fr-FR" sz="2400" b="0" u="none" strike="noStrike">
                <a:solidFill>
                  <a:schemeClr val="dk1"/>
                </a:solidFill>
                <a:effectLst/>
                <a:uFillTx/>
                <a:latin typeface="Aptos"/>
              </a:rPr>
              <a:t>Deuxième niveau</a:t>
            </a:r>
            <a:endParaRPr lang="fr-FR"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fr-FR" sz="2000" b="0" u="none" strike="noStrike">
                <a:solidFill>
                  <a:schemeClr val="dk1"/>
                </a:solidFill>
                <a:effectLst/>
                <a:uFillTx/>
                <a:latin typeface="Aptos"/>
              </a:rPr>
              <a:t>Troisième niveau</a:t>
            </a:r>
            <a:endParaRPr lang="fr-FR"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Aptos"/>
              </a:rPr>
              <a:t>Quatrième niveau</a:t>
            </a:r>
            <a:endParaRPr lang="fr-FR"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Aptos"/>
              </a:rPr>
              <a:t>Cinquième niveau</a:t>
            </a:r>
            <a:endParaRPr lang="fr-FR" sz="1800" b="0" u="none" strike="noStrike">
              <a:solidFill>
                <a:schemeClr val="dk1"/>
              </a:solidFill>
              <a:effectLst/>
              <a:uFillTx/>
              <a:latin typeface="Aptos"/>
            </a:endParaRPr>
          </a:p>
        </p:txBody>
      </p:sp>
      <p:sp>
        <p:nvSpPr>
          <p:cNvPr id="778"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fr-FR"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fr-FR" sz="2400" b="1" u="none" strike="noStrike">
                <a:solidFill>
                  <a:schemeClr val="dk1"/>
                </a:solidFill>
                <a:effectLst/>
                <a:uFillTx/>
                <a:latin typeface="Aptos"/>
              </a:rPr>
              <a:t>Cliquez pour modifier les styles du texte du masque</a:t>
            </a:r>
            <a:endParaRPr lang="fr-FR" sz="2400" b="0" u="none" strike="noStrike">
              <a:solidFill>
                <a:schemeClr val="dk1"/>
              </a:solidFill>
              <a:effectLst/>
              <a:uFillTx/>
              <a:latin typeface="Aptos"/>
            </a:endParaRPr>
          </a:p>
        </p:txBody>
      </p:sp>
      <p:sp>
        <p:nvSpPr>
          <p:cNvPr id="779"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fr-FR"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fr-FR"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fr-FR"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fr-FR"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fr-FR" sz="2800" b="0" u="none" strike="noStrike">
                <a:solidFill>
                  <a:schemeClr val="dk1"/>
                </a:solidFill>
                <a:effectLst/>
                <a:uFillTx/>
                <a:latin typeface="Aptos"/>
              </a:rPr>
              <a:t>Cliquez pour modifier les styles du texte du masque</a:t>
            </a:r>
            <a:endParaRPr lang="fr-FR"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fr-FR" sz="2400" b="0" u="none" strike="noStrike">
                <a:solidFill>
                  <a:schemeClr val="dk1"/>
                </a:solidFill>
                <a:effectLst/>
                <a:uFillTx/>
                <a:latin typeface="Aptos"/>
              </a:rPr>
              <a:t>Deuxième niveau</a:t>
            </a:r>
            <a:endParaRPr lang="fr-FR"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fr-FR" sz="2000" b="0" u="none" strike="noStrike">
                <a:solidFill>
                  <a:schemeClr val="dk1"/>
                </a:solidFill>
                <a:effectLst/>
                <a:uFillTx/>
                <a:latin typeface="Aptos"/>
              </a:rPr>
              <a:t>Troisième niveau</a:t>
            </a:r>
            <a:endParaRPr lang="fr-FR"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Aptos"/>
              </a:rPr>
              <a:t>Quatrième niveau</a:t>
            </a:r>
            <a:endParaRPr lang="fr-FR"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fr-FR" sz="1800" b="0" u="none" strike="noStrike">
                <a:solidFill>
                  <a:schemeClr val="dk1"/>
                </a:solidFill>
                <a:effectLst/>
                <a:uFillTx/>
                <a:latin typeface="Aptos"/>
              </a:rPr>
              <a:t>Cinquième niveau</a:t>
            </a:r>
            <a:endParaRPr lang="fr-FR" sz="1800" b="0" u="none" strike="noStrike">
              <a:solidFill>
                <a:schemeClr val="dk1"/>
              </a:solidFill>
              <a:effectLst/>
              <a:uFillTx/>
              <a:latin typeface="Aptos"/>
            </a:endParaRPr>
          </a:p>
        </p:txBody>
      </p:sp>
      <p:sp>
        <p:nvSpPr>
          <p:cNvPr id="780" name="PlaceHolder 6"/>
          <p:cNvSpPr>
            <a:spLocks noGrp="1"/>
          </p:cNvSpPr>
          <p:nvPr>
            <p:ph type="dt" idx="4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fr-FR" sz="1200" b="0" u="none" strike="noStrike">
                <a:solidFill>
                  <a:schemeClr val="dk1">
                    <a:tint val="82000"/>
                  </a:schemeClr>
                </a:solidFill>
                <a:effectLst/>
                <a:uFillTx/>
                <a:latin typeface="Aptos"/>
              </a:defRPr>
            </a:lvl1pPr>
          </a:lstStyle>
          <a:p>
            <a:pPr indent="0" algn="l" defTabSz="914400">
              <a:lnSpc>
                <a:spcPct val="100000"/>
              </a:lnSpc>
              <a:buNone/>
            </a:pPr>
            <a:r>
              <a:rPr lang="fr-F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781" name="PlaceHolder 7"/>
          <p:cNvSpPr>
            <a:spLocks noGrp="1"/>
          </p:cNvSpPr>
          <p:nvPr>
            <p:ph type="ftr" idx="4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82" name="PlaceHolder 8"/>
          <p:cNvSpPr>
            <a:spLocks noGrp="1"/>
          </p:cNvSpPr>
          <p:nvPr>
            <p:ph type="sldNum" idx="4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82000"/>
                  </a:schemeClr>
                </a:solidFill>
                <a:effectLst/>
                <a:uFillTx/>
                <a:latin typeface="Aptos"/>
              </a:defRPr>
            </a:lvl1pPr>
          </a:lstStyle>
          <a:p>
            <a:pPr indent="0" algn="r" defTabSz="914400">
              <a:lnSpc>
                <a:spcPct val="100000"/>
              </a:lnSpc>
              <a:buNone/>
            </a:pPr>
            <a:fld id="{717115E1-F64E-40DF-8C1A-EDDDD79A4E61}" type="slidenum">
              <a:rPr lang="fr-F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re seul">
    <p:bg>
      <p:bgPr>
        <a:solidFill>
          <a:srgbClr val="FFFFFF"/>
        </a:solidFill>
      </p:bgPr>
    </p:bg>
    <p:spTree>
      <p:nvGrpSpPr>
        <p:cNvPr id="1" name=""/>
        <p:cNvGrpSpPr/>
        <p:nvPr/>
      </p:nvGrpSpPr>
      <p:grpSpPr>
        <a:xfrm>
          <a:off x="0" y="0"/>
          <a:ext cx="0" cy="0"/>
          <a:chOff x="0" y="0"/>
          <a:chExt cx="0" cy="0"/>
        </a:xfrm>
      </p:grpSpPr>
      <p:sp>
        <p:nvSpPr>
          <p:cNvPr id="78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fr-FR" sz="4400" b="0" u="none" strike="noStrike">
                <a:solidFill>
                  <a:schemeClr val="dk1"/>
                </a:solidFill>
                <a:effectLst/>
                <a:uFillTx/>
                <a:latin typeface="Aptos Display"/>
              </a:defRPr>
            </a:lvl1pPr>
          </a:lstStyle>
          <a:p>
            <a:pPr indent="0" algn="l" defTabSz="914400">
              <a:lnSpc>
                <a:spcPct val="90000"/>
              </a:lnSpc>
              <a:buNone/>
            </a:pPr>
            <a:r>
              <a:rPr lang="fr-FR" sz="4400" b="0" u="none" strike="noStrike">
                <a:solidFill>
                  <a:schemeClr val="dk1"/>
                </a:solidFill>
                <a:effectLst/>
                <a:uFillTx/>
                <a:latin typeface="Aptos Display"/>
              </a:rPr>
              <a:t>Modifiez le style du titre</a:t>
            </a:r>
            <a:endParaRPr lang="fr-FR" sz="4400" b="0" u="none" strike="noStrike">
              <a:solidFill>
                <a:schemeClr val="dk1"/>
              </a:solidFill>
              <a:effectLst/>
              <a:uFillTx/>
              <a:latin typeface="Aptos Display"/>
            </a:endParaRPr>
          </a:p>
        </p:txBody>
      </p:sp>
      <p:sp>
        <p:nvSpPr>
          <p:cNvPr id="784" name="PlaceHolder 2"/>
          <p:cNvSpPr>
            <a:spLocks noGrp="1"/>
          </p:cNvSpPr>
          <p:nvPr>
            <p:ph type="dt" idx="4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fr-FR" sz="1200" b="0" u="none" strike="noStrike">
                <a:solidFill>
                  <a:schemeClr val="dk1">
                    <a:tint val="82000"/>
                  </a:schemeClr>
                </a:solidFill>
                <a:effectLst/>
                <a:uFillTx/>
                <a:latin typeface="Aptos"/>
              </a:defRPr>
            </a:lvl1pPr>
          </a:lstStyle>
          <a:p>
            <a:pPr indent="0" algn="l" defTabSz="914400">
              <a:lnSpc>
                <a:spcPct val="100000"/>
              </a:lnSpc>
              <a:buNone/>
            </a:pPr>
            <a:r>
              <a:rPr lang="fr-F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785" name="PlaceHolder 3"/>
          <p:cNvSpPr>
            <a:spLocks noGrp="1"/>
          </p:cNvSpPr>
          <p:nvPr>
            <p:ph type="ftr" idx="4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86" name="PlaceHolder 4"/>
          <p:cNvSpPr>
            <a:spLocks noGrp="1"/>
          </p:cNvSpPr>
          <p:nvPr>
            <p:ph type="sldNum" idx="4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82000"/>
                  </a:schemeClr>
                </a:solidFill>
                <a:effectLst/>
                <a:uFillTx/>
                <a:latin typeface="Aptos"/>
              </a:defRPr>
            </a:lvl1pPr>
          </a:lstStyle>
          <a:p>
            <a:pPr indent="0" algn="r" defTabSz="914400">
              <a:lnSpc>
                <a:spcPct val="100000"/>
              </a:lnSpc>
              <a:buNone/>
            </a:pPr>
            <a:fld id="{F5A3F8C3-B39A-4484-A249-AF1C8AC9BCBE}" type="slidenum">
              <a:rPr lang="fr-F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de">
    <p:bg>
      <p:bgPr>
        <a:solidFill>
          <a:srgbClr val="FFFFFF"/>
        </a:solidFill>
      </p:bgPr>
    </p:bg>
    <p:spTree>
      <p:nvGrpSpPr>
        <p:cNvPr id="1" name=""/>
        <p:cNvGrpSpPr/>
        <p:nvPr/>
      </p:nvGrpSpPr>
      <p:grpSpPr>
        <a:xfrm>
          <a:off x="0" y="0"/>
          <a:ext cx="0" cy="0"/>
          <a:chOff x="0" y="0"/>
          <a:chExt cx="0" cy="0"/>
        </a:xfrm>
      </p:grpSpPr>
      <p:sp>
        <p:nvSpPr>
          <p:cNvPr id="787" name="PlaceHolder 1"/>
          <p:cNvSpPr>
            <a:spLocks noGrp="1"/>
          </p:cNvSpPr>
          <p:nvPr>
            <p:ph type="dt" idx="4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fr-FR" sz="1200" b="0" u="none" strike="noStrike">
                <a:solidFill>
                  <a:schemeClr val="dk1">
                    <a:tint val="82000"/>
                  </a:schemeClr>
                </a:solidFill>
                <a:effectLst/>
                <a:uFillTx/>
                <a:latin typeface="Aptos"/>
              </a:defRPr>
            </a:lvl1pPr>
          </a:lstStyle>
          <a:p>
            <a:pPr indent="0" algn="l" defTabSz="914400">
              <a:lnSpc>
                <a:spcPct val="100000"/>
              </a:lnSpc>
              <a:buNone/>
            </a:pPr>
            <a:r>
              <a:rPr lang="fr-F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788" name="PlaceHolder 2"/>
          <p:cNvSpPr>
            <a:spLocks noGrp="1"/>
          </p:cNvSpPr>
          <p:nvPr>
            <p:ph type="ftr" idx="4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89" name="PlaceHolder 3"/>
          <p:cNvSpPr>
            <a:spLocks noGrp="1"/>
          </p:cNvSpPr>
          <p:nvPr>
            <p:ph type="sldNum" idx="5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82000"/>
                  </a:schemeClr>
                </a:solidFill>
                <a:effectLst/>
                <a:uFillTx/>
                <a:latin typeface="Aptos"/>
              </a:defRPr>
            </a:lvl1pPr>
          </a:lstStyle>
          <a:p>
            <a:pPr indent="0" algn="r" defTabSz="914400">
              <a:lnSpc>
                <a:spcPct val="100000"/>
              </a:lnSpc>
              <a:buNone/>
            </a:pPr>
            <a:fld id="{BA22110B-C90C-473F-A978-6608DF51B455}" type="slidenum">
              <a:rPr lang="fr-F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 avec légende">
    <p:bg>
      <p:bgPr>
        <a:solidFill>
          <a:srgbClr val="FFFFFF"/>
        </a:solidFill>
      </p:bgPr>
    </p:bg>
    <p:spTree>
      <p:nvGrpSpPr>
        <p:cNvPr id="1" name=""/>
        <p:cNvGrpSpPr/>
        <p:nvPr/>
      </p:nvGrpSpPr>
      <p:grpSpPr>
        <a:xfrm>
          <a:off x="0" y="0"/>
          <a:ext cx="0" cy="0"/>
          <a:chOff x="0" y="0"/>
          <a:chExt cx="0" cy="0"/>
        </a:xfrm>
      </p:grpSpPr>
      <p:sp>
        <p:nvSpPr>
          <p:cNvPr id="790"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fr-FR" sz="3200" b="0" u="none" strike="noStrike">
                <a:solidFill>
                  <a:schemeClr val="dk1"/>
                </a:solidFill>
                <a:effectLst/>
                <a:uFillTx/>
                <a:latin typeface="Aptos Display"/>
              </a:defRPr>
            </a:lvl1pPr>
          </a:lstStyle>
          <a:p>
            <a:pPr indent="0" algn="l" defTabSz="914400">
              <a:lnSpc>
                <a:spcPct val="90000"/>
              </a:lnSpc>
              <a:buNone/>
            </a:pPr>
            <a:r>
              <a:rPr lang="fr-FR" sz="3200" b="0" u="none" strike="noStrike">
                <a:solidFill>
                  <a:schemeClr val="dk1"/>
                </a:solidFill>
                <a:effectLst/>
                <a:uFillTx/>
                <a:latin typeface="Aptos Display"/>
              </a:rPr>
              <a:t>Modifiez le style du titre</a:t>
            </a:r>
            <a:endParaRPr lang="fr-FR" sz="3200" b="0" u="none" strike="noStrike">
              <a:solidFill>
                <a:schemeClr val="dk1"/>
              </a:solidFill>
              <a:effectLst/>
              <a:uFillTx/>
              <a:latin typeface="Aptos Display"/>
            </a:endParaRPr>
          </a:p>
        </p:txBody>
      </p:sp>
      <p:sp>
        <p:nvSpPr>
          <p:cNvPr id="791"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fr-FR"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fr-FR"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fr-FR"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fr-FR"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fr-FR"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fr-FR" sz="3200" b="0" u="none" strike="noStrike">
                <a:solidFill>
                  <a:schemeClr val="dk1"/>
                </a:solidFill>
                <a:effectLst/>
                <a:uFillTx/>
                <a:latin typeface="Aptos"/>
              </a:rPr>
              <a:t>Cliquez pour modifier les styles du texte du masque</a:t>
            </a:r>
            <a:endParaRPr lang="fr-FR"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fr-FR" sz="2800" b="0" u="none" strike="noStrike">
                <a:solidFill>
                  <a:schemeClr val="dk1"/>
                </a:solidFill>
                <a:effectLst/>
                <a:uFillTx/>
                <a:latin typeface="Aptos"/>
              </a:rPr>
              <a:t>Deuxième niveau</a:t>
            </a:r>
            <a:endParaRPr lang="fr-FR"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fr-FR" sz="2400" b="0" u="none" strike="noStrike">
                <a:solidFill>
                  <a:schemeClr val="dk1"/>
                </a:solidFill>
                <a:effectLst/>
                <a:uFillTx/>
                <a:latin typeface="Aptos"/>
              </a:rPr>
              <a:t>Troisième niveau</a:t>
            </a:r>
            <a:endParaRPr lang="fr-FR"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ptos"/>
              </a:rPr>
              <a:t>Quatrième niveau</a:t>
            </a:r>
            <a:endParaRPr lang="fr-FR"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fr-FR" sz="2000" b="0" u="none" strike="noStrike">
                <a:solidFill>
                  <a:schemeClr val="dk1"/>
                </a:solidFill>
                <a:effectLst/>
                <a:uFillTx/>
                <a:latin typeface="Aptos"/>
              </a:rPr>
              <a:t>Cinquième niveau</a:t>
            </a:r>
            <a:endParaRPr lang="fr-FR" sz="2000" b="0" u="none" strike="noStrike">
              <a:solidFill>
                <a:schemeClr val="dk1"/>
              </a:solidFill>
              <a:effectLst/>
              <a:uFillTx/>
              <a:latin typeface="Aptos"/>
            </a:endParaRPr>
          </a:p>
        </p:txBody>
      </p:sp>
      <p:sp>
        <p:nvSpPr>
          <p:cNvPr id="792"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fr-FR" sz="1600" b="0" u="none" strike="noStrike">
                <a:solidFill>
                  <a:schemeClr val="dk1"/>
                </a:solidFill>
                <a:effectLst/>
                <a:uFillTx/>
                <a:latin typeface="Aptos"/>
              </a:rPr>
              <a:t>Cliquez pour modifier les styles du texte du masque</a:t>
            </a:r>
            <a:endParaRPr lang="fr-FR" sz="1600" b="0" u="none" strike="noStrike">
              <a:solidFill>
                <a:schemeClr val="dk1"/>
              </a:solidFill>
              <a:effectLst/>
              <a:uFillTx/>
              <a:latin typeface="Aptos"/>
            </a:endParaRPr>
          </a:p>
        </p:txBody>
      </p:sp>
      <p:sp>
        <p:nvSpPr>
          <p:cNvPr id="793" name="PlaceHolder 4"/>
          <p:cNvSpPr>
            <a:spLocks noGrp="1"/>
          </p:cNvSpPr>
          <p:nvPr>
            <p:ph type="dt" idx="5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fr-FR" sz="1200" b="0" u="none" strike="noStrike">
                <a:solidFill>
                  <a:schemeClr val="dk1">
                    <a:tint val="82000"/>
                  </a:schemeClr>
                </a:solidFill>
                <a:effectLst/>
                <a:uFillTx/>
                <a:latin typeface="Aptos"/>
              </a:defRPr>
            </a:lvl1pPr>
          </a:lstStyle>
          <a:p>
            <a:pPr indent="0" algn="l" defTabSz="914400">
              <a:lnSpc>
                <a:spcPct val="100000"/>
              </a:lnSpc>
              <a:buNone/>
            </a:pPr>
            <a:r>
              <a:rPr lang="fr-F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794" name="PlaceHolder 5"/>
          <p:cNvSpPr>
            <a:spLocks noGrp="1"/>
          </p:cNvSpPr>
          <p:nvPr>
            <p:ph type="ftr" idx="5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95" name="PlaceHolder 6"/>
          <p:cNvSpPr>
            <a:spLocks noGrp="1"/>
          </p:cNvSpPr>
          <p:nvPr>
            <p:ph type="sldNum" idx="5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82000"/>
                  </a:schemeClr>
                </a:solidFill>
                <a:effectLst/>
                <a:uFillTx/>
                <a:latin typeface="Aptos"/>
              </a:defRPr>
            </a:lvl1pPr>
          </a:lstStyle>
          <a:p>
            <a:pPr indent="0" algn="r" defTabSz="914400">
              <a:lnSpc>
                <a:spcPct val="100000"/>
              </a:lnSpc>
              <a:buNone/>
            </a:pPr>
            <a:fld id="{04A9B546-A143-4FBD-8FAA-53B40BAC5833}" type="slidenum">
              <a:rPr lang="fr-F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vec légende">
    <p:bg>
      <p:bgPr>
        <a:solidFill>
          <a:srgbClr val="FFFFFF"/>
        </a:solidFill>
      </p:bgPr>
    </p:bg>
    <p:spTree>
      <p:nvGrpSpPr>
        <p:cNvPr id="1" name=""/>
        <p:cNvGrpSpPr/>
        <p:nvPr/>
      </p:nvGrpSpPr>
      <p:grpSpPr>
        <a:xfrm>
          <a:off x="0" y="0"/>
          <a:ext cx="0" cy="0"/>
          <a:chOff x="0" y="0"/>
          <a:chExt cx="0" cy="0"/>
        </a:xfrm>
      </p:grpSpPr>
      <p:sp>
        <p:nvSpPr>
          <p:cNvPr id="796"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fr-FR" sz="3200" b="0" u="none" strike="noStrike">
                <a:solidFill>
                  <a:schemeClr val="dk1"/>
                </a:solidFill>
                <a:effectLst/>
                <a:uFillTx/>
                <a:latin typeface="Aptos Display"/>
              </a:defRPr>
            </a:lvl1pPr>
          </a:lstStyle>
          <a:p>
            <a:pPr indent="0" algn="l" defTabSz="914400">
              <a:lnSpc>
                <a:spcPct val="90000"/>
              </a:lnSpc>
              <a:buNone/>
            </a:pPr>
            <a:r>
              <a:rPr lang="fr-FR" sz="3200" b="0" u="none" strike="noStrike">
                <a:solidFill>
                  <a:schemeClr val="dk1"/>
                </a:solidFill>
                <a:effectLst/>
                <a:uFillTx/>
                <a:latin typeface="Aptos Display"/>
              </a:rPr>
              <a:t>Modifiez le style du titre</a:t>
            </a:r>
            <a:endParaRPr lang="fr-FR" sz="3200" b="0" u="none" strike="noStrike">
              <a:solidFill>
                <a:schemeClr val="dk1"/>
              </a:solidFill>
              <a:effectLst/>
              <a:uFillTx/>
              <a:latin typeface="Aptos Display"/>
            </a:endParaRPr>
          </a:p>
        </p:txBody>
      </p:sp>
      <p:sp>
        <p:nvSpPr>
          <p:cNvPr id="797" name="PlaceHolder 2"/>
          <p:cNvSpPr>
            <a:spLocks noGrp="1"/>
          </p:cNvSpPr>
          <p:nvPr>
            <p:ph type="pic"/>
          </p:nvPr>
        </p:nvSpPr>
        <p:spPr>
          <a:xfrm>
            <a:off x="5183280" y="987480"/>
            <a:ext cx="6171840" cy="4873320"/>
          </a:xfrm>
          <a:prstGeom prst="rect">
            <a:avLst/>
          </a:prstGeom>
          <a:noFill/>
          <a:ln w="0">
            <a:noFill/>
          </a:ln>
        </p:spPr>
        <p:txBody>
          <a:bodyPr lIns="90000" tIns="45000" rIns="90000" bIns="45000" anchor="t">
            <a:noAutofit/>
          </a:bodyPr>
          <a:p>
            <a:pPr indent="0" algn="l">
              <a:buNone/>
            </a:pPr>
            <a:r>
              <a:rPr lang="en-US" sz="3200" b="0" u="none" strike="noStrike">
                <a:solidFill>
                  <a:srgbClr val="000000"/>
                </a:solidFill>
                <a:effectLst/>
                <a:uFillTx/>
                <a:latin typeface="Arial"/>
              </a:rPr>
              <a:t>Double-click to add an Image</a:t>
            </a:r>
            <a:endParaRPr lang="en-US" sz="3200" b="0" u="none" strike="noStrike">
              <a:solidFill>
                <a:srgbClr val="000000"/>
              </a:solidFill>
              <a:effectLst/>
              <a:uFillTx/>
              <a:latin typeface="Arial"/>
            </a:endParaRPr>
          </a:p>
        </p:txBody>
      </p:sp>
      <p:sp>
        <p:nvSpPr>
          <p:cNvPr id="798"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fr-FR"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fr-FR" sz="1600" b="0" u="none" strike="noStrike">
                <a:solidFill>
                  <a:schemeClr val="dk1"/>
                </a:solidFill>
                <a:effectLst/>
                <a:uFillTx/>
                <a:latin typeface="Aptos"/>
              </a:rPr>
              <a:t>Cliquez pour modifier les styles du texte du masque</a:t>
            </a:r>
            <a:endParaRPr lang="fr-FR" sz="1600" b="0" u="none" strike="noStrike">
              <a:solidFill>
                <a:schemeClr val="dk1"/>
              </a:solidFill>
              <a:effectLst/>
              <a:uFillTx/>
              <a:latin typeface="Aptos"/>
            </a:endParaRPr>
          </a:p>
        </p:txBody>
      </p:sp>
      <p:sp>
        <p:nvSpPr>
          <p:cNvPr id="799" name="PlaceHolder 4"/>
          <p:cNvSpPr>
            <a:spLocks noGrp="1"/>
          </p:cNvSpPr>
          <p:nvPr>
            <p:ph type="dt" idx="5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fr-FR" sz="1200" b="0" u="none" strike="noStrike">
                <a:solidFill>
                  <a:schemeClr val="dk1">
                    <a:tint val="82000"/>
                  </a:schemeClr>
                </a:solidFill>
                <a:effectLst/>
                <a:uFillTx/>
                <a:latin typeface="Aptos"/>
              </a:defRPr>
            </a:lvl1pPr>
          </a:lstStyle>
          <a:p>
            <a:pPr indent="0" algn="l" defTabSz="914400">
              <a:lnSpc>
                <a:spcPct val="100000"/>
              </a:lnSpc>
              <a:buNone/>
            </a:pPr>
            <a:r>
              <a:rPr lang="fr-F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800" name="PlaceHolder 5"/>
          <p:cNvSpPr>
            <a:spLocks noGrp="1"/>
          </p:cNvSpPr>
          <p:nvPr>
            <p:ph type="ftr" idx="5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801" name="PlaceHolder 6"/>
          <p:cNvSpPr>
            <a:spLocks noGrp="1"/>
          </p:cNvSpPr>
          <p:nvPr>
            <p:ph type="sldNum" idx="5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fr-FR" sz="1200" b="0" u="none" strike="noStrike">
                <a:solidFill>
                  <a:schemeClr val="dk1">
                    <a:tint val="82000"/>
                  </a:schemeClr>
                </a:solidFill>
                <a:effectLst/>
                <a:uFillTx/>
                <a:latin typeface="Aptos"/>
              </a:defRPr>
            </a:lvl1pPr>
          </a:lstStyle>
          <a:p>
            <a:pPr indent="0" algn="r" defTabSz="914400">
              <a:lnSpc>
                <a:spcPct val="100000"/>
              </a:lnSpc>
              <a:buNone/>
            </a:pPr>
            <a:fld id="{BAA03497-B7AA-40A0-ACCB-3A116034B3FD}" type="slidenum">
              <a:rPr lang="fr-F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 Id="rId9" Type="http://schemas.openxmlformats.org/officeDocument/2006/relationships/slideLayout" Target="../slideLayouts/slideLayout14.xml"/><Relationship Id="rId10" Type="http://schemas.openxmlformats.org/officeDocument/2006/relationships/slideLayout" Target="../slideLayouts/slideLayout15.xml"/><Relationship Id="rId11" Type="http://schemas.openxmlformats.org/officeDocument/2006/relationships/slideLayout" Target="../slideLayouts/slideLayout16.xml"/><Relationship Id="rId12" Type="http://schemas.openxmlformats.org/officeDocument/2006/relationships/slideLayout" Target="../slideLayouts/slideLayout17.xml"/><Relationship Id="rId13" Type="http://schemas.openxmlformats.org/officeDocument/2006/relationships/slideLayout" Target="../slideLayouts/slideLayout18.xml"/><Relationship Id="rId14" Type="http://schemas.openxmlformats.org/officeDocument/2006/relationships/slideLayout" Target="../slideLayouts/slideLayout19.xml"/><Relationship Id="rId15" Type="http://schemas.openxmlformats.org/officeDocument/2006/relationships/slideLayout" Target="../slideLayouts/slideLayout20.xml"/><Relationship Id="rId16" Type="http://schemas.openxmlformats.org/officeDocument/2006/relationships/slideLayout" Target="../slideLayouts/slideLayout21.xml"/><Relationship Id="rId17" Type="http://schemas.openxmlformats.org/officeDocument/2006/relationships/slideLayout" Target="../slideLayouts/slideLayout22.xml"/><Relationship Id="rId18" Type="http://schemas.openxmlformats.org/officeDocument/2006/relationships/slideLayout" Target="../slideLayouts/slideLayout23.xml"/><Relationship Id="rId19" Type="http://schemas.openxmlformats.org/officeDocument/2006/relationships/slideLayout" Target="../slideLayouts/slideLayout24.xml"/><Relationship Id="rId20" Type="http://schemas.openxmlformats.org/officeDocument/2006/relationships/slideLayout" Target="../slideLayouts/slideLayout25.xml"/><Relationship Id="rId21" Type="http://schemas.openxmlformats.org/officeDocument/2006/relationships/slideLayout" Target="../slideLayouts/slideLayout26.xml"/><Relationship Id="rId22" Type="http://schemas.openxmlformats.org/officeDocument/2006/relationships/slideLayout" Target="../slideLayouts/slideLayout27.xml"/><Relationship Id="rId23" Type="http://schemas.openxmlformats.org/officeDocument/2006/relationships/slideLayout" Target="../slideLayouts/slideLayout28.xml"/><Relationship Id="rId24" Type="http://schemas.openxmlformats.org/officeDocument/2006/relationships/slideLayout" Target="../slideLayouts/slideLayout29.xml"/><Relationship Id="rId25" Type="http://schemas.openxmlformats.org/officeDocument/2006/relationships/slideLayout" Target="../slideLayouts/slideLayout30.xml"/><Relationship Id="rId26" Type="http://schemas.openxmlformats.org/officeDocument/2006/relationships/slideLayout" Target="../slideLayouts/slideLayout31.xml"/><Relationship Id="rId27" Type="http://schemas.openxmlformats.org/officeDocument/2006/relationships/slideLayout" Target="../slideLayouts/slideLayout32.xml"/><Relationship Id="rId28"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slideLayout" Target="../slideLayouts/slideLayout43.xml"/><Relationship Id="rId12" Type="http://schemas.openxmlformats.org/officeDocument/2006/relationships/slideLayout" Target="../slideLayouts/slideLayout44.xml"/><Relationship Id="rId13" Type="http://schemas.openxmlformats.org/officeDocument/2006/relationships/slideLayout" Target="../slideLayouts/slideLayout45.xml"/><Relationship Id="rId14" Type="http://schemas.openxmlformats.org/officeDocument/2006/relationships/slideLayout" Target="../slideLayouts/slideLayout46.xml"/><Relationship Id="rId15" Type="http://schemas.openxmlformats.org/officeDocument/2006/relationships/slideLayout" Target="../slideLayouts/slideLayout47.xml"/><Relationship Id="rId16" Type="http://schemas.openxmlformats.org/officeDocument/2006/relationships/slideLayout" Target="../slideLayouts/slideLayout48.xml"/><Relationship Id="rId17" Type="http://schemas.openxmlformats.org/officeDocument/2006/relationships/slideLayout" Target="../slideLayouts/slideLayout49.xml"/><Relationship Id="rId18" Type="http://schemas.openxmlformats.org/officeDocument/2006/relationships/slideLayout" Target="../slideLayouts/slideLayout50.xml"/><Relationship Id="rId19" Type="http://schemas.openxmlformats.org/officeDocument/2006/relationships/slideLayout" Target="../slideLayouts/slideLayout51.xml"/><Relationship Id="rId20" Type="http://schemas.openxmlformats.org/officeDocument/2006/relationships/slideLayout" Target="../slideLayouts/slideLayout52.xml"/><Relationship Id="rId21" Type="http://schemas.openxmlformats.org/officeDocument/2006/relationships/slideLayout" Target="../slideLayouts/slideLayout53.xml"/><Relationship Id="rId22" Type="http://schemas.openxmlformats.org/officeDocument/2006/relationships/slideLayout" Target="../slideLayouts/slideLayout54.xml"/><Relationship Id="rId23" Type="http://schemas.openxmlformats.org/officeDocument/2006/relationships/slideLayout" Target="../slideLayouts/slideLayout55.xml"/><Relationship Id="rId24" Type="http://schemas.openxmlformats.org/officeDocument/2006/relationships/slideLayout" Target="../slideLayouts/slideLayout56.xml"/>
</Relationships>
</file>

<file path=ppt/slideMasters/_rels/slideMaster57.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9" Type="http://schemas.openxmlformats.org/officeDocument/2006/relationships/slideLayout" Target="../slideLayouts/slideLayout64.xml"/><Relationship Id="rId10" Type="http://schemas.openxmlformats.org/officeDocument/2006/relationships/slideLayout" Target="../slideLayouts/slideLayout65.xml"/><Relationship Id="rId11" Type="http://schemas.openxmlformats.org/officeDocument/2006/relationships/slideLayout" Target="../slideLayouts/slideLayout66.xml"/><Relationship Id="rId12" Type="http://schemas.openxmlformats.org/officeDocument/2006/relationships/slideLayout" Target="../slideLayouts/slideLayout67.xml"/><Relationship Id="rId13" Type="http://schemas.openxmlformats.org/officeDocument/2006/relationships/slideLayout" Target="../slideLayouts/slideLayout68.xml"/><Relationship Id="rId14" Type="http://schemas.openxmlformats.org/officeDocument/2006/relationships/slideLayout" Target="../slideLayouts/slideLayout69.xml"/><Relationship Id="rId15" Type="http://schemas.openxmlformats.org/officeDocument/2006/relationships/slideLayout" Target="../slideLayouts/slideLayout70.xml"/><Relationship Id="rId16" Type="http://schemas.openxmlformats.org/officeDocument/2006/relationships/slideLayout" Target="../slideLayouts/slideLayout71.xml"/><Relationship Id="rId17" Type="http://schemas.openxmlformats.org/officeDocument/2006/relationships/slideLayout" Target="../slideLayouts/slideLayout72.xml"/><Relationship Id="rId18" Type="http://schemas.openxmlformats.org/officeDocument/2006/relationships/slideLayout" Target="../slideLayouts/slideLayout73.xml"/><Relationship Id="rId19" Type="http://schemas.openxmlformats.org/officeDocument/2006/relationships/slideLayout" Target="../slideLayouts/slideLayout74.xml"/><Relationship Id="rId20" Type="http://schemas.openxmlformats.org/officeDocument/2006/relationships/slideLayout" Target="../slideLayouts/slideLayout75.xml"/>
</Relationships>
</file>

<file path=ppt/slideMasters/_rels/slideMaster76.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76.xml"/><Relationship Id="rId3" Type="http://schemas.openxmlformats.org/officeDocument/2006/relationships/slideLayout" Target="../slideLayouts/slideLayout77.xml"/><Relationship Id="rId4" Type="http://schemas.openxmlformats.org/officeDocument/2006/relationships/slideLayout" Target="../slideLayouts/slideLayout78.xml"/>
</Relationships>
</file>

<file path=ppt/slideMasters/_rels/slideMaster79.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5" Type="http://schemas.openxmlformats.org/officeDocument/2006/relationships/slideLayout" Target="../slideLayouts/slideLayout82.xml"/><Relationship Id="rId6" Type="http://schemas.openxmlformats.org/officeDocument/2006/relationships/slideLayout" Target="../slideLayouts/slideLayout83.xml"/><Relationship Id="rId7" Type="http://schemas.openxmlformats.org/officeDocument/2006/relationships/slideLayout" Target="../slideLayouts/slideLayout84.xml"/><Relationship Id="rId8" Type="http://schemas.openxmlformats.org/officeDocument/2006/relationships/slideLayout" Target="../slideLayouts/slideLayout85.xml"/><Relationship Id="rId9" Type="http://schemas.openxmlformats.org/officeDocument/2006/relationships/slideLayout" Target="../slideLayouts/slideLayout86.xml"/><Relationship Id="rId10" Type="http://schemas.openxmlformats.org/officeDocument/2006/relationships/slideLayout" Target="../slideLayouts/slideLayout87.xml"/><Relationship Id="rId11" Type="http://schemas.openxmlformats.org/officeDocument/2006/relationships/slideLayout" Target="../slideLayouts/slideLayout88.xml"/><Relationship Id="rId12" Type="http://schemas.openxmlformats.org/officeDocument/2006/relationships/slideLayout" Target="../slideLayouts/slideLayout8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 id="2147483678" r:id="rId24"/>
    <p:sldLayoutId id="2147483679" r:id="rId25"/>
    <p:sldLayoutId id="2147483680" r:id="rId26"/>
    <p:sldLayoutId id="2147483681" r:id="rId27"/>
    <p:sldLayoutId id="2147483682" r:id="rId28"/>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Lst>
</p:sldMaster>
</file>

<file path=ppt/slideMasters/slideMaster5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Lst>
</p:sldMaster>
</file>

<file path=ppt/slideMasters/slideMaster7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8" r:id="rId2"/>
    <p:sldLayoutId id="2147483729" r:id="rId3"/>
    <p:sldLayoutId id="2147483730" r:id="rId4"/>
  </p:sldLayoutIdLst>
</p:sldMaster>
</file>

<file path=ppt/slideMasters/slideMaster7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8.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svg"/><Relationship Id="rId3" Type="http://schemas.openxmlformats.org/officeDocument/2006/relationships/image" Target="../media/image24.png"/><Relationship Id="rId4" Type="http://schemas.openxmlformats.org/officeDocument/2006/relationships/image" Target="../media/image25.svg"/><Relationship Id="rId5" Type="http://schemas.openxmlformats.org/officeDocument/2006/relationships/image" Target="../media/image26.png"/><Relationship Id="rId6" Type="http://schemas.openxmlformats.org/officeDocument/2006/relationships/image" Target="../media/image27.svg"/><Relationship Id="rId7" Type="http://schemas.openxmlformats.org/officeDocument/2006/relationships/image" Target="../media/image28.png"/><Relationship Id="rId8" Type="http://schemas.openxmlformats.org/officeDocument/2006/relationships/image" Target="../media/image29.svg"/><Relationship Id="rId9" Type="http://schemas.openxmlformats.org/officeDocument/2006/relationships/image" Target="../media/image30.png"/><Relationship Id="rId10" Type="http://schemas.openxmlformats.org/officeDocument/2006/relationships/image" Target="../media/image31.svg"/><Relationship Id="rId11" Type="http://schemas.openxmlformats.org/officeDocument/2006/relationships/image" Target="../media/image32.png"/><Relationship Id="rId12" Type="http://schemas.openxmlformats.org/officeDocument/2006/relationships/image" Target="../media/image33.svg"/><Relationship Id="rId13" Type="http://schemas.openxmlformats.org/officeDocument/2006/relationships/image" Target="../media/image34.png"/><Relationship Id="rId14" Type="http://schemas.openxmlformats.org/officeDocument/2006/relationships/image" Target="../media/image35.svg"/><Relationship Id="rId15" Type="http://schemas.openxmlformats.org/officeDocument/2006/relationships/image" Target="../media/image1.png"/><Relationship Id="rId16" Type="http://schemas.openxmlformats.org/officeDocument/2006/relationships/slideLayout" Target="../slideLayouts/slideLayout20.xml"/><Relationship Id="rId17"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sv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svg"/><Relationship Id="rId6" Type="http://schemas.openxmlformats.org/officeDocument/2006/relationships/image" Target="../media/image41.png"/><Relationship Id="rId7" Type="http://schemas.openxmlformats.org/officeDocument/2006/relationships/image" Target="../media/image42.svg"/><Relationship Id="rId8" Type="http://schemas.openxmlformats.org/officeDocument/2006/relationships/slideLayout" Target="../slideLayouts/slideLayout3.xml"/><Relationship Id="rId9"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svg"/><Relationship Id="rId3" Type="http://schemas.openxmlformats.org/officeDocument/2006/relationships/image" Target="../media/image45.png"/><Relationship Id="rId4" Type="http://schemas.openxmlformats.org/officeDocument/2006/relationships/image" Target="../media/image46.svg"/><Relationship Id="rId5" Type="http://schemas.openxmlformats.org/officeDocument/2006/relationships/image" Target="../media/image47.png"/><Relationship Id="rId6" Type="http://schemas.openxmlformats.org/officeDocument/2006/relationships/image" Target="../media/image48.svg"/><Relationship Id="rId7" Type="http://schemas.openxmlformats.org/officeDocument/2006/relationships/image" Target="../media/image49.png"/><Relationship Id="rId8" Type="http://schemas.openxmlformats.org/officeDocument/2006/relationships/image" Target="../media/image50.png"/><Relationship Id="rId9" Type="http://schemas.openxmlformats.org/officeDocument/2006/relationships/image" Target="../media/image51.png"/><Relationship Id="rId10" Type="http://schemas.openxmlformats.org/officeDocument/2006/relationships/image" Target="../media/image39.png"/><Relationship Id="rId11" Type="http://schemas.openxmlformats.org/officeDocument/2006/relationships/image" Target="../media/image40.svg"/><Relationship Id="rId12" Type="http://schemas.openxmlformats.org/officeDocument/2006/relationships/image" Target="../media/image52.jpeg"/><Relationship Id="rId13" Type="http://schemas.openxmlformats.org/officeDocument/2006/relationships/slideLayout" Target="../slideLayouts/slideLayout6.xml"/><Relationship Id="rId1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3.jpeg"/><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slideLayout" Target="../slideLayouts/slideLayout6.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svg"/><Relationship Id="rId3" Type="http://schemas.openxmlformats.org/officeDocument/2006/relationships/image" Target="../media/image38.png"/><Relationship Id="rId4" Type="http://schemas.openxmlformats.org/officeDocument/2006/relationships/image" Target="../media/image54.jpeg"/><Relationship Id="rId5" Type="http://schemas.openxmlformats.org/officeDocument/2006/relationships/slideLayout" Target="../slideLayouts/slideLayout6.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5.jpeg"/><Relationship Id="rId2" Type="http://schemas.openxmlformats.org/officeDocument/2006/relationships/image" Target="../media/image38.png"/><Relationship Id="rId3" Type="http://schemas.openxmlformats.org/officeDocument/2006/relationships/slideLayout" Target="../slideLayouts/slideLayout6.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image" Target="../media/image57.svg"/><Relationship Id="rId3" Type="http://schemas.openxmlformats.org/officeDocument/2006/relationships/image" Target="../media/image58.png"/><Relationship Id="rId4" Type="http://schemas.openxmlformats.org/officeDocument/2006/relationships/image" Target="../media/image59.svg"/><Relationship Id="rId5" Type="http://schemas.openxmlformats.org/officeDocument/2006/relationships/image" Target="../media/image60.png"/><Relationship Id="rId6" Type="http://schemas.openxmlformats.org/officeDocument/2006/relationships/image" Target="../media/image61.svg"/><Relationship Id="rId7" Type="http://schemas.openxmlformats.org/officeDocument/2006/relationships/image" Target="../media/image58.png"/><Relationship Id="rId8" Type="http://schemas.openxmlformats.org/officeDocument/2006/relationships/image" Target="../media/image59.svg"/><Relationship Id="rId9" Type="http://schemas.openxmlformats.org/officeDocument/2006/relationships/image" Target="../media/image58.png"/><Relationship Id="rId10" Type="http://schemas.openxmlformats.org/officeDocument/2006/relationships/image" Target="../media/image59.svg"/><Relationship Id="rId11" Type="http://schemas.openxmlformats.org/officeDocument/2006/relationships/image" Target="../media/image58.png"/><Relationship Id="rId12" Type="http://schemas.openxmlformats.org/officeDocument/2006/relationships/image" Target="../media/image59.svg"/><Relationship Id="rId13" Type="http://schemas.openxmlformats.org/officeDocument/2006/relationships/image" Target="../media/image58.png"/><Relationship Id="rId14" Type="http://schemas.openxmlformats.org/officeDocument/2006/relationships/image" Target="../media/image59.svg"/><Relationship Id="rId15" Type="http://schemas.openxmlformats.org/officeDocument/2006/relationships/image" Target="../media/image56.png"/><Relationship Id="rId16" Type="http://schemas.openxmlformats.org/officeDocument/2006/relationships/image" Target="../media/image57.svg"/><Relationship Id="rId17" Type="http://schemas.openxmlformats.org/officeDocument/2006/relationships/image" Target="../media/image56.png"/><Relationship Id="rId18" Type="http://schemas.openxmlformats.org/officeDocument/2006/relationships/image" Target="../media/image57.svg"/><Relationship Id="rId19" Type="http://schemas.openxmlformats.org/officeDocument/2006/relationships/image" Target="../media/image56.png"/><Relationship Id="rId20" Type="http://schemas.openxmlformats.org/officeDocument/2006/relationships/image" Target="../media/image57.svg"/><Relationship Id="rId21" Type="http://schemas.openxmlformats.org/officeDocument/2006/relationships/image" Target="../media/image56.png"/><Relationship Id="rId22" Type="http://schemas.openxmlformats.org/officeDocument/2006/relationships/image" Target="../media/image57.svg"/><Relationship Id="rId23" Type="http://schemas.openxmlformats.org/officeDocument/2006/relationships/image" Target="../media/image58.png"/><Relationship Id="rId24" Type="http://schemas.openxmlformats.org/officeDocument/2006/relationships/image" Target="../media/image59.svg"/><Relationship Id="rId25" Type="http://schemas.openxmlformats.org/officeDocument/2006/relationships/image" Target="../media/image58.png"/><Relationship Id="rId26" Type="http://schemas.openxmlformats.org/officeDocument/2006/relationships/image" Target="../media/image59.svg"/><Relationship Id="rId27" Type="http://schemas.openxmlformats.org/officeDocument/2006/relationships/image" Target="../media/image56.png"/><Relationship Id="rId28" Type="http://schemas.openxmlformats.org/officeDocument/2006/relationships/image" Target="../media/image57.svg"/><Relationship Id="rId29" Type="http://schemas.openxmlformats.org/officeDocument/2006/relationships/image" Target="../media/image58.png"/><Relationship Id="rId30" Type="http://schemas.openxmlformats.org/officeDocument/2006/relationships/image" Target="../media/image59.svg"/><Relationship Id="rId31" Type="http://schemas.openxmlformats.org/officeDocument/2006/relationships/image" Target="../media/image58.png"/><Relationship Id="rId32" Type="http://schemas.openxmlformats.org/officeDocument/2006/relationships/image" Target="../media/image59.svg"/><Relationship Id="rId33" Type="http://schemas.openxmlformats.org/officeDocument/2006/relationships/image" Target="../media/image58.png"/><Relationship Id="rId34" Type="http://schemas.openxmlformats.org/officeDocument/2006/relationships/image" Target="../media/image59.svg"/><Relationship Id="rId35" Type="http://schemas.openxmlformats.org/officeDocument/2006/relationships/image" Target="../media/image58.png"/><Relationship Id="rId36" Type="http://schemas.openxmlformats.org/officeDocument/2006/relationships/image" Target="../media/image59.svg"/><Relationship Id="rId37" Type="http://schemas.openxmlformats.org/officeDocument/2006/relationships/image" Target="../media/image58.png"/><Relationship Id="rId38" Type="http://schemas.openxmlformats.org/officeDocument/2006/relationships/image" Target="../media/image59.svg"/><Relationship Id="rId39" Type="http://schemas.openxmlformats.org/officeDocument/2006/relationships/image" Target="../media/image56.png"/><Relationship Id="rId40" Type="http://schemas.openxmlformats.org/officeDocument/2006/relationships/image" Target="../media/image57.svg"/><Relationship Id="rId41" Type="http://schemas.openxmlformats.org/officeDocument/2006/relationships/image" Target="../media/image56.png"/><Relationship Id="rId42" Type="http://schemas.openxmlformats.org/officeDocument/2006/relationships/image" Target="../media/image57.svg"/><Relationship Id="rId43" Type="http://schemas.openxmlformats.org/officeDocument/2006/relationships/image" Target="../media/image58.png"/><Relationship Id="rId44" Type="http://schemas.openxmlformats.org/officeDocument/2006/relationships/image" Target="../media/image59.svg"/><Relationship Id="rId45" Type="http://schemas.openxmlformats.org/officeDocument/2006/relationships/image" Target="../media/image58.png"/><Relationship Id="rId46" Type="http://schemas.openxmlformats.org/officeDocument/2006/relationships/image" Target="../media/image59.svg"/><Relationship Id="rId47" Type="http://schemas.openxmlformats.org/officeDocument/2006/relationships/image" Target="../media/image58.png"/><Relationship Id="rId48" Type="http://schemas.openxmlformats.org/officeDocument/2006/relationships/image" Target="../media/image59.svg"/><Relationship Id="rId49" Type="http://schemas.openxmlformats.org/officeDocument/2006/relationships/image" Target="../media/image58.png"/><Relationship Id="rId50" Type="http://schemas.openxmlformats.org/officeDocument/2006/relationships/image" Target="../media/image59.svg"/><Relationship Id="rId51" Type="http://schemas.openxmlformats.org/officeDocument/2006/relationships/image" Target="../media/image58.png"/><Relationship Id="rId52" Type="http://schemas.openxmlformats.org/officeDocument/2006/relationships/image" Target="../media/image59.svg"/><Relationship Id="rId53" Type="http://schemas.openxmlformats.org/officeDocument/2006/relationships/image" Target="../media/image58.png"/><Relationship Id="rId54" Type="http://schemas.openxmlformats.org/officeDocument/2006/relationships/image" Target="../media/image59.svg"/><Relationship Id="rId55" Type="http://schemas.openxmlformats.org/officeDocument/2006/relationships/image" Target="../media/image58.png"/><Relationship Id="rId56" Type="http://schemas.openxmlformats.org/officeDocument/2006/relationships/image" Target="../media/image59.svg"/><Relationship Id="rId57" Type="http://schemas.openxmlformats.org/officeDocument/2006/relationships/image" Target="../media/image58.png"/><Relationship Id="rId58" Type="http://schemas.openxmlformats.org/officeDocument/2006/relationships/image" Target="../media/image59.svg"/><Relationship Id="rId59" Type="http://schemas.openxmlformats.org/officeDocument/2006/relationships/image" Target="../media/image58.png"/><Relationship Id="rId60" Type="http://schemas.openxmlformats.org/officeDocument/2006/relationships/image" Target="../media/image59.svg"/><Relationship Id="rId61" Type="http://schemas.openxmlformats.org/officeDocument/2006/relationships/image" Target="../media/image58.png"/><Relationship Id="rId62" Type="http://schemas.openxmlformats.org/officeDocument/2006/relationships/image" Target="../media/image59.svg"/><Relationship Id="rId63" Type="http://schemas.openxmlformats.org/officeDocument/2006/relationships/image" Target="../media/image58.png"/><Relationship Id="rId64" Type="http://schemas.openxmlformats.org/officeDocument/2006/relationships/image" Target="../media/image59.svg"/><Relationship Id="rId65" Type="http://schemas.openxmlformats.org/officeDocument/2006/relationships/image" Target="../media/image58.png"/><Relationship Id="rId66" Type="http://schemas.openxmlformats.org/officeDocument/2006/relationships/image" Target="../media/image59.svg"/><Relationship Id="rId67" Type="http://schemas.openxmlformats.org/officeDocument/2006/relationships/image" Target="../media/image58.png"/><Relationship Id="rId68" Type="http://schemas.openxmlformats.org/officeDocument/2006/relationships/image" Target="../media/image59.svg"/><Relationship Id="rId69" Type="http://schemas.openxmlformats.org/officeDocument/2006/relationships/image" Target="../media/image58.png"/><Relationship Id="rId70" Type="http://schemas.openxmlformats.org/officeDocument/2006/relationships/image" Target="../media/image59.svg"/><Relationship Id="rId71" Type="http://schemas.openxmlformats.org/officeDocument/2006/relationships/image" Target="../media/image58.png"/><Relationship Id="rId72" Type="http://schemas.openxmlformats.org/officeDocument/2006/relationships/image" Target="../media/image59.svg"/><Relationship Id="rId73" Type="http://schemas.openxmlformats.org/officeDocument/2006/relationships/image" Target="../media/image58.png"/><Relationship Id="rId74" Type="http://schemas.openxmlformats.org/officeDocument/2006/relationships/image" Target="../media/image59.svg"/><Relationship Id="rId75" Type="http://schemas.openxmlformats.org/officeDocument/2006/relationships/image" Target="../media/image58.png"/><Relationship Id="rId76" Type="http://schemas.openxmlformats.org/officeDocument/2006/relationships/image" Target="../media/image59.svg"/><Relationship Id="rId77" Type="http://schemas.openxmlformats.org/officeDocument/2006/relationships/image" Target="../media/image58.png"/><Relationship Id="rId78" Type="http://schemas.openxmlformats.org/officeDocument/2006/relationships/image" Target="../media/image59.svg"/><Relationship Id="rId79" Type="http://schemas.openxmlformats.org/officeDocument/2006/relationships/image" Target="../media/image56.png"/><Relationship Id="rId80" Type="http://schemas.openxmlformats.org/officeDocument/2006/relationships/image" Target="../media/image57.svg"/><Relationship Id="rId81" Type="http://schemas.openxmlformats.org/officeDocument/2006/relationships/image" Target="../media/image56.png"/><Relationship Id="rId82" Type="http://schemas.openxmlformats.org/officeDocument/2006/relationships/image" Target="../media/image57.svg"/><Relationship Id="rId83" Type="http://schemas.openxmlformats.org/officeDocument/2006/relationships/image" Target="../media/image56.png"/><Relationship Id="rId84" Type="http://schemas.openxmlformats.org/officeDocument/2006/relationships/image" Target="../media/image57.svg"/><Relationship Id="rId85" Type="http://schemas.openxmlformats.org/officeDocument/2006/relationships/image" Target="../media/image56.png"/><Relationship Id="rId86" Type="http://schemas.openxmlformats.org/officeDocument/2006/relationships/image" Target="../media/image57.svg"/><Relationship Id="rId87" Type="http://schemas.openxmlformats.org/officeDocument/2006/relationships/image" Target="../media/image56.png"/><Relationship Id="rId88" Type="http://schemas.openxmlformats.org/officeDocument/2006/relationships/image" Target="../media/image57.svg"/><Relationship Id="rId89" Type="http://schemas.openxmlformats.org/officeDocument/2006/relationships/image" Target="../media/image58.png"/><Relationship Id="rId90" Type="http://schemas.openxmlformats.org/officeDocument/2006/relationships/image" Target="../media/image59.svg"/><Relationship Id="rId91" Type="http://schemas.openxmlformats.org/officeDocument/2006/relationships/image" Target="../media/image58.png"/><Relationship Id="rId92" Type="http://schemas.openxmlformats.org/officeDocument/2006/relationships/image" Target="../media/image59.svg"/><Relationship Id="rId93" Type="http://schemas.openxmlformats.org/officeDocument/2006/relationships/image" Target="../media/image58.png"/><Relationship Id="rId94" Type="http://schemas.openxmlformats.org/officeDocument/2006/relationships/image" Target="../media/image59.svg"/><Relationship Id="rId95" Type="http://schemas.openxmlformats.org/officeDocument/2006/relationships/image" Target="../media/image58.png"/><Relationship Id="rId96" Type="http://schemas.openxmlformats.org/officeDocument/2006/relationships/image" Target="../media/image59.svg"/><Relationship Id="rId97" Type="http://schemas.openxmlformats.org/officeDocument/2006/relationships/image" Target="../media/image58.png"/><Relationship Id="rId98" Type="http://schemas.openxmlformats.org/officeDocument/2006/relationships/image" Target="../media/image59.svg"/><Relationship Id="rId99" Type="http://schemas.openxmlformats.org/officeDocument/2006/relationships/image" Target="../media/image1.png"/><Relationship Id="rId100" Type="http://schemas.openxmlformats.org/officeDocument/2006/relationships/slideLayout" Target="../slideLayouts/slideLayout79.xml"/><Relationship Id="rId101"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62.png"/><Relationship Id="rId2" Type="http://schemas.openxmlformats.org/officeDocument/2006/relationships/image" Target="../media/image63.svg"/><Relationship Id="rId3" Type="http://schemas.openxmlformats.org/officeDocument/2006/relationships/image" Target="../media/image64.png"/><Relationship Id="rId4" Type="http://schemas.openxmlformats.org/officeDocument/2006/relationships/image" Target="../media/image65.svg"/><Relationship Id="rId5" Type="http://schemas.openxmlformats.org/officeDocument/2006/relationships/slideLayout" Target="../slideLayouts/slideLayout1.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1.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jpeg"/><Relationship Id="rId8" Type="http://schemas.openxmlformats.org/officeDocument/2006/relationships/image" Target="../media/image70.png"/><Relationship Id="rId9" Type="http://schemas.openxmlformats.org/officeDocument/2006/relationships/image" Target="../media/image71.jpeg"/><Relationship Id="rId10" Type="http://schemas.openxmlformats.org/officeDocument/2006/relationships/slideLayout" Target="../slideLayouts/slideLayout65.xml"/><Relationship Id="rId11"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jpe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slideLayout" Target="../slideLayouts/slideLayout64.xml"/><Relationship Id="rId10"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7.png"/><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 Id="rId11" Type="http://schemas.openxmlformats.org/officeDocument/2006/relationships/image" Target="../media/image87.jpeg"/><Relationship Id="rId12" Type="http://schemas.openxmlformats.org/officeDocument/2006/relationships/image" Target="../media/image88.png"/><Relationship Id="rId13" Type="http://schemas.openxmlformats.org/officeDocument/2006/relationships/image" Target="../media/image89.png"/><Relationship Id="rId14" Type="http://schemas.openxmlformats.org/officeDocument/2006/relationships/image" Target="../media/image90.png"/><Relationship Id="rId15" Type="http://schemas.openxmlformats.org/officeDocument/2006/relationships/image" Target="../media/image91.png"/><Relationship Id="rId16" Type="http://schemas.openxmlformats.org/officeDocument/2006/relationships/image" Target="../media/image92.png"/><Relationship Id="rId17" Type="http://schemas.openxmlformats.org/officeDocument/2006/relationships/image" Target="../media/image41.png"/><Relationship Id="rId18" Type="http://schemas.openxmlformats.org/officeDocument/2006/relationships/image" Target="../media/image42.svg"/><Relationship Id="rId19" Type="http://schemas.openxmlformats.org/officeDocument/2006/relationships/image" Target="../media/image93.png"/><Relationship Id="rId20" Type="http://schemas.openxmlformats.org/officeDocument/2006/relationships/slideLayout" Target="../slideLayouts/slideLayout65.xml"/><Relationship Id="rId21"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hyperlink" Target="mailto:contact@inox-group.net" TargetMode="External"/><Relationship Id="rId2" Type="http://schemas.openxmlformats.org/officeDocument/2006/relationships/hyperlink" Target="tel:+2252722402451" TargetMode="External"/><Relationship Id="rId3" Type="http://schemas.openxmlformats.org/officeDocument/2006/relationships/hyperlink" Target="http://inox-group.net/" TargetMode="External"/><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image" Target="../media/image100.png"/><Relationship Id="rId11" Type="http://schemas.openxmlformats.org/officeDocument/2006/relationships/image" Target="../media/image101.svg"/><Relationship Id="rId12" Type="http://schemas.openxmlformats.org/officeDocument/2006/relationships/slideLayout" Target="../slideLayouts/slideLayout65.xml"/><Relationship Id="rId13"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8" name="Rectangle 7"/>
          <p:cNvSpPr/>
          <p:nvPr/>
        </p:nvSpPr>
        <p:spPr>
          <a:xfrm>
            <a:off x="0" y="0"/>
            <a:ext cx="12191760" cy="68576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809" name="Title 2"/>
          <p:cNvSpPr/>
          <p:nvPr/>
        </p:nvSpPr>
        <p:spPr>
          <a:xfrm>
            <a:off x="3144240" y="4787640"/>
            <a:ext cx="6101640" cy="207360"/>
          </a:xfrm>
          <a:prstGeom prst="rect">
            <a:avLst/>
          </a:prstGeom>
          <a:noFill/>
          <a:ln w="0">
            <a:noFill/>
          </a:ln>
        </p:spPr>
        <p:style>
          <a:lnRef idx="0"/>
          <a:fillRef idx="0"/>
          <a:effectRef idx="0"/>
          <a:fontRef idx="minor"/>
        </p:style>
        <p:txBody>
          <a:bodyPr lIns="0" tIns="0" rIns="0" bIns="0" anchor="ctr">
            <a:spAutoFit/>
          </a:bodyPr>
          <a:p>
            <a:pPr algn="ctr" defTabSz="914400">
              <a:lnSpc>
                <a:spcPct val="90000"/>
              </a:lnSpc>
              <a:spcBef>
                <a:spcPts val="1199"/>
              </a:spcBef>
              <a:spcAft>
                <a:spcPts val="1199"/>
              </a:spcAft>
              <a:tabLst>
                <a:tab pos="0" algn="l"/>
              </a:tabLst>
            </a:pPr>
            <a:r>
              <a:rPr lang="fr-FR" sz="1500" b="1" u="none" spc="601" strike="noStrike">
                <a:solidFill>
                  <a:srgbClr val="42200A"/>
                </a:solidFill>
                <a:effectLst/>
                <a:uFillTx/>
                <a:latin typeface="Calibri"/>
                <a:ea typeface="Calibri"/>
              </a:rPr>
              <a:t>Intégrateur de solutions Informatiques</a:t>
            </a:r>
            <a:endParaRPr lang="en-US" sz="1500" b="0" u="none" strike="noStrike">
              <a:solidFill>
                <a:srgbClr val="000000"/>
              </a:solidFill>
              <a:effectLst/>
              <a:uFillTx/>
              <a:latin typeface="Arial"/>
            </a:endParaRPr>
          </a:p>
        </p:txBody>
      </p:sp>
      <p:pic>
        <p:nvPicPr>
          <p:cNvPr id="810" name="Image 10"/>
          <p:cNvPicPr/>
          <p:nvPr/>
        </p:nvPicPr>
        <p:blipFill>
          <a:blip r:embed="rId1"/>
          <a:stretch/>
        </p:blipFill>
        <p:spPr>
          <a:xfrm>
            <a:off x="4635720" y="1968840"/>
            <a:ext cx="2920320" cy="2920320"/>
          </a:xfrm>
          <a:prstGeom prst="rect">
            <a:avLst/>
          </a:prstGeom>
          <a:noFill/>
          <a:ln w="0">
            <a:noFill/>
          </a:ln>
        </p:spPr>
      </p:pic>
    </p:spTree>
  </p:cSld>
  <p:transition spd="slow">
    <p:fade/>
  </p:transition>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34" presetClass="emph" fill="hold" nodeType="withEffect">
                                  <p:stCondLst>
                                    <p:cond delay="0"/>
                                  </p:stCondLst>
                                  <p:iterate type="lt">
                                    <p:tmAbs val="100"/>
                                  </p:iterate>
                                  <p:childTnLst>
                                    <p:animMotion origin="layout" path="M 0 0 L 0 -0.07213 E">
                                      <p:cBhvr>
                                        <p:cTn id="6" dur="250" fill="hold" autoRev="1">
                                          <p:stCondLst>
                                            <p:cond delay="0"/>
                                          </p:stCondLst>
                                        </p:cTn>
                                        <p:tgtEl>
                                          <p:spTgt spid="809">
                                            <p:txEl>
                                              <p:pRg st="0" end="0"/>
                                            </p:txEl>
                                          </p:spTgt>
                                        </p:tgtEl>
                                        <p:attrNameLst>
                                          <p:attrName>ppt_x</p:attrName>
                                          <p:attrName>ppt_y</p:attrName>
                                        </p:attrNameLst>
                                      </p:cBhvr>
                                    </p:animMotion>
                                    <p:animRot by="1500000">
                                      <p:cBhvr>
                                        <p:cTn id="7" dur="125" fill="hold">
                                          <p:stCondLst>
                                            <p:cond delay="0"/>
                                          </p:stCondLst>
                                        </p:cTn>
                                        <p:tgtEl>
                                          <p:spTgt spid="809">
                                            <p:txEl>
                                              <p:pRg st="0" end="0"/>
                                            </p:txEl>
                                          </p:spTgt>
                                        </p:tgtEl>
                                        <p:attrNameLst>
                                          <p:attrName>r</p:attrName>
                                        </p:attrNameLst>
                                      </p:cBhvr>
                                    </p:animRot>
                                    <p:animRot by="-1500000">
                                      <p:cBhvr>
                                        <p:cTn id="8" dur="125" fill="hold">
                                          <p:stCondLst>
                                            <p:cond delay="125"/>
                                          </p:stCondLst>
                                        </p:cTn>
                                        <p:tgtEl>
                                          <p:spTgt spid="809">
                                            <p:txEl>
                                              <p:pRg st="0" end="0"/>
                                            </p:txEl>
                                          </p:spTgt>
                                        </p:tgtEl>
                                        <p:attrNameLst>
                                          <p:attrName>r</p:attrName>
                                        </p:attrNameLst>
                                      </p:cBhvr>
                                    </p:animRot>
                                    <p:animRot by="-1500000">
                                      <p:cBhvr>
                                        <p:cTn id="9" dur="125" fill="hold">
                                          <p:stCondLst>
                                            <p:cond delay="250"/>
                                          </p:stCondLst>
                                        </p:cTn>
                                        <p:tgtEl>
                                          <p:spTgt spid="809">
                                            <p:txEl>
                                              <p:pRg st="0" end="0"/>
                                            </p:txEl>
                                          </p:spTgt>
                                        </p:tgtEl>
                                        <p:attrNameLst>
                                          <p:attrName>r</p:attrName>
                                        </p:attrNameLst>
                                      </p:cBhvr>
                                    </p:animRot>
                                    <p:animRot by="1500000">
                                      <p:cBhvr>
                                        <p:cTn id="10" dur="125" fill="hold">
                                          <p:stCondLst>
                                            <p:cond delay="375"/>
                                          </p:stCondLst>
                                        </p:cTn>
                                        <p:tgtEl>
                                          <p:spTgt spid="809">
                                            <p:txEl>
                                              <p:pRg st="0" end="0"/>
                                            </p:txEl>
                                          </p:spTgt>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1" name="Rectangle: Single Corner Rounded 1"/>
          <p:cNvSpPr/>
          <p:nvPr/>
        </p:nvSpPr>
        <p:spPr>
          <a:xfrm>
            <a:off x="-1800" y="498960"/>
            <a:ext cx="4982760" cy="5620320"/>
          </a:xfrm>
          <a:prstGeom prst="round1Rect">
            <a:avLst>
              <a:gd name="adj" fmla="val 16667"/>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812" name="TextBox 120"/>
          <p:cNvSpPr/>
          <p:nvPr/>
        </p:nvSpPr>
        <p:spPr>
          <a:xfrm>
            <a:off x="10708200" y="1636920"/>
            <a:ext cx="877320" cy="245880"/>
          </a:xfrm>
          <a:prstGeom prst="rect">
            <a:avLst/>
          </a:prstGeom>
          <a:noFill/>
          <a:ln w="0">
            <a:noFill/>
          </a:ln>
        </p:spPr>
        <p:style>
          <a:lnRef idx="0"/>
          <a:fillRef idx="0"/>
          <a:effectRef idx="0"/>
          <a:fontRef idx="minor"/>
        </p:style>
        <p:txBody>
          <a:bodyPr lIns="122040" tIns="60840" rIns="122040" bIns="60840" anchor="t">
            <a:spAutoFit/>
          </a:bodyPr>
          <a:p>
            <a:pPr algn="ctr" defTabSz="914400">
              <a:lnSpc>
                <a:spcPct val="100000"/>
              </a:lnSpc>
              <a:tabLst>
                <a:tab pos="0" algn="l"/>
              </a:tabLst>
            </a:pPr>
            <a:r>
              <a:rPr lang="fr-FR" sz="800" b="0" u="none" strike="noStrike">
                <a:solidFill>
                  <a:srgbClr val="808080"/>
                </a:solidFill>
                <a:effectLst/>
                <a:uFillTx/>
                <a:latin typeface="Calibri"/>
                <a:ea typeface="Calibri"/>
              </a:rPr>
              <a:t>Appliance</a:t>
            </a:r>
            <a:endParaRPr lang="en-US" sz="800" b="0" u="none" strike="noStrike">
              <a:solidFill>
                <a:srgbClr val="000000"/>
              </a:solidFill>
              <a:effectLst/>
              <a:uFillTx/>
              <a:latin typeface="Arial"/>
            </a:endParaRPr>
          </a:p>
        </p:txBody>
      </p:sp>
      <p:pic>
        <p:nvPicPr>
          <p:cNvPr id="813" name="Graphic 58"/>
          <p:cNvPicPr/>
          <p:nvPr/>
        </p:nvPicPr>
        <p:blipFill>
          <a:blip r:embed="rId1">
            <a:extLst>
              <a:ext uri="{96DAC541-7B7A-43D3-8B79-37D633B846F1}">
                <asvg:svgBlip xmlns:asvg="http://schemas.microsoft.com/office/drawing/2016/SVG/main" r:embed="rId2"/>
              </a:ext>
            </a:extLst>
          </a:blip>
          <a:stretch/>
        </p:blipFill>
        <p:spPr>
          <a:xfrm>
            <a:off x="10918440" y="1317240"/>
            <a:ext cx="456840" cy="456840"/>
          </a:xfrm>
          <a:prstGeom prst="rect">
            <a:avLst/>
          </a:prstGeom>
          <a:noFill/>
          <a:ln w="0">
            <a:noFill/>
          </a:ln>
        </p:spPr>
      </p:pic>
      <p:sp>
        <p:nvSpPr>
          <p:cNvPr id="814" name="TextBox 120"/>
          <p:cNvSpPr/>
          <p:nvPr/>
        </p:nvSpPr>
        <p:spPr>
          <a:xfrm>
            <a:off x="10862280" y="2419920"/>
            <a:ext cx="568800" cy="245880"/>
          </a:xfrm>
          <a:prstGeom prst="rect">
            <a:avLst/>
          </a:prstGeom>
          <a:noFill/>
          <a:ln w="0">
            <a:noFill/>
          </a:ln>
        </p:spPr>
        <p:style>
          <a:lnRef idx="0"/>
          <a:fillRef idx="0"/>
          <a:effectRef idx="0"/>
          <a:fontRef idx="minor"/>
        </p:style>
        <p:txBody>
          <a:bodyPr lIns="122040" tIns="60840" rIns="122040" bIns="60840" anchor="t">
            <a:spAutoFit/>
          </a:bodyPr>
          <a:p>
            <a:pPr algn="ctr" defTabSz="914400">
              <a:lnSpc>
                <a:spcPct val="100000"/>
              </a:lnSpc>
              <a:tabLst>
                <a:tab pos="0" algn="l"/>
              </a:tabLst>
            </a:pPr>
            <a:r>
              <a:rPr lang="fr-FR" sz="800" b="0" u="none" strike="noStrike">
                <a:solidFill>
                  <a:srgbClr val="808080"/>
                </a:solidFill>
                <a:effectLst/>
                <a:uFillTx/>
                <a:latin typeface="Calibri"/>
                <a:ea typeface="Calibri"/>
              </a:rPr>
              <a:t>Virtual</a:t>
            </a:r>
            <a:endParaRPr lang="en-US" sz="800" b="0" u="none" strike="noStrike">
              <a:solidFill>
                <a:srgbClr val="000000"/>
              </a:solidFill>
              <a:effectLst/>
              <a:uFillTx/>
              <a:latin typeface="Arial"/>
            </a:endParaRPr>
          </a:p>
        </p:txBody>
      </p:sp>
      <p:pic>
        <p:nvPicPr>
          <p:cNvPr id="815" name="Graphic 60"/>
          <p:cNvPicPr/>
          <p:nvPr/>
        </p:nvPicPr>
        <p:blipFill>
          <a:blip r:embed="rId3">
            <a:extLst>
              <a:ext uri="{96DAC541-7B7A-43D3-8B79-37D633B846F1}">
                <asvg:svgBlip xmlns:asvg="http://schemas.microsoft.com/office/drawing/2016/SVG/main" r:embed="rId4"/>
              </a:ext>
            </a:extLst>
          </a:blip>
          <a:stretch/>
        </p:blipFill>
        <p:spPr>
          <a:xfrm>
            <a:off x="10918440" y="2018160"/>
            <a:ext cx="456840" cy="456840"/>
          </a:xfrm>
          <a:prstGeom prst="rect">
            <a:avLst/>
          </a:prstGeom>
          <a:noFill/>
          <a:ln w="0">
            <a:noFill/>
          </a:ln>
        </p:spPr>
      </p:pic>
      <p:sp>
        <p:nvSpPr>
          <p:cNvPr id="816" name="TextBox 120"/>
          <p:cNvSpPr/>
          <p:nvPr/>
        </p:nvSpPr>
        <p:spPr>
          <a:xfrm>
            <a:off x="10708200" y="3214800"/>
            <a:ext cx="877320" cy="245880"/>
          </a:xfrm>
          <a:prstGeom prst="rect">
            <a:avLst/>
          </a:prstGeom>
          <a:noFill/>
          <a:ln w="0">
            <a:noFill/>
          </a:ln>
        </p:spPr>
        <p:style>
          <a:lnRef idx="0"/>
          <a:fillRef idx="0"/>
          <a:effectRef idx="0"/>
          <a:fontRef idx="minor"/>
        </p:style>
        <p:txBody>
          <a:bodyPr lIns="122040" tIns="60840" rIns="122040" bIns="60840" anchor="t">
            <a:spAutoFit/>
          </a:bodyPr>
          <a:p>
            <a:pPr algn="ctr" defTabSz="914400">
              <a:lnSpc>
                <a:spcPct val="100000"/>
              </a:lnSpc>
              <a:tabLst>
                <a:tab pos="0" algn="l"/>
              </a:tabLst>
            </a:pPr>
            <a:r>
              <a:rPr lang="fr-FR" sz="800" b="0" u="none" strike="noStrike">
                <a:solidFill>
                  <a:srgbClr val="808080"/>
                </a:solidFill>
                <a:effectLst/>
                <a:uFillTx/>
                <a:latin typeface="Calibri"/>
                <a:ea typeface="Calibri"/>
              </a:rPr>
              <a:t>Hosted</a:t>
            </a:r>
            <a:endParaRPr lang="en-US" sz="800" b="0" u="none" strike="noStrike">
              <a:solidFill>
                <a:srgbClr val="000000"/>
              </a:solidFill>
              <a:effectLst/>
              <a:uFillTx/>
              <a:latin typeface="Arial"/>
            </a:endParaRPr>
          </a:p>
        </p:txBody>
      </p:sp>
      <p:pic>
        <p:nvPicPr>
          <p:cNvPr id="817" name="Graphic 66"/>
          <p:cNvPicPr/>
          <p:nvPr/>
        </p:nvPicPr>
        <p:blipFill>
          <a:blip r:embed="rId5">
            <a:extLst>
              <a:ext uri="{96DAC541-7B7A-43D3-8B79-37D633B846F1}">
                <asvg:svgBlip xmlns:asvg="http://schemas.microsoft.com/office/drawing/2016/SVG/main" r:embed="rId6"/>
              </a:ext>
            </a:extLst>
          </a:blip>
          <a:stretch/>
        </p:blipFill>
        <p:spPr>
          <a:xfrm>
            <a:off x="10918440" y="2779200"/>
            <a:ext cx="456840" cy="456840"/>
          </a:xfrm>
          <a:prstGeom prst="rect">
            <a:avLst/>
          </a:prstGeom>
          <a:noFill/>
          <a:ln w="0">
            <a:noFill/>
          </a:ln>
        </p:spPr>
      </p:pic>
      <p:sp>
        <p:nvSpPr>
          <p:cNvPr id="818" name="TextBox 120"/>
          <p:cNvSpPr/>
          <p:nvPr/>
        </p:nvSpPr>
        <p:spPr>
          <a:xfrm>
            <a:off x="10830240" y="3865320"/>
            <a:ext cx="633240" cy="245880"/>
          </a:xfrm>
          <a:prstGeom prst="rect">
            <a:avLst/>
          </a:prstGeom>
          <a:noFill/>
          <a:ln w="0">
            <a:noFill/>
          </a:ln>
        </p:spPr>
        <p:style>
          <a:lnRef idx="0"/>
          <a:fillRef idx="0"/>
          <a:effectRef idx="0"/>
          <a:fontRef idx="minor"/>
        </p:style>
        <p:txBody>
          <a:bodyPr lIns="122040" tIns="60840" rIns="122040" bIns="60840" anchor="t">
            <a:spAutoFit/>
          </a:bodyPr>
          <a:p>
            <a:pPr algn="ctr" defTabSz="914400">
              <a:lnSpc>
                <a:spcPct val="100000"/>
              </a:lnSpc>
              <a:tabLst>
                <a:tab pos="0" algn="l"/>
              </a:tabLst>
            </a:pPr>
            <a:r>
              <a:rPr lang="fr-FR" sz="800" b="0" u="none" strike="noStrike">
                <a:solidFill>
                  <a:srgbClr val="808080"/>
                </a:solidFill>
                <a:effectLst/>
                <a:uFillTx/>
                <a:latin typeface="Calibri"/>
                <a:ea typeface="Calibri"/>
              </a:rPr>
              <a:t>Cloud</a:t>
            </a:r>
            <a:endParaRPr lang="en-US" sz="800" b="0" u="none" strike="noStrike">
              <a:solidFill>
                <a:srgbClr val="000000"/>
              </a:solidFill>
              <a:effectLst/>
              <a:uFillTx/>
              <a:latin typeface="Arial"/>
            </a:endParaRPr>
          </a:p>
        </p:txBody>
      </p:sp>
      <p:pic>
        <p:nvPicPr>
          <p:cNvPr id="819" name="Graphic 71"/>
          <p:cNvPicPr/>
          <p:nvPr/>
        </p:nvPicPr>
        <p:blipFill>
          <a:blip r:embed="rId7">
            <a:extLst>
              <a:ext uri="{96DAC541-7B7A-43D3-8B79-37D633B846F1}">
                <asvg:svgBlip xmlns:asvg="http://schemas.microsoft.com/office/drawing/2016/SVG/main" r:embed="rId8"/>
              </a:ext>
            </a:extLst>
          </a:blip>
          <a:stretch/>
        </p:blipFill>
        <p:spPr>
          <a:xfrm>
            <a:off x="10918440" y="3552120"/>
            <a:ext cx="456840" cy="456840"/>
          </a:xfrm>
          <a:prstGeom prst="rect">
            <a:avLst/>
          </a:prstGeom>
          <a:noFill/>
          <a:ln w="0">
            <a:noFill/>
          </a:ln>
        </p:spPr>
      </p:pic>
      <p:sp>
        <p:nvSpPr>
          <p:cNvPr id="820" name="TextBox 120"/>
          <p:cNvSpPr/>
          <p:nvPr/>
        </p:nvSpPr>
        <p:spPr>
          <a:xfrm>
            <a:off x="10721880" y="4597920"/>
            <a:ext cx="849960" cy="245880"/>
          </a:xfrm>
          <a:prstGeom prst="rect">
            <a:avLst/>
          </a:prstGeom>
          <a:noFill/>
          <a:ln w="0">
            <a:noFill/>
          </a:ln>
        </p:spPr>
        <p:style>
          <a:lnRef idx="0"/>
          <a:fillRef idx="0"/>
          <a:effectRef idx="0"/>
          <a:fontRef idx="minor"/>
        </p:style>
        <p:txBody>
          <a:bodyPr lIns="122040" tIns="60840" rIns="122040" bIns="60840" anchor="t">
            <a:spAutoFit/>
          </a:bodyPr>
          <a:p>
            <a:pPr algn="ctr" defTabSz="914400">
              <a:lnSpc>
                <a:spcPct val="100000"/>
              </a:lnSpc>
              <a:tabLst>
                <a:tab pos="0" algn="l"/>
              </a:tabLst>
            </a:pPr>
            <a:r>
              <a:rPr lang="fr-FR" sz="800" b="0" u="none" strike="noStrike">
                <a:solidFill>
                  <a:srgbClr val="808080"/>
                </a:solidFill>
                <a:effectLst/>
                <a:uFillTx/>
                <a:latin typeface="Calibri"/>
                <a:ea typeface="Calibri"/>
              </a:rPr>
              <a:t>Agent</a:t>
            </a:r>
            <a:endParaRPr lang="en-US" sz="800" b="0" u="none" strike="noStrike">
              <a:solidFill>
                <a:srgbClr val="000000"/>
              </a:solidFill>
              <a:effectLst/>
              <a:uFillTx/>
              <a:latin typeface="Arial"/>
            </a:endParaRPr>
          </a:p>
        </p:txBody>
      </p:sp>
      <p:pic>
        <p:nvPicPr>
          <p:cNvPr id="821" name="Graphic 77"/>
          <p:cNvPicPr/>
          <p:nvPr/>
        </p:nvPicPr>
        <p:blipFill>
          <a:blip r:embed="rId9">
            <a:extLst>
              <a:ext uri="{96DAC541-7B7A-43D3-8B79-37D633B846F1}">
                <asvg:svgBlip xmlns:asvg="http://schemas.microsoft.com/office/drawing/2016/SVG/main" r:embed="rId10"/>
              </a:ext>
            </a:extLst>
          </a:blip>
          <a:stretch/>
        </p:blipFill>
        <p:spPr>
          <a:xfrm>
            <a:off x="10918440" y="4160520"/>
            <a:ext cx="456840" cy="456840"/>
          </a:xfrm>
          <a:prstGeom prst="rect">
            <a:avLst/>
          </a:prstGeom>
          <a:noFill/>
          <a:ln w="0">
            <a:noFill/>
          </a:ln>
        </p:spPr>
      </p:pic>
      <p:sp>
        <p:nvSpPr>
          <p:cNvPr id="822" name="TextBox 120"/>
          <p:cNvSpPr/>
          <p:nvPr/>
        </p:nvSpPr>
        <p:spPr>
          <a:xfrm>
            <a:off x="10721880" y="5202360"/>
            <a:ext cx="849960" cy="245880"/>
          </a:xfrm>
          <a:prstGeom prst="rect">
            <a:avLst/>
          </a:prstGeom>
          <a:noFill/>
          <a:ln w="0">
            <a:noFill/>
          </a:ln>
        </p:spPr>
        <p:style>
          <a:lnRef idx="0"/>
          <a:fillRef idx="0"/>
          <a:effectRef idx="0"/>
          <a:fontRef idx="minor"/>
        </p:style>
        <p:txBody>
          <a:bodyPr lIns="122040" tIns="60840" rIns="122040" bIns="60840" anchor="t">
            <a:spAutoFit/>
          </a:bodyPr>
          <a:p>
            <a:pPr algn="ctr" defTabSz="914400">
              <a:lnSpc>
                <a:spcPct val="100000"/>
              </a:lnSpc>
              <a:tabLst>
                <a:tab pos="0" algn="l"/>
              </a:tabLst>
            </a:pPr>
            <a:r>
              <a:rPr lang="fr-FR" sz="800" b="0" u="none" strike="noStrike">
                <a:solidFill>
                  <a:srgbClr val="808080"/>
                </a:solidFill>
                <a:effectLst/>
                <a:uFillTx/>
                <a:latin typeface="Calibri"/>
                <a:ea typeface="Calibri"/>
              </a:rPr>
              <a:t>Container</a:t>
            </a:r>
            <a:endParaRPr lang="en-US" sz="800" b="0" u="none" strike="noStrike">
              <a:solidFill>
                <a:srgbClr val="000000"/>
              </a:solidFill>
              <a:effectLst/>
              <a:uFillTx/>
              <a:latin typeface="Arial"/>
            </a:endParaRPr>
          </a:p>
        </p:txBody>
      </p:sp>
      <p:pic>
        <p:nvPicPr>
          <p:cNvPr id="823" name="Graphic 91"/>
          <p:cNvPicPr/>
          <p:nvPr/>
        </p:nvPicPr>
        <p:blipFill>
          <a:blip r:embed="rId11">
            <a:extLst>
              <a:ext uri="{96DAC541-7B7A-43D3-8B79-37D633B846F1}">
                <asvg:svgBlip xmlns:asvg="http://schemas.microsoft.com/office/drawing/2016/SVG/main" r:embed="rId12"/>
              </a:ext>
            </a:extLst>
          </a:blip>
          <a:stretch/>
        </p:blipFill>
        <p:spPr>
          <a:xfrm>
            <a:off x="10918440" y="4860720"/>
            <a:ext cx="456840" cy="456840"/>
          </a:xfrm>
          <a:prstGeom prst="rect">
            <a:avLst/>
          </a:prstGeom>
          <a:noFill/>
          <a:ln w="0">
            <a:noFill/>
          </a:ln>
        </p:spPr>
      </p:pic>
      <p:sp>
        <p:nvSpPr>
          <p:cNvPr id="824" name="Title 2"/>
          <p:cNvSpPr/>
          <p:nvPr/>
        </p:nvSpPr>
        <p:spPr>
          <a:xfrm>
            <a:off x="72720" y="732960"/>
            <a:ext cx="4907880" cy="996840"/>
          </a:xfrm>
          <a:prstGeom prst="rect">
            <a:avLst/>
          </a:prstGeom>
          <a:noFill/>
          <a:ln w="0">
            <a:noFill/>
          </a:ln>
        </p:spPr>
        <p:style>
          <a:lnRef idx="0"/>
          <a:fillRef idx="0"/>
          <a:effectRef idx="0"/>
          <a:fontRef idx="minor"/>
        </p:style>
        <p:txBody>
          <a:bodyPr lIns="0" tIns="0" rIns="0" bIns="0" anchor="ctr">
            <a:spAutoFit/>
          </a:bodyPr>
          <a:p>
            <a:pPr defTabSz="914400">
              <a:lnSpc>
                <a:spcPct val="90000"/>
              </a:lnSpc>
              <a:spcBef>
                <a:spcPts val="1199"/>
              </a:spcBef>
              <a:spcAft>
                <a:spcPts val="1199"/>
              </a:spcAft>
              <a:tabLst>
                <a:tab pos="0" algn="l"/>
              </a:tabLst>
            </a:pPr>
            <a:r>
              <a:rPr lang="fr-FR" sz="3600" b="1" u="none" spc="-150" strike="noStrike">
                <a:solidFill>
                  <a:srgbClr val="000000"/>
                </a:solidFill>
                <a:effectLst/>
                <a:uFillTx/>
                <a:latin typeface="Calibri"/>
                <a:ea typeface="Calibri"/>
              </a:rPr>
              <a:t>Intégrateur de solutions Informatiques</a:t>
            </a:r>
            <a:endParaRPr lang="en-US" sz="3600" b="0" u="none" strike="noStrike">
              <a:solidFill>
                <a:srgbClr val="000000"/>
              </a:solidFill>
              <a:effectLst/>
              <a:uFillTx/>
              <a:latin typeface="Arial"/>
            </a:endParaRPr>
          </a:p>
        </p:txBody>
      </p:sp>
      <p:sp>
        <p:nvSpPr>
          <p:cNvPr id="825" name="Title 2"/>
          <p:cNvSpPr/>
          <p:nvPr/>
        </p:nvSpPr>
        <p:spPr>
          <a:xfrm>
            <a:off x="757080" y="2020320"/>
            <a:ext cx="3940560" cy="763920"/>
          </a:xfrm>
          <a:prstGeom prst="rect">
            <a:avLst/>
          </a:prstGeom>
          <a:noFill/>
          <a:ln w="0">
            <a:noFill/>
          </a:ln>
        </p:spPr>
        <p:style>
          <a:lnRef idx="0"/>
          <a:fillRef idx="0"/>
          <a:effectRef idx="0"/>
          <a:fontRef idx="minor"/>
        </p:style>
        <p:txBody>
          <a:bodyPr lIns="0" tIns="0" rIns="0" bIns="0" anchor="ctr">
            <a:spAutoFit/>
          </a:bodyPr>
          <a:p>
            <a:pPr defTabSz="914400">
              <a:lnSpc>
                <a:spcPct val="100000"/>
              </a:lnSpc>
              <a:spcBef>
                <a:spcPts val="1400"/>
              </a:spcBef>
              <a:tabLst>
                <a:tab pos="0" algn="l"/>
              </a:tabLst>
            </a:pPr>
            <a:r>
              <a:rPr lang="fr-FR" sz="2000" b="1" u="none" spc="-40" strike="noStrike">
                <a:solidFill>
                  <a:srgbClr val="000000"/>
                </a:solidFill>
                <a:effectLst/>
                <a:uFillTx/>
                <a:latin typeface="Calibri"/>
                <a:ea typeface="Calibri"/>
              </a:rPr>
              <a:t>Depuis 2021</a:t>
            </a:r>
            <a:endParaRPr lang="en-US" sz="2000" b="0" u="none" strike="noStrike">
              <a:solidFill>
                <a:srgbClr val="000000"/>
              </a:solidFill>
              <a:effectLst/>
              <a:uFillTx/>
              <a:latin typeface="Arial"/>
            </a:endParaRPr>
          </a:p>
          <a:p>
            <a:pPr defTabSz="914400">
              <a:lnSpc>
                <a:spcPct val="100000"/>
              </a:lnSpc>
              <a:spcBef>
                <a:spcPts val="201"/>
              </a:spcBef>
              <a:spcAft>
                <a:spcPts val="400"/>
              </a:spcAft>
              <a:tabLst>
                <a:tab pos="0" algn="l"/>
              </a:tabLst>
            </a:pPr>
            <a:r>
              <a:rPr lang="fr-FR" sz="1400" b="0" u="none" strike="noStrike">
                <a:solidFill>
                  <a:srgbClr val="000000"/>
                </a:solidFill>
                <a:effectLst/>
                <a:uFillTx/>
                <a:latin typeface="Calibri"/>
                <a:ea typeface="Calibri"/>
              </a:rPr>
              <a:t>spécialisée dans les Nouvelles Technologies de l’Information et de la Communication.</a:t>
            </a:r>
            <a:endParaRPr lang="en-US" sz="1400" b="0" u="none" strike="noStrike">
              <a:solidFill>
                <a:srgbClr val="000000"/>
              </a:solidFill>
              <a:effectLst/>
              <a:uFillTx/>
              <a:latin typeface="Arial"/>
            </a:endParaRPr>
          </a:p>
        </p:txBody>
      </p:sp>
      <p:sp>
        <p:nvSpPr>
          <p:cNvPr id="826" name="Title 2"/>
          <p:cNvSpPr/>
          <p:nvPr/>
        </p:nvSpPr>
        <p:spPr>
          <a:xfrm>
            <a:off x="757080" y="2933280"/>
            <a:ext cx="3940560" cy="763920"/>
          </a:xfrm>
          <a:prstGeom prst="rect">
            <a:avLst/>
          </a:prstGeom>
          <a:noFill/>
          <a:ln w="0">
            <a:noFill/>
          </a:ln>
        </p:spPr>
        <p:style>
          <a:lnRef idx="0"/>
          <a:fillRef idx="0"/>
          <a:effectRef idx="0"/>
          <a:fontRef idx="minor"/>
        </p:style>
        <p:txBody>
          <a:bodyPr lIns="0" tIns="0" rIns="0" bIns="0" anchor="ctr">
            <a:spAutoFit/>
          </a:bodyPr>
          <a:p>
            <a:pPr defTabSz="914400">
              <a:lnSpc>
                <a:spcPct val="100000"/>
              </a:lnSpc>
              <a:spcBef>
                <a:spcPts val="1400"/>
              </a:spcBef>
              <a:tabLst>
                <a:tab pos="0" algn="l"/>
              </a:tabLst>
            </a:pPr>
            <a:r>
              <a:rPr lang="fr-FR" sz="2000" b="1" u="none" spc="-40" strike="noStrike">
                <a:solidFill>
                  <a:srgbClr val="000000"/>
                </a:solidFill>
                <a:effectLst/>
                <a:uFillTx/>
                <a:latin typeface="Calibri"/>
                <a:ea typeface="Calibri"/>
              </a:rPr>
              <a:t>VISION </a:t>
            </a:r>
            <a:endParaRPr lang="en-US" sz="2000" b="0" u="none" strike="noStrike">
              <a:solidFill>
                <a:srgbClr val="000000"/>
              </a:solidFill>
              <a:effectLst/>
              <a:uFillTx/>
              <a:latin typeface="Arial"/>
            </a:endParaRPr>
          </a:p>
          <a:p>
            <a:pPr defTabSz="914400">
              <a:lnSpc>
                <a:spcPct val="100000"/>
              </a:lnSpc>
              <a:spcBef>
                <a:spcPts val="201"/>
              </a:spcBef>
              <a:spcAft>
                <a:spcPts val="400"/>
              </a:spcAft>
              <a:tabLst>
                <a:tab pos="0" algn="l"/>
              </a:tabLst>
            </a:pPr>
            <a:r>
              <a:rPr lang="fr-FR" sz="1400" b="0" u="none" strike="noStrike">
                <a:solidFill>
                  <a:srgbClr val="000000"/>
                </a:solidFill>
                <a:effectLst/>
                <a:uFillTx/>
                <a:latin typeface="Calibri"/>
                <a:ea typeface="Calibri"/>
              </a:rPr>
              <a:t>participe à l’amélioration des performances et de la compétitivité des organisations</a:t>
            </a:r>
            <a:endParaRPr lang="en-US" sz="1400" b="0" u="none" strike="noStrike">
              <a:solidFill>
                <a:srgbClr val="000000"/>
              </a:solidFill>
              <a:effectLst/>
              <a:uFillTx/>
              <a:latin typeface="Arial"/>
            </a:endParaRPr>
          </a:p>
        </p:txBody>
      </p:sp>
      <p:sp>
        <p:nvSpPr>
          <p:cNvPr id="827" name="Title 2"/>
          <p:cNvSpPr/>
          <p:nvPr/>
        </p:nvSpPr>
        <p:spPr>
          <a:xfrm>
            <a:off x="757080" y="4974840"/>
            <a:ext cx="3940560" cy="979560"/>
          </a:xfrm>
          <a:prstGeom prst="rect">
            <a:avLst/>
          </a:prstGeom>
          <a:noFill/>
          <a:ln w="0">
            <a:noFill/>
          </a:ln>
        </p:spPr>
        <p:style>
          <a:lnRef idx="0"/>
          <a:fillRef idx="0"/>
          <a:effectRef idx="0"/>
          <a:fontRef idx="minor"/>
        </p:style>
        <p:txBody>
          <a:bodyPr lIns="0" tIns="0" rIns="0" bIns="0" anchor="ctr">
            <a:spAutoFit/>
          </a:bodyPr>
          <a:p>
            <a:pPr defTabSz="914400">
              <a:lnSpc>
                <a:spcPct val="100000"/>
              </a:lnSpc>
              <a:spcBef>
                <a:spcPts val="1400"/>
              </a:spcBef>
              <a:tabLst>
                <a:tab pos="0" algn="l"/>
              </a:tabLst>
            </a:pPr>
            <a:r>
              <a:rPr lang="fr-FR" sz="2000" b="1" u="none" spc="-40" strike="noStrike">
                <a:solidFill>
                  <a:srgbClr val="000000"/>
                </a:solidFill>
                <a:effectLst/>
                <a:uFillTx/>
                <a:latin typeface="Calibri"/>
                <a:ea typeface="Calibri"/>
              </a:rPr>
              <a:t>PERSPECTIVES </a:t>
            </a:r>
            <a:endParaRPr lang="en-US" sz="2000" b="0" u="none" strike="noStrike">
              <a:solidFill>
                <a:srgbClr val="000000"/>
              </a:solidFill>
              <a:effectLst/>
              <a:uFillTx/>
              <a:latin typeface="Arial"/>
            </a:endParaRPr>
          </a:p>
          <a:p>
            <a:pPr defTabSz="914400">
              <a:lnSpc>
                <a:spcPct val="100000"/>
              </a:lnSpc>
              <a:spcBef>
                <a:spcPts val="201"/>
              </a:spcBef>
              <a:spcAft>
                <a:spcPts val="400"/>
              </a:spcAft>
              <a:tabLst>
                <a:tab pos="0" algn="l"/>
              </a:tabLst>
            </a:pPr>
            <a:r>
              <a:rPr lang="fr-FR" sz="1400" b="0" u="none" strike="noStrike">
                <a:solidFill>
                  <a:srgbClr val="000000"/>
                </a:solidFill>
                <a:effectLst/>
                <a:uFillTx/>
                <a:latin typeface="Calibri"/>
                <a:ea typeface="Calibri"/>
              </a:rPr>
              <a:t>recherche en permanence de nouveaux champs de développement, afin d’offrir une intégration maximale de services à ses clients.</a:t>
            </a:r>
            <a:endParaRPr lang="en-US" sz="1400" b="0" u="none" strike="noStrike">
              <a:solidFill>
                <a:srgbClr val="000000"/>
              </a:solidFill>
              <a:effectLst/>
              <a:uFillTx/>
              <a:latin typeface="Arial"/>
            </a:endParaRPr>
          </a:p>
        </p:txBody>
      </p:sp>
      <p:sp>
        <p:nvSpPr>
          <p:cNvPr id="828" name="Ring Background"/>
          <p:cNvSpPr/>
          <p:nvPr/>
        </p:nvSpPr>
        <p:spPr>
          <a:xfrm>
            <a:off x="5449320" y="789480"/>
            <a:ext cx="5138280" cy="5138280"/>
          </a:xfrm>
          <a:prstGeom prst="ellipse">
            <a:avLst/>
          </a:prstGeom>
          <a:noFill/>
          <a:ln w="276225">
            <a:solidFill>
              <a:srgbClr val="F0F0F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pic>
        <p:nvPicPr>
          <p:cNvPr id="829" name="Spinny Circle"/>
          <p:cNvPicPr/>
          <p:nvPr/>
        </p:nvPicPr>
        <p:blipFill>
          <a:blip r:embed="rId13">
            <a:extLst>
              <a:ext uri="{96DAC541-7B7A-43D3-8B79-37D633B846F1}">
                <asvg:svgBlip xmlns:asvg="http://schemas.microsoft.com/office/drawing/2016/SVG/main" r:embed="rId14"/>
              </a:ext>
            </a:extLst>
          </a:blip>
          <a:stretch/>
        </p:blipFill>
        <p:spPr>
          <a:xfrm>
            <a:off x="5421960" y="777960"/>
            <a:ext cx="5185440" cy="5172840"/>
          </a:xfrm>
          <a:prstGeom prst="rect">
            <a:avLst/>
          </a:prstGeom>
          <a:noFill/>
          <a:ln w="0">
            <a:noFill/>
          </a:ln>
        </p:spPr>
      </p:pic>
      <p:sp>
        <p:nvSpPr>
          <p:cNvPr id="830" name="Title 2"/>
          <p:cNvSpPr/>
          <p:nvPr/>
        </p:nvSpPr>
        <p:spPr>
          <a:xfrm>
            <a:off x="757080" y="3954240"/>
            <a:ext cx="3940560" cy="763920"/>
          </a:xfrm>
          <a:prstGeom prst="rect">
            <a:avLst/>
          </a:prstGeom>
          <a:noFill/>
          <a:ln w="0">
            <a:noFill/>
          </a:ln>
        </p:spPr>
        <p:style>
          <a:lnRef idx="0"/>
          <a:fillRef idx="0"/>
          <a:effectRef idx="0"/>
          <a:fontRef idx="minor"/>
        </p:style>
        <p:txBody>
          <a:bodyPr lIns="0" tIns="0" rIns="0" bIns="0" anchor="ctr">
            <a:spAutoFit/>
          </a:bodyPr>
          <a:p>
            <a:pPr defTabSz="914400">
              <a:lnSpc>
                <a:spcPct val="100000"/>
              </a:lnSpc>
              <a:spcBef>
                <a:spcPts val="1400"/>
              </a:spcBef>
              <a:tabLst>
                <a:tab pos="0" algn="l"/>
              </a:tabLst>
            </a:pPr>
            <a:r>
              <a:rPr lang="fr-FR" sz="2000" b="1" u="none" spc="-40" strike="noStrike">
                <a:solidFill>
                  <a:srgbClr val="000000"/>
                </a:solidFill>
                <a:effectLst/>
                <a:uFillTx/>
                <a:latin typeface="Calibri"/>
                <a:ea typeface="Calibri"/>
              </a:rPr>
              <a:t>MISSION </a:t>
            </a:r>
            <a:endParaRPr lang="en-US" sz="2000" b="0" u="none" strike="noStrike">
              <a:solidFill>
                <a:srgbClr val="000000"/>
              </a:solidFill>
              <a:effectLst/>
              <a:uFillTx/>
              <a:latin typeface="Arial"/>
            </a:endParaRPr>
          </a:p>
          <a:p>
            <a:pPr defTabSz="914400">
              <a:lnSpc>
                <a:spcPct val="100000"/>
              </a:lnSpc>
              <a:spcBef>
                <a:spcPts val="201"/>
              </a:spcBef>
              <a:spcAft>
                <a:spcPts val="400"/>
              </a:spcAft>
              <a:tabLst>
                <a:tab pos="0" algn="l"/>
              </a:tabLst>
            </a:pPr>
            <a:r>
              <a:rPr lang="fr-FR" sz="1400" b="0" u="none" strike="noStrike">
                <a:solidFill>
                  <a:srgbClr val="000000"/>
                </a:solidFill>
                <a:effectLst/>
                <a:uFillTx/>
                <a:latin typeface="Calibri"/>
                <a:ea typeface="Calibri"/>
              </a:rPr>
              <a:t>toujours faire bénéficier ses clients du retour d’expérience sur la valeur ajoutée de nos prestations</a:t>
            </a:r>
            <a:endParaRPr lang="en-US" sz="1400" b="0" u="none" strike="noStrike">
              <a:solidFill>
                <a:srgbClr val="000000"/>
              </a:solidFill>
              <a:effectLst/>
              <a:uFillTx/>
              <a:latin typeface="Arial"/>
            </a:endParaRPr>
          </a:p>
        </p:txBody>
      </p:sp>
      <p:pic>
        <p:nvPicPr>
          <p:cNvPr id="831" name="Image 4"/>
          <p:cNvPicPr/>
          <p:nvPr/>
        </p:nvPicPr>
        <p:blipFill>
          <a:blip r:embed="rId15"/>
          <a:stretch/>
        </p:blipFill>
        <p:spPr>
          <a:xfrm>
            <a:off x="5860800" y="1082520"/>
            <a:ext cx="4307400" cy="4307400"/>
          </a:xfrm>
          <a:prstGeom prst="rect">
            <a:avLst/>
          </a:prstGeom>
          <a:noFill/>
          <a:ln w="0">
            <a:noFill/>
          </a:ln>
        </p:spPr>
      </p:pic>
    </p:spTree>
  </p:cSld>
  <p:transition spd="slow">
    <p:fade/>
  </p:transition>
  <p:timing>
    <p:tnLst>
      <p:par>
        <p:cTn id="11" dur="indefinite" restart="never" nodeType="tmRoot">
          <p:childTnLst>
            <p:seq>
              <p:cTn id="12" dur="indefinite" nodeType="mainSeq">
                <p:childTnLst>
                  <p:par>
                    <p:cTn id="13" fill="hold">
                      <p:stCondLst>
                        <p:cond delay="0"/>
                      </p:stCondLst>
                      <p:childTnLst>
                        <p:par>
                          <p:cTn id="14" fill="hold">
                            <p:stCondLst>
                              <p:cond delay="0"/>
                            </p:stCondLst>
                            <p:childTnLst>
                              <p:par>
                                <p:cTn id="15" presetID="8" presetClass="emph" fill="hold" nodeType="withEffect" repeatCount="indefinite">
                                  <p:stCondLst>
                                    <p:cond delay="0"/>
                                  </p:stCondLst>
                                  <p:childTnLst>
                                    <p:animRot by="21600000">
                                      <p:cBhvr>
                                        <p:cTn id="16" dur="35000" fill="hold"/>
                                        <p:tgtEl>
                                          <p:spTgt spid="82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lumMod val="40000"/>
            <a:lumOff val="60000"/>
          </a:schemeClr>
        </a:solidFill>
      </p:bgPr>
    </p:bg>
    <p:spTree>
      <p:nvGrpSpPr>
        <p:cNvPr id="1" name=""/>
        <p:cNvGrpSpPr/>
        <p:nvPr/>
      </p:nvGrpSpPr>
      <p:grpSpPr>
        <a:xfrm>
          <a:off x="0" y="0"/>
          <a:ext cx="0" cy="0"/>
          <a:chOff x="0" y="0"/>
          <a:chExt cx="0" cy="0"/>
        </a:xfrm>
      </p:grpSpPr>
      <p:grpSp>
        <p:nvGrpSpPr>
          <p:cNvPr id="832" name="Group 23"/>
          <p:cNvGrpSpPr/>
          <p:nvPr/>
        </p:nvGrpSpPr>
        <p:grpSpPr>
          <a:xfrm>
            <a:off x="6297480" y="927000"/>
            <a:ext cx="5276880" cy="2597760"/>
            <a:chOff x="6297480" y="927000"/>
            <a:chExt cx="5276880" cy="2597760"/>
          </a:xfrm>
        </p:grpSpPr>
        <p:sp>
          <p:nvSpPr>
            <p:cNvPr id="833" name="Round Diagonal Corner Rectangle 5"/>
            <p:cNvSpPr/>
            <p:nvPr/>
          </p:nvSpPr>
          <p:spPr>
            <a:xfrm>
              <a:off x="6297840" y="927000"/>
              <a:ext cx="5276520" cy="2597760"/>
            </a:xfrm>
            <a:prstGeom prst="round2DiagRect">
              <a:avLst>
                <a:gd name="adj1" fmla="val 9431"/>
                <a:gd name="adj2"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834" name="Freeform: Shape 31"/>
            <p:cNvSpPr/>
            <p:nvPr/>
          </p:nvSpPr>
          <p:spPr>
            <a:xfrm flipH="1">
              <a:off x="6297120" y="927000"/>
              <a:ext cx="5276520" cy="203040"/>
            </a:xfrm>
            <a:custGeom>
              <a:avLst/>
              <a:gdLst>
                <a:gd name="textAreaLeft" fmla="*/ -360 w 5276520"/>
                <a:gd name="textAreaRight" fmla="*/ 5276520 w 5276520"/>
                <a:gd name="textAreaTop" fmla="*/ 0 h 203040"/>
                <a:gd name="textAreaBottom" fmla="*/ 203400 h 203040"/>
                <a:gd name="GluePoint1X" fmla="*/ 0 w 4880996"/>
                <a:gd name="GluePoint1Y" fmla="*/ 0 h 208464"/>
                <a:gd name="GluePoint2X" fmla="*/ 2502031 w 4880996"/>
                <a:gd name="GluePoint2Y" fmla="*/ 0 h 208464"/>
                <a:gd name="GluePoint3X" fmla="*/ 2591921 w 4880996"/>
                <a:gd name="GluePoint3Y" fmla="*/ 0 h 208464"/>
                <a:gd name="GluePoint4X" fmla="*/ 4633083 w 4880996"/>
                <a:gd name="GluePoint4Y" fmla="*/ 0 h 208464"/>
                <a:gd name="GluePoint5X" fmla="*/ 4880415 w 4880996"/>
                <a:gd name="GluePoint5Y" fmla="*/ 202676 h 208464"/>
                <a:gd name="GluePoint6X" fmla="*/ 4880996 w 4880996"/>
                <a:gd name="GluePoint6Y" fmla="*/ 208464 h 208464"/>
                <a:gd name="GluePoint7X" fmla="*/ 2591921 w 4880996"/>
                <a:gd name="GluePoint7Y" fmla="*/ 208464 h 208464"/>
                <a:gd name="GluePoint8X" fmla="*/ 2502031 w 4880996"/>
                <a:gd name="GluePoint8Y" fmla="*/ 208464 h 208464"/>
                <a:gd name="GluePoint9X" fmla="*/ 0 w 4880996"/>
                <a:gd name="GluePoint9Y" fmla="*/ 208464 h 208464"/>
                <a:gd name="GluePoint10X" fmla="*/ 0 w 4880996"/>
                <a:gd name="GluePoint10Y" fmla="*/ 0 h 2084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4880996" h="208464">
                  <a:moveTo>
                    <a:pt x="0" y="0"/>
                  </a:moveTo>
                  <a:lnTo>
                    <a:pt x="2502031" y="0"/>
                  </a:lnTo>
                  <a:lnTo>
                    <a:pt x="2591921" y="0"/>
                  </a:lnTo>
                  <a:lnTo>
                    <a:pt x="4633083" y="0"/>
                  </a:lnTo>
                  <a:cubicBezTo>
                    <a:pt x="4755085" y="0"/>
                    <a:pt x="4856874" y="87009"/>
                    <a:pt x="4880415" y="202676"/>
                  </a:cubicBezTo>
                  <a:lnTo>
                    <a:pt x="4880996" y="208464"/>
                  </a:lnTo>
                  <a:lnTo>
                    <a:pt x="2591921" y="208464"/>
                  </a:lnTo>
                  <a:lnTo>
                    <a:pt x="2502031" y="208464"/>
                  </a:lnTo>
                  <a:lnTo>
                    <a:pt x="0" y="208464"/>
                  </a:lnTo>
                  <a:lnTo>
                    <a:pt x="0" y="0"/>
                  </a:lnTo>
                  <a:close/>
                </a:path>
              </a:pathLst>
            </a:cu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grpSp>
      <p:grpSp>
        <p:nvGrpSpPr>
          <p:cNvPr id="835" name="Groupe 1"/>
          <p:cNvGrpSpPr/>
          <p:nvPr/>
        </p:nvGrpSpPr>
        <p:grpSpPr>
          <a:xfrm>
            <a:off x="835200" y="3683880"/>
            <a:ext cx="5289120" cy="2598840"/>
            <a:chOff x="835200" y="3683880"/>
            <a:chExt cx="5289120" cy="2598840"/>
          </a:xfrm>
        </p:grpSpPr>
        <p:grpSp>
          <p:nvGrpSpPr>
            <p:cNvPr id="836" name="Group 21"/>
            <p:cNvGrpSpPr/>
            <p:nvPr/>
          </p:nvGrpSpPr>
          <p:grpSpPr>
            <a:xfrm>
              <a:off x="835200" y="3683880"/>
              <a:ext cx="5289120" cy="2598840"/>
              <a:chOff x="835200" y="3683880"/>
              <a:chExt cx="5289120" cy="2598840"/>
            </a:xfrm>
          </p:grpSpPr>
          <p:sp>
            <p:nvSpPr>
              <p:cNvPr id="837" name="Round Diagonal Corner Rectangle 10"/>
              <p:cNvSpPr/>
              <p:nvPr/>
            </p:nvSpPr>
            <p:spPr>
              <a:xfrm flipH="1" flipV="1">
                <a:off x="834840" y="3683520"/>
                <a:ext cx="5289120" cy="2598120"/>
              </a:xfrm>
              <a:prstGeom prst="round2DiagRect">
                <a:avLst>
                  <a:gd name="adj1" fmla="val 9521"/>
                  <a:gd name="adj2"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838" name="Freeform: Shape 30"/>
              <p:cNvSpPr/>
              <p:nvPr/>
            </p:nvSpPr>
            <p:spPr>
              <a:xfrm flipV="1">
                <a:off x="835920" y="6079680"/>
                <a:ext cx="5287320" cy="202680"/>
              </a:xfrm>
              <a:custGeom>
                <a:avLst/>
                <a:gdLst>
                  <a:gd name="textAreaLeft" fmla="*/ 0 w 5287320"/>
                  <a:gd name="textAreaRight" fmla="*/ 5287680 w 5287320"/>
                  <a:gd name="textAreaTop" fmla="*/ -360 h 202680"/>
                  <a:gd name="textAreaBottom" fmla="*/ 202680 h 202680"/>
                  <a:gd name="GluePoint1X" fmla="*/ 0 w 4880996"/>
                  <a:gd name="GluePoint1Y" fmla="*/ 0 h 208464"/>
                  <a:gd name="GluePoint2X" fmla="*/ 2502031 w 4880996"/>
                  <a:gd name="GluePoint2Y" fmla="*/ 0 h 208464"/>
                  <a:gd name="GluePoint3X" fmla="*/ 2591921 w 4880996"/>
                  <a:gd name="GluePoint3Y" fmla="*/ 0 h 208464"/>
                  <a:gd name="GluePoint4X" fmla="*/ 4633083 w 4880996"/>
                  <a:gd name="GluePoint4Y" fmla="*/ 0 h 208464"/>
                  <a:gd name="GluePoint5X" fmla="*/ 4880415 w 4880996"/>
                  <a:gd name="GluePoint5Y" fmla="*/ 202676 h 208464"/>
                  <a:gd name="GluePoint6X" fmla="*/ 4880996 w 4880996"/>
                  <a:gd name="GluePoint6Y" fmla="*/ 208464 h 208464"/>
                  <a:gd name="GluePoint7X" fmla="*/ 2591921 w 4880996"/>
                  <a:gd name="GluePoint7Y" fmla="*/ 208464 h 208464"/>
                  <a:gd name="GluePoint8X" fmla="*/ 2502031 w 4880996"/>
                  <a:gd name="GluePoint8Y" fmla="*/ 208464 h 208464"/>
                  <a:gd name="GluePoint9X" fmla="*/ 0 w 4880996"/>
                  <a:gd name="GluePoint9Y" fmla="*/ 208464 h 208464"/>
                  <a:gd name="GluePoint10X" fmla="*/ 0 w 4880996"/>
                  <a:gd name="GluePoint10Y" fmla="*/ 0 h 2084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4880996" h="208464">
                    <a:moveTo>
                      <a:pt x="0" y="0"/>
                    </a:moveTo>
                    <a:lnTo>
                      <a:pt x="2502031" y="0"/>
                    </a:lnTo>
                    <a:lnTo>
                      <a:pt x="2591921" y="0"/>
                    </a:lnTo>
                    <a:lnTo>
                      <a:pt x="4633083" y="0"/>
                    </a:lnTo>
                    <a:cubicBezTo>
                      <a:pt x="4755085" y="0"/>
                      <a:pt x="4856874" y="87009"/>
                      <a:pt x="4880415" y="202676"/>
                    </a:cubicBezTo>
                    <a:lnTo>
                      <a:pt x="4880996" y="208464"/>
                    </a:lnTo>
                    <a:lnTo>
                      <a:pt x="2591921" y="208464"/>
                    </a:lnTo>
                    <a:lnTo>
                      <a:pt x="2502031" y="208464"/>
                    </a:lnTo>
                    <a:lnTo>
                      <a:pt x="0" y="208464"/>
                    </a:lnTo>
                    <a:lnTo>
                      <a:pt x="0" y="0"/>
                    </a:lnTo>
                    <a:close/>
                  </a:path>
                </a:pathLst>
              </a:custGeom>
              <a:solidFill>
                <a:srgbClr val="000066"/>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grpSp>
        <p:grpSp>
          <p:nvGrpSpPr>
            <p:cNvPr id="839" name="Group 16"/>
            <p:cNvGrpSpPr/>
            <p:nvPr/>
          </p:nvGrpSpPr>
          <p:grpSpPr>
            <a:xfrm>
              <a:off x="870840" y="4542840"/>
              <a:ext cx="4949640" cy="1281240"/>
              <a:chOff x="870840" y="4542840"/>
              <a:chExt cx="4949640" cy="1281240"/>
            </a:xfrm>
          </p:grpSpPr>
          <p:sp>
            <p:nvSpPr>
              <p:cNvPr id="840" name="TextBox 42"/>
              <p:cNvSpPr/>
              <p:nvPr/>
            </p:nvSpPr>
            <p:spPr>
              <a:xfrm>
                <a:off x="870840" y="4542840"/>
                <a:ext cx="4949640" cy="676800"/>
              </a:xfrm>
              <a:prstGeom prst="rect">
                <a:avLst/>
              </a:prstGeom>
              <a:noFill/>
              <a:ln w="0">
                <a:noFill/>
              </a:ln>
            </p:spPr>
            <p:style>
              <a:lnRef idx="0"/>
              <a:fillRef idx="0"/>
              <a:effectRef idx="0"/>
              <a:fontRef idx="minor"/>
            </p:style>
            <p:txBody>
              <a:bodyPr lIns="45720" tIns="45000" rIns="45720" bIns="45000" anchor="ctr">
                <a:spAutoFit/>
              </a:bodyPr>
              <a:p>
                <a:pPr algn="ctr" defTabSz="914400">
                  <a:lnSpc>
                    <a:spcPct val="95000"/>
                  </a:lnSpc>
                  <a:tabLst>
                    <a:tab pos="0" algn="l"/>
                  </a:tabLst>
                </a:pPr>
                <a:r>
                  <a:rPr lang="fr-FR" sz="2000" b="1" u="none" strike="noStrike">
                    <a:solidFill>
                      <a:schemeClr val="dk2">
                        <a:lumMod val="50000"/>
                      </a:schemeClr>
                    </a:solidFill>
                    <a:effectLst/>
                    <a:uFillTx/>
                    <a:latin typeface="Calibri"/>
                    <a:ea typeface="Calibri"/>
                  </a:rPr>
                  <a:t>Digitalisation, Développement &amp; Intégration de Logiciels</a:t>
                </a:r>
                <a:endParaRPr lang="en-US" sz="2000" b="0" u="none" strike="noStrike">
                  <a:solidFill>
                    <a:srgbClr val="000000"/>
                  </a:solidFill>
                  <a:effectLst/>
                  <a:uFillTx/>
                  <a:latin typeface="Arial"/>
                </a:endParaRPr>
              </a:p>
            </p:txBody>
          </p:sp>
          <p:sp>
            <p:nvSpPr>
              <p:cNvPr id="841" name="TextBox 39"/>
              <p:cNvSpPr/>
              <p:nvPr/>
            </p:nvSpPr>
            <p:spPr>
              <a:xfrm>
                <a:off x="1512000" y="5322600"/>
                <a:ext cx="4308480" cy="501480"/>
              </a:xfrm>
              <a:prstGeom prst="rect">
                <a:avLst/>
              </a:prstGeom>
              <a:noFill/>
              <a:ln w="0">
                <a:noFill/>
              </a:ln>
            </p:spPr>
            <p:style>
              <a:lnRef idx="0"/>
              <a:fillRef idx="0"/>
              <a:effectRef idx="0"/>
              <a:fontRef idx="minor"/>
            </p:style>
            <p:txBody>
              <a:bodyPr lIns="45720" rIns="45720" anchor="t">
                <a:spAutoFit/>
              </a:bodyPr>
              <a:p>
                <a:pPr marL="63360" indent="-115560" defTabSz="914400">
                  <a:lnSpc>
                    <a:spcPct val="95000"/>
                  </a:lnSpc>
                  <a:spcBef>
                    <a:spcPts val="601"/>
                  </a:spcBef>
                  <a:tabLst>
                    <a:tab pos="0" algn="l"/>
                  </a:tabLst>
                </a:pPr>
                <a:r>
                  <a:rPr lang="fr-FR" sz="1400" b="0" u="none" strike="noStrike">
                    <a:solidFill>
                      <a:srgbClr val="000000"/>
                    </a:solidFill>
                    <a:effectLst/>
                    <a:uFillTx/>
                    <a:latin typeface="Calibri"/>
                    <a:ea typeface="Calibri"/>
                  </a:rPr>
                  <a:t>le centre d’expertise dans le domaine de la conception et la mise en œuvre des solutions digitales et applicatives.</a:t>
                </a:r>
                <a:endParaRPr lang="en-US" sz="1400" b="0" u="none" strike="noStrike">
                  <a:solidFill>
                    <a:srgbClr val="000000"/>
                  </a:solidFill>
                  <a:effectLst/>
                  <a:uFillTx/>
                  <a:latin typeface="Arial"/>
                </a:endParaRPr>
              </a:p>
            </p:txBody>
          </p:sp>
        </p:grpSp>
        <p:pic>
          <p:nvPicPr>
            <p:cNvPr id="842" name="Graphic 19"/>
            <p:cNvPicPr/>
            <p:nvPr/>
          </p:nvPicPr>
          <p:blipFill>
            <a:blip r:embed="rId1">
              <a:extLst>
                <a:ext uri="{96DAC541-7B7A-43D3-8B79-37D633B846F1}">
                  <asvg:svgBlip xmlns:asvg="http://schemas.microsoft.com/office/drawing/2016/SVG/main" r:embed="rId2"/>
                </a:ext>
              </a:extLst>
            </a:blip>
            <a:stretch/>
          </p:blipFill>
          <p:spPr>
            <a:xfrm>
              <a:off x="3179160" y="3737160"/>
              <a:ext cx="702720" cy="702720"/>
            </a:xfrm>
            <a:prstGeom prst="rect">
              <a:avLst/>
            </a:prstGeom>
            <a:noFill/>
            <a:ln w="0">
              <a:noFill/>
            </a:ln>
          </p:spPr>
        </p:pic>
      </p:grpSp>
      <p:grpSp>
        <p:nvGrpSpPr>
          <p:cNvPr id="843" name="Groupe 2"/>
          <p:cNvGrpSpPr/>
          <p:nvPr/>
        </p:nvGrpSpPr>
        <p:grpSpPr>
          <a:xfrm>
            <a:off x="6293880" y="3678840"/>
            <a:ext cx="5285160" cy="2599200"/>
            <a:chOff x="6293880" y="3678840"/>
            <a:chExt cx="5285160" cy="2599200"/>
          </a:xfrm>
        </p:grpSpPr>
        <p:grpSp>
          <p:nvGrpSpPr>
            <p:cNvPr id="844" name="Group 22"/>
            <p:cNvGrpSpPr/>
            <p:nvPr/>
          </p:nvGrpSpPr>
          <p:grpSpPr>
            <a:xfrm>
              <a:off x="6293880" y="3678840"/>
              <a:ext cx="5285160" cy="2599200"/>
              <a:chOff x="6293880" y="3678840"/>
              <a:chExt cx="5285160" cy="2599200"/>
            </a:xfrm>
          </p:grpSpPr>
          <p:sp>
            <p:nvSpPr>
              <p:cNvPr id="845" name="Round Diagonal Corner Rectangle 9"/>
              <p:cNvSpPr/>
              <p:nvPr/>
            </p:nvSpPr>
            <p:spPr>
              <a:xfrm flipV="1">
                <a:off x="6293880" y="3678480"/>
                <a:ext cx="5285160" cy="2598840"/>
              </a:xfrm>
              <a:prstGeom prst="round2DiagRect">
                <a:avLst>
                  <a:gd name="adj1" fmla="val 10592"/>
                  <a:gd name="adj2"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846" name="Freeform: Shape 32"/>
              <p:cNvSpPr/>
              <p:nvPr/>
            </p:nvSpPr>
            <p:spPr>
              <a:xfrm flipH="1" flipV="1">
                <a:off x="6297120" y="6075000"/>
                <a:ext cx="5276520" cy="203040"/>
              </a:xfrm>
              <a:custGeom>
                <a:avLst/>
                <a:gdLst>
                  <a:gd name="textAreaLeft" fmla="*/ -360 w 5276520"/>
                  <a:gd name="textAreaRight" fmla="*/ 5276520 w 5276520"/>
                  <a:gd name="textAreaTop" fmla="*/ 360 h 203040"/>
                  <a:gd name="textAreaBottom" fmla="*/ 203760 h 203040"/>
                  <a:gd name="GluePoint1X" fmla="*/ 0 w 4880996"/>
                  <a:gd name="GluePoint1Y" fmla="*/ 0 h 208464"/>
                  <a:gd name="GluePoint2X" fmla="*/ 2502031 w 4880996"/>
                  <a:gd name="GluePoint2Y" fmla="*/ 0 h 208464"/>
                  <a:gd name="GluePoint3X" fmla="*/ 2591921 w 4880996"/>
                  <a:gd name="GluePoint3Y" fmla="*/ 0 h 208464"/>
                  <a:gd name="GluePoint4X" fmla="*/ 4633083 w 4880996"/>
                  <a:gd name="GluePoint4Y" fmla="*/ 0 h 208464"/>
                  <a:gd name="GluePoint5X" fmla="*/ 4880415 w 4880996"/>
                  <a:gd name="GluePoint5Y" fmla="*/ 202676 h 208464"/>
                  <a:gd name="GluePoint6X" fmla="*/ 4880996 w 4880996"/>
                  <a:gd name="GluePoint6Y" fmla="*/ 208464 h 208464"/>
                  <a:gd name="GluePoint7X" fmla="*/ 2591921 w 4880996"/>
                  <a:gd name="GluePoint7Y" fmla="*/ 208464 h 208464"/>
                  <a:gd name="GluePoint8X" fmla="*/ 2502031 w 4880996"/>
                  <a:gd name="GluePoint8Y" fmla="*/ 208464 h 208464"/>
                  <a:gd name="GluePoint9X" fmla="*/ 0 w 4880996"/>
                  <a:gd name="GluePoint9Y" fmla="*/ 208464 h 208464"/>
                  <a:gd name="GluePoint10X" fmla="*/ 0 w 4880996"/>
                  <a:gd name="GluePoint10Y" fmla="*/ 0 h 2084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4880996" h="208464">
                    <a:moveTo>
                      <a:pt x="0" y="0"/>
                    </a:moveTo>
                    <a:lnTo>
                      <a:pt x="2502031" y="0"/>
                    </a:lnTo>
                    <a:lnTo>
                      <a:pt x="2591921" y="0"/>
                    </a:lnTo>
                    <a:lnTo>
                      <a:pt x="4633083" y="0"/>
                    </a:lnTo>
                    <a:cubicBezTo>
                      <a:pt x="4755085" y="0"/>
                      <a:pt x="4856874" y="87009"/>
                      <a:pt x="4880415" y="202676"/>
                    </a:cubicBezTo>
                    <a:lnTo>
                      <a:pt x="4880996" y="208464"/>
                    </a:lnTo>
                    <a:lnTo>
                      <a:pt x="2591921" y="208464"/>
                    </a:lnTo>
                    <a:lnTo>
                      <a:pt x="2502031" y="208464"/>
                    </a:lnTo>
                    <a:lnTo>
                      <a:pt x="0" y="208464"/>
                    </a:lnTo>
                    <a:lnTo>
                      <a:pt x="0" y="0"/>
                    </a:lnTo>
                    <a:close/>
                  </a:path>
                </a:pathLst>
              </a:custGeom>
              <a:solidFill>
                <a:srgbClr val="EC8C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grpSp>
        <p:grpSp>
          <p:nvGrpSpPr>
            <p:cNvPr id="847" name="Group 17"/>
            <p:cNvGrpSpPr/>
            <p:nvPr/>
          </p:nvGrpSpPr>
          <p:grpSpPr>
            <a:xfrm>
              <a:off x="6923160" y="4579920"/>
              <a:ext cx="4541400" cy="1245960"/>
              <a:chOff x="6923160" y="4579920"/>
              <a:chExt cx="4541400" cy="1245960"/>
            </a:xfrm>
          </p:grpSpPr>
          <p:sp>
            <p:nvSpPr>
              <p:cNvPr id="848" name="TextBox 41"/>
              <p:cNvSpPr/>
              <p:nvPr/>
            </p:nvSpPr>
            <p:spPr>
              <a:xfrm>
                <a:off x="7166160" y="4579920"/>
                <a:ext cx="3739320" cy="384480"/>
              </a:xfrm>
              <a:prstGeom prst="rect">
                <a:avLst/>
              </a:prstGeom>
              <a:noFill/>
              <a:ln w="0">
                <a:noFill/>
              </a:ln>
            </p:spPr>
            <p:style>
              <a:lnRef idx="0"/>
              <a:fillRef idx="0"/>
              <a:effectRef idx="0"/>
              <a:fontRef idx="minor"/>
            </p:style>
            <p:txBody>
              <a:bodyPr lIns="45720" tIns="45000" rIns="45720" bIns="45000" anchor="ctr">
                <a:spAutoFit/>
              </a:bodyPr>
              <a:p>
                <a:pPr algn="ctr" defTabSz="914400">
                  <a:lnSpc>
                    <a:spcPct val="95000"/>
                  </a:lnSpc>
                  <a:tabLst>
                    <a:tab pos="0" algn="l"/>
                  </a:tabLst>
                </a:pPr>
                <a:r>
                  <a:rPr lang="fr-FR" sz="2000" b="1" u="none" strike="noStrike">
                    <a:solidFill>
                      <a:schemeClr val="dk2">
                        <a:lumMod val="50000"/>
                      </a:schemeClr>
                    </a:solidFill>
                    <a:effectLst/>
                    <a:uFillTx/>
                    <a:latin typeface="Calibri"/>
                    <a:ea typeface="Calibri"/>
                  </a:rPr>
                  <a:t>Formation, Infogérance et Support</a:t>
                </a:r>
                <a:endParaRPr lang="en-US" sz="2000" b="0" u="none" strike="noStrike">
                  <a:solidFill>
                    <a:srgbClr val="000000"/>
                  </a:solidFill>
                  <a:effectLst/>
                  <a:uFillTx/>
                  <a:latin typeface="Arial"/>
                </a:endParaRPr>
              </a:p>
            </p:txBody>
          </p:sp>
          <p:sp>
            <p:nvSpPr>
              <p:cNvPr id="849" name="TextBox 33"/>
              <p:cNvSpPr/>
              <p:nvPr/>
            </p:nvSpPr>
            <p:spPr>
              <a:xfrm>
                <a:off x="6923160" y="5119920"/>
                <a:ext cx="4541400" cy="705960"/>
              </a:xfrm>
              <a:prstGeom prst="rect">
                <a:avLst/>
              </a:prstGeom>
              <a:noFill/>
              <a:ln w="0">
                <a:noFill/>
              </a:ln>
            </p:spPr>
            <p:style>
              <a:lnRef idx="0"/>
              <a:fillRef idx="0"/>
              <a:effectRef idx="0"/>
              <a:fontRef idx="minor"/>
            </p:style>
            <p:txBody>
              <a:bodyPr lIns="45720" rIns="45720" anchor="t">
                <a:spAutoFit/>
              </a:bodyPr>
              <a:p>
                <a:pPr marL="63360" indent="-57240" defTabSz="914400">
                  <a:lnSpc>
                    <a:spcPct val="95000"/>
                  </a:lnSpc>
                  <a:spcBef>
                    <a:spcPts val="601"/>
                  </a:spcBef>
                  <a:tabLst>
                    <a:tab pos="0" algn="l"/>
                  </a:tabLst>
                </a:pPr>
                <a:r>
                  <a:rPr lang="fr-FR" sz="1400" b="0" u="none" strike="noStrike">
                    <a:solidFill>
                      <a:srgbClr val="000000"/>
                    </a:solidFill>
                    <a:effectLst/>
                    <a:uFillTx/>
                    <a:latin typeface="Calibri"/>
                    <a:ea typeface="Calibri"/>
                  </a:rPr>
                  <a:t>La montée en compétence de vos équipes IT à travers des formations spécialisées, et un support technique complet, alliant maintenance préventive, corrective et évolutive.</a:t>
                </a:r>
                <a:endParaRPr lang="en-US" sz="1400" b="0" u="none" strike="noStrike">
                  <a:solidFill>
                    <a:srgbClr val="000000"/>
                  </a:solidFill>
                  <a:effectLst/>
                  <a:uFillTx/>
                  <a:latin typeface="Arial"/>
                </a:endParaRPr>
              </a:p>
            </p:txBody>
          </p:sp>
        </p:grpSp>
        <p:pic>
          <p:nvPicPr>
            <p:cNvPr id="850" name="Picture 59" descr="A group of people in a circle&#10;&#10;Description automatically generated"/>
            <p:cNvPicPr/>
            <p:nvPr/>
          </p:nvPicPr>
          <p:blipFill>
            <a:blip r:embed="rId3"/>
            <a:stretch/>
          </p:blipFill>
          <p:spPr>
            <a:xfrm>
              <a:off x="8828640" y="3769920"/>
              <a:ext cx="669600" cy="669600"/>
            </a:xfrm>
            <a:prstGeom prst="rect">
              <a:avLst/>
            </a:prstGeom>
            <a:noFill/>
            <a:ln w="0">
              <a:noFill/>
            </a:ln>
          </p:spPr>
        </p:pic>
      </p:grpSp>
      <p:grpSp>
        <p:nvGrpSpPr>
          <p:cNvPr id="851" name="Group 18"/>
          <p:cNvGrpSpPr/>
          <p:nvPr/>
        </p:nvGrpSpPr>
        <p:grpSpPr>
          <a:xfrm>
            <a:off x="7166160" y="1271520"/>
            <a:ext cx="4298400" cy="1728360"/>
            <a:chOff x="7166160" y="1271520"/>
            <a:chExt cx="4298400" cy="1728360"/>
          </a:xfrm>
        </p:grpSpPr>
        <p:sp>
          <p:nvSpPr>
            <p:cNvPr id="852" name="Icon_Globe"/>
            <p:cNvSpPr/>
            <p:nvPr/>
          </p:nvSpPr>
          <p:spPr>
            <a:xfrm>
              <a:off x="8967960" y="1271520"/>
              <a:ext cx="625320" cy="625320"/>
            </a:xfrm>
            <a:custGeom>
              <a:avLst/>
              <a:gdLst>
                <a:gd name="textAreaLeft" fmla="*/ 0 w 625320"/>
                <a:gd name="textAreaRight" fmla="*/ 625680 w 625320"/>
                <a:gd name="textAreaTop" fmla="*/ 0 h 625320"/>
                <a:gd name="textAreaBottom" fmla="*/ 625680 h 625320"/>
                <a:gd name="GluePoint1X" fmla="*/ 292388 w 584775"/>
                <a:gd name="GluePoint1Y" fmla="*/ 0 h 584775"/>
                <a:gd name="GluePoint2X" fmla="*/ 0 w 584775"/>
                <a:gd name="GluePoint2Y" fmla="*/ 292388 h 584775"/>
                <a:gd name="GluePoint3X" fmla="*/ 292388 w 584775"/>
                <a:gd name="GluePoint3Y" fmla="*/ 584775 h 584775"/>
                <a:gd name="GluePoint4X" fmla="*/ 584775 w 584775"/>
                <a:gd name="GluePoint4Y" fmla="*/ 292388 h 584775"/>
                <a:gd name="GluePoint5X" fmla="*/ 292388 w 584775"/>
                <a:gd name="GluePoint5Y" fmla="*/ 0 h 584775"/>
                <a:gd name="GluePoint6X" fmla="*/ 24167 w 584775"/>
                <a:gd name="GluePoint6Y" fmla="*/ 304322 h 584775"/>
                <a:gd name="GluePoint7X" fmla="*/ 140227 w 584775"/>
                <a:gd name="GluePoint7Y" fmla="*/ 304322 h 584775"/>
                <a:gd name="GluePoint8X" fmla="*/ 151266 w 584775"/>
                <a:gd name="GluePoint8Y" fmla="*/ 404569 h 584775"/>
                <a:gd name="GluePoint9X" fmla="*/ 48333 w 584775"/>
                <a:gd name="GluePoint9Y" fmla="*/ 404569 h 584775"/>
                <a:gd name="GluePoint10X" fmla="*/ 24167 w 584775"/>
                <a:gd name="GluePoint10Y" fmla="*/ 304322 h 584775"/>
                <a:gd name="GluePoint11X" fmla="*/ 304322 w 584775"/>
                <a:gd name="GluePoint11Y" fmla="*/ 156338 h 584775"/>
                <a:gd name="GluePoint12X" fmla="*/ 304322 w 584775"/>
                <a:gd name="GluePoint12Y" fmla="*/ 25062 h 584775"/>
                <a:gd name="GluePoint13X" fmla="*/ 402480 w 584775"/>
                <a:gd name="GluePoint13Y" fmla="*/ 156338 h 584775"/>
                <a:gd name="GluePoint14X" fmla="*/ 304322 w 584775"/>
                <a:gd name="GluePoint14Y" fmla="*/ 156338 h 584775"/>
                <a:gd name="GluePoint15X" fmla="*/ 408447 w 584775"/>
                <a:gd name="GluePoint15Y" fmla="*/ 180206 h 584775"/>
                <a:gd name="GluePoint16X" fmla="*/ 420382 w 584775"/>
                <a:gd name="GluePoint16Y" fmla="*/ 280453 h 584775"/>
                <a:gd name="GluePoint17X" fmla="*/ 304322 w 584775"/>
                <a:gd name="GluePoint17Y" fmla="*/ 280453 h 584775"/>
                <a:gd name="GluePoint18X" fmla="*/ 304322 w 584775"/>
                <a:gd name="GluePoint18Y" fmla="*/ 180206 h 584775"/>
                <a:gd name="GluePoint19X" fmla="*/ 408447 w 584775"/>
                <a:gd name="GluePoint19Y" fmla="*/ 180206 h 584775"/>
                <a:gd name="GluePoint20X" fmla="*/ 280453 w 584775"/>
                <a:gd name="GluePoint20Y" fmla="*/ 25062 h 584775"/>
                <a:gd name="GluePoint21X" fmla="*/ 280453 w 584775"/>
                <a:gd name="GluePoint21Y" fmla="*/ 156338 h 584775"/>
                <a:gd name="GluePoint22X" fmla="*/ 182295 w 584775"/>
                <a:gd name="GluePoint22Y" fmla="*/ 156338 h 584775"/>
                <a:gd name="GluePoint23X" fmla="*/ 280453 w 584775"/>
                <a:gd name="GluePoint23Y" fmla="*/ 25062 h 584775"/>
                <a:gd name="GluePoint24X" fmla="*/ 280453 w 584775"/>
                <a:gd name="GluePoint24Y" fmla="*/ 180206 h 584775"/>
                <a:gd name="GluePoint25X" fmla="*/ 280453 w 584775"/>
                <a:gd name="GluePoint25Y" fmla="*/ 280453 h 584775"/>
                <a:gd name="GluePoint26X" fmla="*/ 164095 w 584775"/>
                <a:gd name="GluePoint26Y" fmla="*/ 280453 h 584775"/>
                <a:gd name="GluePoint27X" fmla="*/ 176029 w 584775"/>
                <a:gd name="GluePoint27Y" fmla="*/ 180206 h 584775"/>
                <a:gd name="GluePoint28X" fmla="*/ 280453 w 584775"/>
                <a:gd name="GluePoint28Y" fmla="*/ 180206 h 584775"/>
                <a:gd name="GluePoint29X" fmla="*/ 140227 w 584775"/>
                <a:gd name="GluePoint29Y" fmla="*/ 280453 h 584775"/>
                <a:gd name="GluePoint30X" fmla="*/ 24167 w 584775"/>
                <a:gd name="GluePoint30Y" fmla="*/ 280453 h 584775"/>
                <a:gd name="GluePoint31X" fmla="*/ 48333 w 584775"/>
                <a:gd name="GluePoint31Y" fmla="*/ 180206 h 584775"/>
                <a:gd name="GluePoint32X" fmla="*/ 151266 w 584775"/>
                <a:gd name="GluePoint32Y" fmla="*/ 180206 h 584775"/>
                <a:gd name="GluePoint33X" fmla="*/ 140227 w 584775"/>
                <a:gd name="GluePoint33Y" fmla="*/ 280453 h 584775"/>
                <a:gd name="GluePoint34X" fmla="*/ 164095 w 584775"/>
                <a:gd name="GluePoint34Y" fmla="*/ 304322 h 584775"/>
                <a:gd name="GluePoint35X" fmla="*/ 280453 w 584775"/>
                <a:gd name="GluePoint35Y" fmla="*/ 304322 h 584775"/>
                <a:gd name="GluePoint36X" fmla="*/ 280453 w 584775"/>
                <a:gd name="GluePoint36Y" fmla="*/ 404569 h 584775"/>
                <a:gd name="GluePoint37X" fmla="*/ 176328 w 584775"/>
                <a:gd name="GluePoint37Y" fmla="*/ 404569 h 584775"/>
                <a:gd name="GluePoint38X" fmla="*/ 164095 w 584775"/>
                <a:gd name="GluePoint38Y" fmla="*/ 304322 h 584775"/>
                <a:gd name="GluePoint39X" fmla="*/ 280453 w 584775"/>
                <a:gd name="GluePoint39Y" fmla="*/ 428437 h 584775"/>
                <a:gd name="GluePoint40X" fmla="*/ 280453 w 584775"/>
                <a:gd name="GluePoint40Y" fmla="*/ 559713 h 584775"/>
                <a:gd name="GluePoint41X" fmla="*/ 182295 w 584775"/>
                <a:gd name="GluePoint41Y" fmla="*/ 428437 h 584775"/>
                <a:gd name="GluePoint42X" fmla="*/ 280453 w 584775"/>
                <a:gd name="GluePoint42Y" fmla="*/ 428437 h 584775"/>
                <a:gd name="GluePoint43X" fmla="*/ 304322 w 584775"/>
                <a:gd name="GluePoint43Y" fmla="*/ 559713 h 584775"/>
                <a:gd name="GluePoint44X" fmla="*/ 304322 w 584775"/>
                <a:gd name="GluePoint44Y" fmla="*/ 428437 h 584775"/>
                <a:gd name="GluePoint45X" fmla="*/ 402480 w 584775"/>
                <a:gd name="GluePoint45Y" fmla="*/ 428437 h 584775"/>
                <a:gd name="GluePoint46X" fmla="*/ 304322 w 584775"/>
                <a:gd name="GluePoint46Y" fmla="*/ 559713 h 584775"/>
                <a:gd name="GluePoint47X" fmla="*/ 304322 w 584775"/>
                <a:gd name="GluePoint47Y" fmla="*/ 404569 h 584775"/>
                <a:gd name="GluePoint48X" fmla="*/ 304322 w 584775"/>
                <a:gd name="GluePoint48Y" fmla="*/ 304322 h 584775"/>
                <a:gd name="GluePoint49X" fmla="*/ 420382 w 584775"/>
                <a:gd name="GluePoint49Y" fmla="*/ 304322 h 584775"/>
                <a:gd name="GluePoint50X" fmla="*/ 408447 w 584775"/>
                <a:gd name="GluePoint50Y" fmla="*/ 404569 h 584775"/>
                <a:gd name="GluePoint51X" fmla="*/ 304322 w 584775"/>
                <a:gd name="GluePoint51Y" fmla="*/ 404569 h 584775"/>
                <a:gd name="GluePoint52X" fmla="*/ 444250 w 584775"/>
                <a:gd name="GluePoint52Y" fmla="*/ 304322 h 584775"/>
                <a:gd name="GluePoint53X" fmla="*/ 560310 w 584775"/>
                <a:gd name="GluePoint53Y" fmla="*/ 304322 h 584775"/>
                <a:gd name="GluePoint54X" fmla="*/ 536143 w 584775"/>
                <a:gd name="GluePoint54Y" fmla="*/ 404569 h 584775"/>
                <a:gd name="GluePoint55X" fmla="*/ 433211 w 584775"/>
                <a:gd name="GluePoint55Y" fmla="*/ 404569 h 584775"/>
                <a:gd name="GluePoint56X" fmla="*/ 444250 w 584775"/>
                <a:gd name="GluePoint56Y" fmla="*/ 304322 h 584775"/>
                <a:gd name="GluePoint57X" fmla="*/ 444250 w 584775"/>
                <a:gd name="GluePoint57Y" fmla="*/ 280453 h 584775"/>
                <a:gd name="GluePoint58X" fmla="*/ 433211 w 584775"/>
                <a:gd name="GluePoint58Y" fmla="*/ 180206 h 584775"/>
                <a:gd name="GluePoint59X" fmla="*/ 536143 w 584775"/>
                <a:gd name="GluePoint59Y" fmla="*/ 180206 h 584775"/>
                <a:gd name="GluePoint60X" fmla="*/ 560310 w 584775"/>
                <a:gd name="GluePoint60Y" fmla="*/ 280453 h 584775"/>
                <a:gd name="GluePoint61X" fmla="*/ 444250 w 584775"/>
                <a:gd name="GluePoint61Y" fmla="*/ 280453 h 584775"/>
                <a:gd name="GluePoint62X" fmla="*/ 523911 w 584775"/>
                <a:gd name="GluePoint62Y" fmla="*/ 156338 h 584775"/>
                <a:gd name="GluePoint63X" fmla="*/ 427840 w 584775"/>
                <a:gd name="GluePoint63Y" fmla="*/ 156338 h 584775"/>
                <a:gd name="GluePoint64X" fmla="*/ 364589 w 584775"/>
                <a:gd name="GluePoint64Y" fmla="*/ 33714 h 584775"/>
                <a:gd name="GluePoint65X" fmla="*/ 523911 w 584775"/>
                <a:gd name="GluePoint65Y" fmla="*/ 156338 h 584775"/>
                <a:gd name="GluePoint66X" fmla="*/ 220484 w 584775"/>
                <a:gd name="GluePoint66Y" fmla="*/ 33714 h 584775"/>
                <a:gd name="GluePoint67X" fmla="*/ 157233 w 584775"/>
                <a:gd name="GluePoint67Y" fmla="*/ 156338 h 584775"/>
                <a:gd name="GluePoint68X" fmla="*/ 60864 w 584775"/>
                <a:gd name="GluePoint68Y" fmla="*/ 156338 h 584775"/>
                <a:gd name="GluePoint69X" fmla="*/ 220484 w 584775"/>
                <a:gd name="GluePoint69Y" fmla="*/ 33714 h 584775"/>
                <a:gd name="GluePoint70X" fmla="*/ 60864 w 584775"/>
                <a:gd name="GluePoint70Y" fmla="*/ 428437 h 584775"/>
                <a:gd name="GluePoint71X" fmla="*/ 156935 w 584775"/>
                <a:gd name="GluePoint71Y" fmla="*/ 428437 h 584775"/>
                <a:gd name="GluePoint72X" fmla="*/ 220186 w 584775"/>
                <a:gd name="GluePoint72Y" fmla="*/ 551061 h 584775"/>
                <a:gd name="GluePoint73X" fmla="*/ 60864 w 584775"/>
                <a:gd name="GluePoint73Y" fmla="*/ 428437 h 584775"/>
                <a:gd name="GluePoint74X" fmla="*/ 364291 w 584775"/>
                <a:gd name="GluePoint74Y" fmla="*/ 551061 h 584775"/>
                <a:gd name="GluePoint75X" fmla="*/ 427542 w 584775"/>
                <a:gd name="GluePoint75Y" fmla="*/ 428437 h 584775"/>
                <a:gd name="GluePoint76X" fmla="*/ 523612 w 584775"/>
                <a:gd name="GluePoint76Y" fmla="*/ 428437 h 584775"/>
                <a:gd name="GluePoint77X" fmla="*/ 364291 w 584775"/>
                <a:gd name="GluePoint77Y" fmla="*/ 551061 h 5847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 ang="0">
                  <a:pos x="GluePoint73X" y="GluePoint73Y"/>
                </a:cxn>
                <a:cxn ang="0">
                  <a:pos x="GluePoint74X" y="GluePoint74Y"/>
                </a:cxn>
                <a:cxn ang="0">
                  <a:pos x="GluePoint75X" y="GluePoint75Y"/>
                </a:cxn>
                <a:cxn ang="0">
                  <a:pos x="GluePoint76X" y="GluePoint76Y"/>
                </a:cxn>
                <a:cxn ang="0">
                  <a:pos x="GluePoint77X" y="GluePoint77Y"/>
                </a:cxn>
              </a:cxnLst>
              <a:rect l="textAreaLeft" t="textAreaTop" r="textAreaRight" b="textAreaBottom"/>
              <a:pathLst>
                <a:path w="584775" h="584775">
                  <a:moveTo>
                    <a:pt x="292388" y="0"/>
                  </a:moveTo>
                  <a:cubicBezTo>
                    <a:pt x="131276" y="0"/>
                    <a:pt x="0" y="131276"/>
                    <a:pt x="0" y="292388"/>
                  </a:cubicBezTo>
                  <a:cubicBezTo>
                    <a:pt x="0" y="453499"/>
                    <a:pt x="131276" y="584775"/>
                    <a:pt x="292388" y="584775"/>
                  </a:cubicBezTo>
                  <a:cubicBezTo>
                    <a:pt x="453499" y="584775"/>
                    <a:pt x="584775" y="453499"/>
                    <a:pt x="584775" y="292388"/>
                  </a:cubicBezTo>
                  <a:cubicBezTo>
                    <a:pt x="584775" y="131276"/>
                    <a:pt x="453499" y="0"/>
                    <a:pt x="292388" y="0"/>
                  </a:cubicBezTo>
                  <a:close/>
                  <a:moveTo>
                    <a:pt x="24167" y="304322"/>
                  </a:moveTo>
                  <a:lnTo>
                    <a:pt x="140227" y="304322"/>
                  </a:lnTo>
                  <a:cubicBezTo>
                    <a:pt x="140823" y="339826"/>
                    <a:pt x="144702" y="373540"/>
                    <a:pt x="151266" y="404569"/>
                  </a:cubicBezTo>
                  <a:lnTo>
                    <a:pt x="48333" y="404569"/>
                  </a:lnTo>
                  <a:cubicBezTo>
                    <a:pt x="34311" y="373838"/>
                    <a:pt x="25658" y="339826"/>
                    <a:pt x="24167" y="304322"/>
                  </a:cubicBezTo>
                  <a:close/>
                  <a:moveTo>
                    <a:pt x="304322" y="156338"/>
                  </a:moveTo>
                  <a:lnTo>
                    <a:pt x="304322" y="25062"/>
                  </a:lnTo>
                  <a:cubicBezTo>
                    <a:pt x="345495" y="33416"/>
                    <a:pt x="381596" y="84434"/>
                    <a:pt x="402480" y="156338"/>
                  </a:cubicBezTo>
                  <a:lnTo>
                    <a:pt x="304322" y="156338"/>
                  </a:lnTo>
                  <a:close/>
                  <a:moveTo>
                    <a:pt x="408447" y="180206"/>
                  </a:moveTo>
                  <a:cubicBezTo>
                    <a:pt x="415310" y="210937"/>
                    <a:pt x="419785" y="244949"/>
                    <a:pt x="420382" y="280453"/>
                  </a:cubicBezTo>
                  <a:lnTo>
                    <a:pt x="304322" y="280453"/>
                  </a:lnTo>
                  <a:lnTo>
                    <a:pt x="304322" y="180206"/>
                  </a:lnTo>
                  <a:lnTo>
                    <a:pt x="408447" y="180206"/>
                  </a:lnTo>
                  <a:close/>
                  <a:moveTo>
                    <a:pt x="280453" y="25062"/>
                  </a:moveTo>
                  <a:lnTo>
                    <a:pt x="280453" y="156338"/>
                  </a:lnTo>
                  <a:lnTo>
                    <a:pt x="182295" y="156338"/>
                  </a:lnTo>
                  <a:cubicBezTo>
                    <a:pt x="203179" y="84733"/>
                    <a:pt x="239280" y="33416"/>
                    <a:pt x="280453" y="25062"/>
                  </a:cubicBezTo>
                  <a:close/>
                  <a:moveTo>
                    <a:pt x="280453" y="180206"/>
                  </a:moveTo>
                  <a:lnTo>
                    <a:pt x="280453" y="280453"/>
                  </a:lnTo>
                  <a:lnTo>
                    <a:pt x="164095" y="280453"/>
                  </a:lnTo>
                  <a:cubicBezTo>
                    <a:pt x="164990" y="244949"/>
                    <a:pt x="169167" y="211235"/>
                    <a:pt x="176029" y="180206"/>
                  </a:cubicBezTo>
                  <a:lnTo>
                    <a:pt x="280453" y="180206"/>
                  </a:lnTo>
                  <a:close/>
                  <a:moveTo>
                    <a:pt x="140227" y="280453"/>
                  </a:moveTo>
                  <a:lnTo>
                    <a:pt x="24167" y="280453"/>
                  </a:lnTo>
                  <a:cubicBezTo>
                    <a:pt x="25658" y="244949"/>
                    <a:pt x="34311" y="210937"/>
                    <a:pt x="48333" y="180206"/>
                  </a:cubicBezTo>
                  <a:lnTo>
                    <a:pt x="151266" y="180206"/>
                  </a:lnTo>
                  <a:cubicBezTo>
                    <a:pt x="145000" y="211235"/>
                    <a:pt x="141122" y="244949"/>
                    <a:pt x="140227" y="280453"/>
                  </a:cubicBezTo>
                  <a:close/>
                  <a:moveTo>
                    <a:pt x="164095" y="304322"/>
                  </a:moveTo>
                  <a:lnTo>
                    <a:pt x="280453" y="304322"/>
                  </a:lnTo>
                  <a:lnTo>
                    <a:pt x="280453" y="404569"/>
                  </a:lnTo>
                  <a:lnTo>
                    <a:pt x="176328" y="404569"/>
                  </a:lnTo>
                  <a:cubicBezTo>
                    <a:pt x="169167" y="373540"/>
                    <a:pt x="164990" y="339826"/>
                    <a:pt x="164095" y="304322"/>
                  </a:cubicBezTo>
                  <a:close/>
                  <a:moveTo>
                    <a:pt x="280453" y="428437"/>
                  </a:moveTo>
                  <a:lnTo>
                    <a:pt x="280453" y="559713"/>
                  </a:lnTo>
                  <a:cubicBezTo>
                    <a:pt x="239280" y="551359"/>
                    <a:pt x="203179" y="500341"/>
                    <a:pt x="182295" y="428437"/>
                  </a:cubicBezTo>
                  <a:lnTo>
                    <a:pt x="280453" y="428437"/>
                  </a:lnTo>
                  <a:close/>
                  <a:moveTo>
                    <a:pt x="304322" y="559713"/>
                  </a:moveTo>
                  <a:lnTo>
                    <a:pt x="304322" y="428437"/>
                  </a:lnTo>
                  <a:lnTo>
                    <a:pt x="402480" y="428437"/>
                  </a:lnTo>
                  <a:cubicBezTo>
                    <a:pt x="381596" y="500042"/>
                    <a:pt x="345495" y="551359"/>
                    <a:pt x="304322" y="559713"/>
                  </a:cubicBezTo>
                  <a:close/>
                  <a:moveTo>
                    <a:pt x="304322" y="404569"/>
                  </a:moveTo>
                  <a:lnTo>
                    <a:pt x="304322" y="304322"/>
                  </a:lnTo>
                  <a:lnTo>
                    <a:pt x="420382" y="304322"/>
                  </a:lnTo>
                  <a:cubicBezTo>
                    <a:pt x="419487" y="339826"/>
                    <a:pt x="415310" y="373540"/>
                    <a:pt x="408447" y="404569"/>
                  </a:cubicBezTo>
                  <a:lnTo>
                    <a:pt x="304322" y="404569"/>
                  </a:lnTo>
                  <a:close/>
                  <a:moveTo>
                    <a:pt x="444250" y="304322"/>
                  </a:moveTo>
                  <a:lnTo>
                    <a:pt x="560310" y="304322"/>
                  </a:lnTo>
                  <a:cubicBezTo>
                    <a:pt x="558818" y="339826"/>
                    <a:pt x="550166" y="373838"/>
                    <a:pt x="536143" y="404569"/>
                  </a:cubicBezTo>
                  <a:lnTo>
                    <a:pt x="433211" y="404569"/>
                  </a:lnTo>
                  <a:cubicBezTo>
                    <a:pt x="439775" y="373540"/>
                    <a:pt x="443653" y="339826"/>
                    <a:pt x="444250" y="304322"/>
                  </a:cubicBezTo>
                  <a:close/>
                  <a:moveTo>
                    <a:pt x="444250" y="280453"/>
                  </a:moveTo>
                  <a:cubicBezTo>
                    <a:pt x="443653" y="244949"/>
                    <a:pt x="439775" y="211235"/>
                    <a:pt x="433211" y="180206"/>
                  </a:cubicBezTo>
                  <a:lnTo>
                    <a:pt x="536143" y="180206"/>
                  </a:lnTo>
                  <a:cubicBezTo>
                    <a:pt x="550464" y="210937"/>
                    <a:pt x="558818" y="244651"/>
                    <a:pt x="560310" y="280453"/>
                  </a:cubicBezTo>
                  <a:lnTo>
                    <a:pt x="444250" y="280453"/>
                  </a:lnTo>
                  <a:close/>
                  <a:moveTo>
                    <a:pt x="523911" y="156338"/>
                  </a:moveTo>
                  <a:lnTo>
                    <a:pt x="427840" y="156338"/>
                  </a:lnTo>
                  <a:cubicBezTo>
                    <a:pt x="413818" y="103827"/>
                    <a:pt x="391740" y="61163"/>
                    <a:pt x="364589" y="33714"/>
                  </a:cubicBezTo>
                  <a:cubicBezTo>
                    <a:pt x="432017" y="52510"/>
                    <a:pt x="489003" y="97264"/>
                    <a:pt x="523911" y="156338"/>
                  </a:cubicBezTo>
                  <a:close/>
                  <a:moveTo>
                    <a:pt x="220484" y="33714"/>
                  </a:moveTo>
                  <a:cubicBezTo>
                    <a:pt x="193334" y="61163"/>
                    <a:pt x="171256" y="103827"/>
                    <a:pt x="157233" y="156338"/>
                  </a:cubicBezTo>
                  <a:lnTo>
                    <a:pt x="60864" y="156338"/>
                  </a:lnTo>
                  <a:cubicBezTo>
                    <a:pt x="95772" y="97264"/>
                    <a:pt x="152758" y="52510"/>
                    <a:pt x="220484" y="33714"/>
                  </a:cubicBezTo>
                  <a:close/>
                  <a:moveTo>
                    <a:pt x="60864" y="428437"/>
                  </a:moveTo>
                  <a:lnTo>
                    <a:pt x="156935" y="428437"/>
                  </a:lnTo>
                  <a:cubicBezTo>
                    <a:pt x="170957" y="480948"/>
                    <a:pt x="193035" y="523612"/>
                    <a:pt x="220186" y="551061"/>
                  </a:cubicBezTo>
                  <a:cubicBezTo>
                    <a:pt x="152758" y="532265"/>
                    <a:pt x="95772" y="487511"/>
                    <a:pt x="60864" y="428437"/>
                  </a:cubicBezTo>
                  <a:close/>
                  <a:moveTo>
                    <a:pt x="364291" y="551061"/>
                  </a:moveTo>
                  <a:cubicBezTo>
                    <a:pt x="391441" y="523612"/>
                    <a:pt x="413519" y="480948"/>
                    <a:pt x="427542" y="428437"/>
                  </a:cubicBezTo>
                  <a:lnTo>
                    <a:pt x="523612" y="428437"/>
                  </a:lnTo>
                  <a:cubicBezTo>
                    <a:pt x="489003" y="487511"/>
                    <a:pt x="432017" y="532265"/>
                    <a:pt x="364291" y="551061"/>
                  </a:cubicBezTo>
                  <a:close/>
                </a:path>
              </a:pathLst>
            </a:custGeom>
            <a:solidFill>
              <a:schemeClr val="tx1"/>
            </a:solidFill>
            <a:ln w="2964">
              <a:noFill/>
            </a:ln>
          </p:spPr>
          <p:style>
            <a:lnRef idx="0"/>
            <a:fillRef idx="0"/>
            <a:effectRef idx="0"/>
            <a:fontRef idx="minor"/>
          </p:style>
          <p:txBody>
            <a:bodyPr lIns="90000" tIns="45000" rIns="90000" bIns="45000" anchor="ctr">
              <a:noAutofit/>
            </a:bodyPr>
            <a:p>
              <a:pPr/>
              <a:endParaRPr lang="fr-FR" sz="1800" b="0" u="none" strike="noStrike">
                <a:solidFill>
                  <a:srgbClr val="000000"/>
                </a:solidFill>
                <a:effectLst/>
                <a:uFillTx/>
                <a:latin typeface="Calibri"/>
              </a:endParaRPr>
            </a:p>
          </p:txBody>
        </p:sp>
        <p:sp>
          <p:nvSpPr>
            <p:cNvPr id="853" name="TextBox 52"/>
            <p:cNvSpPr/>
            <p:nvPr/>
          </p:nvSpPr>
          <p:spPr>
            <a:xfrm>
              <a:off x="8181720" y="2031840"/>
              <a:ext cx="2197800" cy="384480"/>
            </a:xfrm>
            <a:prstGeom prst="rect">
              <a:avLst/>
            </a:prstGeom>
            <a:noFill/>
            <a:ln w="0">
              <a:noFill/>
            </a:ln>
          </p:spPr>
          <p:style>
            <a:lnRef idx="0"/>
            <a:fillRef idx="0"/>
            <a:effectRef idx="0"/>
            <a:fontRef idx="minor"/>
          </p:style>
          <p:txBody>
            <a:bodyPr wrap="none" lIns="45720" tIns="45000" rIns="45720" bIns="45000" anchor="ctr">
              <a:spAutoFit/>
            </a:bodyPr>
            <a:p>
              <a:pPr algn="ctr" defTabSz="914400">
                <a:lnSpc>
                  <a:spcPct val="95000"/>
                </a:lnSpc>
                <a:tabLst>
                  <a:tab pos="0" algn="l"/>
                </a:tabLst>
              </a:pPr>
              <a:r>
                <a:rPr lang="fr-FR" sz="2000" b="1" u="none" strike="noStrike">
                  <a:solidFill>
                    <a:schemeClr val="dk2">
                      <a:lumMod val="50000"/>
                    </a:schemeClr>
                  </a:solidFill>
                  <a:effectLst/>
                  <a:uFillTx/>
                  <a:latin typeface="Calibri"/>
                  <a:ea typeface="Calibri"/>
                </a:rPr>
                <a:t>Réseaux &amp; Sécurité </a:t>
              </a:r>
              <a:endParaRPr lang="en-US" sz="2000" b="0" u="none" strike="noStrike">
                <a:solidFill>
                  <a:srgbClr val="000000"/>
                </a:solidFill>
                <a:effectLst/>
                <a:uFillTx/>
                <a:latin typeface="Arial"/>
              </a:endParaRPr>
            </a:p>
          </p:txBody>
        </p:sp>
        <p:sp>
          <p:nvSpPr>
            <p:cNvPr id="854" name="TextBox 40"/>
            <p:cNvSpPr/>
            <p:nvPr/>
          </p:nvSpPr>
          <p:spPr>
            <a:xfrm>
              <a:off x="7166160" y="2498400"/>
              <a:ext cx="4298400" cy="501480"/>
            </a:xfrm>
            <a:prstGeom prst="rect">
              <a:avLst/>
            </a:prstGeom>
            <a:noFill/>
            <a:ln w="0">
              <a:noFill/>
            </a:ln>
          </p:spPr>
          <p:style>
            <a:lnRef idx="0"/>
            <a:fillRef idx="0"/>
            <a:effectRef idx="0"/>
            <a:fontRef idx="minor"/>
          </p:style>
          <p:txBody>
            <a:bodyPr lIns="45720" rIns="45720" anchor="t">
              <a:spAutoFit/>
            </a:bodyPr>
            <a:p>
              <a:pPr marL="63360" indent="-57240" defTabSz="914400">
                <a:lnSpc>
                  <a:spcPct val="95000"/>
                </a:lnSpc>
                <a:spcBef>
                  <a:spcPts val="601"/>
                </a:spcBef>
                <a:tabLst>
                  <a:tab pos="0" algn="l"/>
                </a:tabLst>
              </a:pPr>
              <a:r>
                <a:rPr lang="fr-FR" sz="1400" b="0" u="none" strike="noStrike">
                  <a:solidFill>
                    <a:srgbClr val="000000"/>
                  </a:solidFill>
                  <a:effectLst/>
                  <a:uFillTx/>
                  <a:latin typeface="Calibri"/>
                  <a:ea typeface="Calibri"/>
                </a:rPr>
                <a:t>Centre d’expertise qui conçoit avec vous, et implémente des solutions d’infrastructures réseaux sécurisée</a:t>
              </a:r>
              <a:endParaRPr lang="en-US" sz="1400" b="0" u="none" strike="noStrike">
                <a:solidFill>
                  <a:srgbClr val="000000"/>
                </a:solidFill>
                <a:effectLst/>
                <a:uFillTx/>
                <a:latin typeface="Arial"/>
              </a:endParaRPr>
            </a:p>
          </p:txBody>
        </p:sp>
      </p:grpSp>
      <p:sp>
        <p:nvSpPr>
          <p:cNvPr id="855" name="Oval 2"/>
          <p:cNvSpPr/>
          <p:nvPr/>
        </p:nvSpPr>
        <p:spPr>
          <a:xfrm>
            <a:off x="5355360" y="2682360"/>
            <a:ext cx="1735920" cy="1735920"/>
          </a:xfrm>
          <a:prstGeom prst="ellipse">
            <a:avLst/>
          </a:prstGeom>
          <a:solidFill>
            <a:schemeClr val="tx1">
              <a:lumMod val="75000"/>
              <a:lumOff val="25000"/>
            </a:schemeClr>
          </a:solidFill>
          <a:ln w="38100">
            <a:solidFill>
              <a:srgbClr val="000000">
                <a:lumMod val="75000"/>
                <a:lumOff val="25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grpSp>
        <p:nvGrpSpPr>
          <p:cNvPr id="856" name="Groupe 14"/>
          <p:cNvGrpSpPr/>
          <p:nvPr/>
        </p:nvGrpSpPr>
        <p:grpSpPr>
          <a:xfrm>
            <a:off x="834840" y="914400"/>
            <a:ext cx="5286240" cy="2662200"/>
            <a:chOff x="834840" y="914400"/>
            <a:chExt cx="5286240" cy="2662200"/>
          </a:xfrm>
        </p:grpSpPr>
        <p:sp>
          <p:nvSpPr>
            <p:cNvPr id="857" name="Round Diagonal Corner Rectangle 6"/>
            <p:cNvSpPr/>
            <p:nvPr/>
          </p:nvSpPr>
          <p:spPr>
            <a:xfrm flipH="1">
              <a:off x="834480" y="977760"/>
              <a:ext cx="5283000" cy="2598840"/>
            </a:xfrm>
            <a:prstGeom prst="round2DiagRect">
              <a:avLst>
                <a:gd name="adj1" fmla="val 9249"/>
                <a:gd name="adj2"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858" name="Freeform: Shape 25"/>
            <p:cNvSpPr/>
            <p:nvPr/>
          </p:nvSpPr>
          <p:spPr>
            <a:xfrm>
              <a:off x="838080" y="914400"/>
              <a:ext cx="5283000" cy="203400"/>
            </a:xfrm>
            <a:custGeom>
              <a:avLst/>
              <a:gdLst>
                <a:gd name="textAreaLeft" fmla="*/ 0 w 5283000"/>
                <a:gd name="textAreaRight" fmla="*/ 5283360 w 5283000"/>
                <a:gd name="textAreaTop" fmla="*/ 0 h 203400"/>
                <a:gd name="textAreaBottom" fmla="*/ 203760 h 203400"/>
                <a:gd name="GluePoint1X" fmla="*/ 0 w 4880996"/>
                <a:gd name="GluePoint1Y" fmla="*/ 0 h 208464"/>
                <a:gd name="GluePoint2X" fmla="*/ 2502031 w 4880996"/>
                <a:gd name="GluePoint2Y" fmla="*/ 0 h 208464"/>
                <a:gd name="GluePoint3X" fmla="*/ 2591921 w 4880996"/>
                <a:gd name="GluePoint3Y" fmla="*/ 0 h 208464"/>
                <a:gd name="GluePoint4X" fmla="*/ 4633083 w 4880996"/>
                <a:gd name="GluePoint4Y" fmla="*/ 0 h 208464"/>
                <a:gd name="GluePoint5X" fmla="*/ 4880415 w 4880996"/>
                <a:gd name="GluePoint5Y" fmla="*/ 202676 h 208464"/>
                <a:gd name="GluePoint6X" fmla="*/ 4880996 w 4880996"/>
                <a:gd name="GluePoint6Y" fmla="*/ 208464 h 208464"/>
                <a:gd name="GluePoint7X" fmla="*/ 2591921 w 4880996"/>
                <a:gd name="GluePoint7Y" fmla="*/ 208464 h 208464"/>
                <a:gd name="GluePoint8X" fmla="*/ 2502031 w 4880996"/>
                <a:gd name="GluePoint8Y" fmla="*/ 208464 h 208464"/>
                <a:gd name="GluePoint9X" fmla="*/ 0 w 4880996"/>
                <a:gd name="GluePoint9Y" fmla="*/ 208464 h 208464"/>
                <a:gd name="GluePoint10X" fmla="*/ 0 w 4880996"/>
                <a:gd name="GluePoint10Y" fmla="*/ 0 h 2084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4880996" h="208464">
                  <a:moveTo>
                    <a:pt x="0" y="0"/>
                  </a:moveTo>
                  <a:lnTo>
                    <a:pt x="2502031" y="0"/>
                  </a:lnTo>
                  <a:lnTo>
                    <a:pt x="2591921" y="0"/>
                  </a:lnTo>
                  <a:lnTo>
                    <a:pt x="4633083" y="0"/>
                  </a:lnTo>
                  <a:cubicBezTo>
                    <a:pt x="4755085" y="0"/>
                    <a:pt x="4856874" y="87009"/>
                    <a:pt x="4880415" y="202676"/>
                  </a:cubicBezTo>
                  <a:lnTo>
                    <a:pt x="4880996" y="208464"/>
                  </a:lnTo>
                  <a:lnTo>
                    <a:pt x="2591921" y="208464"/>
                  </a:lnTo>
                  <a:lnTo>
                    <a:pt x="2502031" y="208464"/>
                  </a:lnTo>
                  <a:lnTo>
                    <a:pt x="0" y="208464"/>
                  </a:lnTo>
                  <a:lnTo>
                    <a:pt x="0" y="0"/>
                  </a:lnTo>
                  <a:close/>
                </a:path>
              </a:pathLst>
            </a:custGeom>
            <a:solidFill>
              <a:srgbClr val="660033"/>
            </a:solidFill>
            <a:ln>
              <a:solidFill>
                <a:srgbClr val="660033"/>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859" name="TextBox 35"/>
            <p:cNvSpPr/>
            <p:nvPr/>
          </p:nvSpPr>
          <p:spPr>
            <a:xfrm>
              <a:off x="946440" y="2042280"/>
              <a:ext cx="4965840" cy="384480"/>
            </a:xfrm>
            <a:prstGeom prst="rect">
              <a:avLst/>
            </a:prstGeom>
            <a:noFill/>
            <a:ln w="0">
              <a:noFill/>
            </a:ln>
          </p:spPr>
          <p:style>
            <a:lnRef idx="0"/>
            <a:fillRef idx="0"/>
            <a:effectRef idx="0"/>
            <a:fontRef idx="minor"/>
          </p:style>
          <p:txBody>
            <a:bodyPr lIns="45720" tIns="45000" rIns="45720" bIns="45000" anchor="ctr">
              <a:spAutoFit/>
            </a:bodyPr>
            <a:p>
              <a:pPr algn="ctr" defTabSz="914400">
                <a:lnSpc>
                  <a:spcPct val="95000"/>
                </a:lnSpc>
                <a:tabLst>
                  <a:tab pos="0" algn="l"/>
                </a:tabLst>
              </a:pPr>
              <a:r>
                <a:rPr lang="fr-FR" sz="2000" b="1" u="none" strike="noStrike">
                  <a:solidFill>
                    <a:schemeClr val="dk2">
                      <a:lumMod val="50000"/>
                    </a:schemeClr>
                  </a:solidFill>
                  <a:effectLst/>
                  <a:uFillTx/>
                  <a:latin typeface="Calibri"/>
                  <a:ea typeface="Calibri"/>
                </a:rPr>
                <a:t>Datacenter, Cloud Computing &amp; Productivité</a:t>
              </a:r>
              <a:endParaRPr lang="en-US" sz="2000" b="0" u="none" strike="noStrike">
                <a:solidFill>
                  <a:srgbClr val="000000"/>
                </a:solidFill>
                <a:effectLst/>
                <a:uFillTx/>
                <a:latin typeface="Arial"/>
              </a:endParaRPr>
            </a:p>
          </p:txBody>
        </p:sp>
        <p:sp>
          <p:nvSpPr>
            <p:cNvPr id="860" name="TextBox 34"/>
            <p:cNvSpPr/>
            <p:nvPr/>
          </p:nvSpPr>
          <p:spPr>
            <a:xfrm>
              <a:off x="1515240" y="2558880"/>
              <a:ext cx="4050720" cy="522720"/>
            </a:xfrm>
            <a:prstGeom prst="rect">
              <a:avLst/>
            </a:prstGeom>
            <a:noFill/>
            <a:ln w="0">
              <a:noFill/>
            </a:ln>
          </p:spPr>
          <p:style>
            <a:lnRef idx="0"/>
            <a:fillRef idx="0"/>
            <a:effectRef idx="0"/>
            <a:fontRef idx="minor"/>
          </p:style>
          <p:txBody>
            <a:bodyPr lIns="45720" rIns="45720" anchor="t">
              <a:spAutoFit/>
            </a:bodyPr>
            <a:p>
              <a:pPr defTabSz="914400">
                <a:lnSpc>
                  <a:spcPct val="100000"/>
                </a:lnSpc>
                <a:tabLst>
                  <a:tab pos="0" algn="l"/>
                </a:tabLst>
              </a:pPr>
              <a:r>
                <a:rPr lang="fr-FR" sz="1400" b="0" u="none" strike="noStrike">
                  <a:solidFill>
                    <a:srgbClr val="000000"/>
                  </a:solidFill>
                  <a:effectLst/>
                  <a:uFillTx/>
                  <a:latin typeface="Calibri"/>
                  <a:ea typeface="Calibri"/>
                </a:rPr>
                <a:t>Le datacenter est la pierre angulaire de votre système d’information.</a:t>
              </a:r>
              <a:endParaRPr lang="en-US" sz="1400" b="0" u="none" strike="noStrike">
                <a:solidFill>
                  <a:srgbClr val="000000"/>
                </a:solidFill>
                <a:effectLst/>
                <a:uFillTx/>
                <a:latin typeface="Arial"/>
              </a:endParaRPr>
            </a:p>
          </p:txBody>
        </p:sp>
      </p:grpSp>
      <p:pic>
        <p:nvPicPr>
          <p:cNvPr id="861" name="Picture 1"/>
          <p:cNvPicPr/>
          <p:nvPr/>
        </p:nvPicPr>
        <p:blipFill>
          <a:blip r:embed="rId4">
            <a:extLst>
              <a:ext uri="{96DAC541-7B7A-43D3-8B79-37D633B846F1}">
                <asvg:svgBlip xmlns:asvg="http://schemas.microsoft.com/office/drawing/2016/SVG/main" r:embed="rId5"/>
              </a:ext>
            </a:extLst>
          </a:blip>
          <a:stretch/>
        </p:blipFill>
        <p:spPr>
          <a:xfrm>
            <a:off x="3151800" y="1175400"/>
            <a:ext cx="655560" cy="677160"/>
          </a:xfrm>
          <a:prstGeom prst="rect">
            <a:avLst/>
          </a:prstGeom>
          <a:noFill/>
          <a:ln w="0">
            <a:noFill/>
          </a:ln>
        </p:spPr>
      </p:pic>
      <p:sp>
        <p:nvSpPr>
          <p:cNvPr id="862" name="Oval 2"/>
          <p:cNvSpPr/>
          <p:nvPr/>
        </p:nvSpPr>
        <p:spPr>
          <a:xfrm>
            <a:off x="5355360" y="2682360"/>
            <a:ext cx="1735920" cy="1735920"/>
          </a:xfrm>
          <a:prstGeom prst="ellipse">
            <a:avLst/>
          </a:prstGeom>
          <a:solidFill>
            <a:schemeClr val="tx1">
              <a:lumMod val="75000"/>
              <a:lumOff val="25000"/>
            </a:schemeClr>
          </a:solidFill>
          <a:ln w="38100">
            <a:solidFill>
              <a:srgbClr val="000000">
                <a:lumMod val="75000"/>
                <a:lumOff val="25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sp>
        <p:nvSpPr>
          <p:cNvPr id="863" name="Oval 2"/>
          <p:cNvSpPr/>
          <p:nvPr/>
        </p:nvSpPr>
        <p:spPr>
          <a:xfrm>
            <a:off x="5355360" y="2682360"/>
            <a:ext cx="1735920" cy="1735920"/>
          </a:xfrm>
          <a:prstGeom prst="ellipse">
            <a:avLst/>
          </a:prstGeom>
          <a:solidFill>
            <a:schemeClr val="tx1">
              <a:lumMod val="75000"/>
              <a:lumOff val="25000"/>
            </a:schemeClr>
          </a:solidFill>
          <a:ln w="38100">
            <a:solidFill>
              <a:srgbClr val="000000">
                <a:lumMod val="75000"/>
                <a:lumOff val="25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sp>
        <p:nvSpPr>
          <p:cNvPr id="864" name="Oval 2"/>
          <p:cNvSpPr/>
          <p:nvPr/>
        </p:nvSpPr>
        <p:spPr>
          <a:xfrm>
            <a:off x="5355360" y="2682360"/>
            <a:ext cx="1735920" cy="1735920"/>
          </a:xfrm>
          <a:prstGeom prst="ellipse">
            <a:avLst/>
          </a:prstGeom>
          <a:solidFill>
            <a:schemeClr val="tx1">
              <a:lumMod val="75000"/>
              <a:lumOff val="25000"/>
            </a:schemeClr>
          </a:solidFill>
          <a:ln w="38100">
            <a:solidFill>
              <a:srgbClr val="000000">
                <a:lumMod val="75000"/>
                <a:lumOff val="25000"/>
              </a:srgb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grpSp>
        <p:nvGrpSpPr>
          <p:cNvPr id="865" name="Group 74"/>
          <p:cNvGrpSpPr/>
          <p:nvPr/>
        </p:nvGrpSpPr>
        <p:grpSpPr>
          <a:xfrm>
            <a:off x="5176080" y="2525040"/>
            <a:ext cx="2061720" cy="2061720"/>
            <a:chOff x="5176080" y="2525040"/>
            <a:chExt cx="2061720" cy="2061720"/>
          </a:xfrm>
        </p:grpSpPr>
        <p:sp>
          <p:nvSpPr>
            <p:cNvPr id="866" name="Oval 26"/>
            <p:cNvSpPr/>
            <p:nvPr/>
          </p:nvSpPr>
          <p:spPr>
            <a:xfrm>
              <a:off x="5176080" y="2525040"/>
              <a:ext cx="2061720" cy="2061720"/>
            </a:xfrm>
            <a:prstGeom prst="ellipse">
              <a:avLst/>
            </a:prstGeom>
            <a:solidFill>
              <a:schemeClr val="dk2">
                <a:lumMod val="50000"/>
                <a:alpha val="11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867" name="Oval 27"/>
            <p:cNvSpPr/>
            <p:nvPr/>
          </p:nvSpPr>
          <p:spPr>
            <a:xfrm>
              <a:off x="5339160" y="2687760"/>
              <a:ext cx="1735920" cy="173592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p:style>
          <p:txBody>
            <a:bodyPr wrap="none" lIns="90000" tIns="45000" rIns="90000" bIns="45000" anchor="ctr">
              <a:noAutofit/>
            </a:bodyPr>
            <a:p>
              <a:pPr algn="ctr" defTabSz="914400">
                <a:lnSpc>
                  <a:spcPct val="100000"/>
                </a:lnSpc>
                <a:tabLst>
                  <a:tab pos="0" algn="l"/>
                </a:tabLst>
              </a:pPr>
              <a:r>
                <a:rPr lang="fr-FR" sz="2000" b="1" u="none" strike="noStrike">
                  <a:solidFill>
                    <a:srgbClr val="FFFFFF"/>
                  </a:solidFill>
                  <a:effectLst/>
                  <a:uFillTx/>
                  <a:latin typeface="Calibri"/>
                  <a:ea typeface="Calibri"/>
                </a:rPr>
                <a:t>POLES</a:t>
              </a:r>
              <a:endParaRPr lang="en-US" sz="2000" b="0" u="none" strike="noStrike">
                <a:solidFill>
                  <a:srgbClr val="FFFFFF"/>
                </a:solidFill>
                <a:effectLst/>
                <a:uFillTx/>
                <a:latin typeface="Arial"/>
              </a:endParaRPr>
            </a:p>
          </p:txBody>
        </p:sp>
      </p:grpSp>
      <p:sp>
        <p:nvSpPr>
          <p:cNvPr id="868" name="Title 2"/>
          <p:cNvSpPr/>
          <p:nvPr/>
        </p:nvSpPr>
        <p:spPr>
          <a:xfrm>
            <a:off x="742680" y="70200"/>
            <a:ext cx="8941680" cy="755280"/>
          </a:xfrm>
          <a:prstGeom prst="rect">
            <a:avLst/>
          </a:prstGeom>
          <a:noFill/>
          <a:ln w="0">
            <a:noFill/>
          </a:ln>
        </p:spPr>
        <p:style>
          <a:lnRef idx="0"/>
          <a:fillRef idx="0"/>
          <a:effectRef idx="0"/>
          <a:fontRef idx="minor"/>
        </p:style>
        <p:txBody>
          <a:bodyPr lIns="90000" tIns="45000" rIns="90000" bIns="45000" anchor="t">
            <a:noAutofit/>
          </a:bodyPr>
          <a:p>
            <a:pPr defTabSz="914400">
              <a:lnSpc>
                <a:spcPct val="90000"/>
              </a:lnSpc>
              <a:tabLst>
                <a:tab pos="0" algn="l"/>
              </a:tabLst>
            </a:pPr>
            <a:r>
              <a:rPr lang="fr-FR" sz="4000" b="1" u="none" strike="noStrike">
                <a:solidFill>
                  <a:srgbClr val="000000"/>
                </a:solidFill>
                <a:effectLst/>
                <a:uFillTx/>
                <a:latin typeface="Calibri"/>
                <a:ea typeface="Calibri"/>
              </a:rPr>
              <a:t>Nos pôles de compétences</a:t>
            </a:r>
            <a:endParaRPr lang="en-US" sz="4000" b="0" u="none" strike="noStrike">
              <a:solidFill>
                <a:srgbClr val="000000"/>
              </a:solidFill>
              <a:effectLst/>
              <a:uFillTx/>
              <a:latin typeface="Arial"/>
            </a:endParaRPr>
          </a:p>
        </p:txBody>
      </p:sp>
      <p:pic>
        <p:nvPicPr>
          <p:cNvPr id="869" name="Graphic 46"/>
          <p:cNvPicPr/>
          <p:nvPr/>
        </p:nvPicPr>
        <p:blipFill>
          <a:blip r:embed="rId6">
            <a:extLst>
              <a:ext uri="{96DAC541-7B7A-43D3-8B79-37D633B846F1}">
                <asvg:svgBlip xmlns:asvg="http://schemas.microsoft.com/office/drawing/2016/SVG/main" r:embed="rId7"/>
              </a:ext>
            </a:extLst>
          </a:blip>
          <a:stretch/>
        </p:blipFill>
        <p:spPr>
          <a:xfrm rot="16200000">
            <a:off x="243000" y="504000"/>
            <a:ext cx="773640" cy="74160"/>
          </a:xfrm>
          <a:prstGeom prst="rect">
            <a:avLst/>
          </a:prstGeom>
          <a:noFill/>
          <a:ln w="0">
            <a:noFill/>
          </a:ln>
        </p:spPr>
      </p:pic>
    </p:spTree>
  </p:cSld>
  <p:transition spd="slow">
    <p:fade/>
  </p:transition>
  <p:timing>
    <p:tnLst>
      <p:par>
        <p:cTn id="17" dur="indefinite" restart="never" nodeType="tmRoot">
          <p:childTnLst>
            <p:seq>
              <p:cTn id="18" dur="indefinite" nodeType="mainSeq">
                <p:childTnLst>
                  <p:par>
                    <p:cTn id="19" fill="hold">
                      <p:stCondLst>
                        <p:cond delay="0"/>
                      </p:stCondLst>
                      <p:childTnLst>
                        <p:par>
                          <p:cTn id="20" fill="hold">
                            <p:stCondLst>
                              <p:cond delay="0"/>
                            </p:stCondLst>
                            <p:childTnLst>
                              <p:par>
                                <p:cTn id="21" presetID="22" presetClass="entr" fill="hold" nodeType="afterEffect" presetSubtype="8">
                                  <p:stCondLst>
                                    <p:cond delay="0"/>
                                  </p:stCondLst>
                                  <p:childTnLst>
                                    <p:set>
                                      <p:cBhvr>
                                        <p:cTn id="22" dur="1" fill="hold">
                                          <p:stCondLst>
                                            <p:cond delay="0"/>
                                          </p:stCondLst>
                                        </p:cTn>
                                        <p:tgtEl>
                                          <p:spTgt spid="856"/>
                                        </p:tgtEl>
                                        <p:attrNameLst>
                                          <p:attrName>style.visibility</p:attrName>
                                        </p:attrNameLst>
                                      </p:cBhvr>
                                      <p:to>
                                        <p:strVal val="visible"/>
                                      </p:to>
                                    </p:set>
                                    <p:animEffect transition="in" filter="wipe(left)">
                                      <p:cBhvr additive="repl">
                                        <p:cTn id="23" dur="500"/>
                                        <p:tgtEl>
                                          <p:spTgt spid="856"/>
                                        </p:tgtEl>
                                      </p:cBhvr>
                                    </p:animEffect>
                                  </p:childTnLst>
                                </p:cTn>
                              </p:par>
                            </p:childTnLst>
                          </p:cTn>
                        </p:par>
                        <p:par>
                          <p:cTn id="24" fill="hold">
                            <p:stCondLst>
                              <p:cond delay="500"/>
                            </p:stCondLst>
                            <p:childTnLst>
                              <p:par>
                                <p:cTn id="25" presetID="22" presetClass="entr" fill="hold" nodeType="afterEffect" presetSubtype="8">
                                  <p:stCondLst>
                                    <p:cond delay="0"/>
                                  </p:stCondLst>
                                  <p:childTnLst>
                                    <p:set>
                                      <p:cBhvr>
                                        <p:cTn id="26" dur="1" fill="hold">
                                          <p:stCondLst>
                                            <p:cond delay="0"/>
                                          </p:stCondLst>
                                        </p:cTn>
                                        <p:tgtEl>
                                          <p:spTgt spid="861"/>
                                        </p:tgtEl>
                                        <p:attrNameLst>
                                          <p:attrName>style.visibility</p:attrName>
                                        </p:attrNameLst>
                                      </p:cBhvr>
                                      <p:to>
                                        <p:strVal val="visible"/>
                                      </p:to>
                                    </p:set>
                                    <p:animEffect transition="in" filter="wipe(left)">
                                      <p:cBhvr additive="repl">
                                        <p:cTn id="27" dur="500"/>
                                        <p:tgtEl>
                                          <p:spTgt spid="861"/>
                                        </p:tgtEl>
                                      </p:cBhvr>
                                    </p:animEffect>
                                  </p:childTnLst>
                                </p:cTn>
                              </p:par>
                            </p:childTnLst>
                          </p:cTn>
                        </p:par>
                        <p:par>
                          <p:cTn id="28" fill="hold">
                            <p:stCondLst>
                              <p:cond delay="1000"/>
                            </p:stCondLst>
                            <p:childTnLst>
                              <p:par>
                                <p:cTn id="29" presetID="22" presetClass="entr" fill="hold" nodeType="afterEffect" presetSubtype="8">
                                  <p:stCondLst>
                                    <p:cond delay="0"/>
                                  </p:stCondLst>
                                  <p:childTnLst>
                                    <p:set>
                                      <p:cBhvr>
                                        <p:cTn id="30" dur="1" fill="hold">
                                          <p:stCondLst>
                                            <p:cond delay="0"/>
                                          </p:stCondLst>
                                        </p:cTn>
                                        <p:tgtEl>
                                          <p:spTgt spid="832"/>
                                        </p:tgtEl>
                                        <p:attrNameLst>
                                          <p:attrName>style.visibility</p:attrName>
                                        </p:attrNameLst>
                                      </p:cBhvr>
                                      <p:to>
                                        <p:strVal val="visible"/>
                                      </p:to>
                                    </p:set>
                                    <p:animEffect transition="in" filter="wipe(left)">
                                      <p:cBhvr additive="repl">
                                        <p:cTn id="31" dur="500"/>
                                        <p:tgtEl>
                                          <p:spTgt spid="832"/>
                                        </p:tgtEl>
                                      </p:cBhvr>
                                    </p:animEffect>
                                  </p:childTnLst>
                                </p:cTn>
                              </p:par>
                              <p:par>
                                <p:cTn id="32" presetID="10" presetClass="entr" fill="hold" nodeType="withEffect">
                                  <p:stCondLst>
                                    <p:cond delay="0"/>
                                  </p:stCondLst>
                                  <p:childTnLst>
                                    <p:set>
                                      <p:cBhvr>
                                        <p:cTn id="33" dur="1" fill="hold">
                                          <p:stCondLst>
                                            <p:cond delay="0"/>
                                          </p:stCondLst>
                                        </p:cTn>
                                        <p:tgtEl>
                                          <p:spTgt spid="851"/>
                                        </p:tgtEl>
                                        <p:attrNameLst>
                                          <p:attrName>style.visibility</p:attrName>
                                        </p:attrNameLst>
                                      </p:cBhvr>
                                      <p:to>
                                        <p:strVal val="visible"/>
                                      </p:to>
                                    </p:set>
                                    <p:animEffect transition="in" filter="fade">
                                      <p:cBhvr additive="repl">
                                        <p:cTn id="34" dur="500"/>
                                        <p:tgtEl>
                                          <p:spTgt spid="851"/>
                                        </p:tgtEl>
                                      </p:cBhvr>
                                    </p:animEffect>
                                  </p:childTnLst>
                                </p:cTn>
                              </p:par>
                            </p:childTnLst>
                          </p:cTn>
                        </p:par>
                        <p:par>
                          <p:cTn id="35" fill="hold">
                            <p:stCondLst>
                              <p:cond delay="1500"/>
                            </p:stCondLst>
                            <p:childTnLst>
                              <p:par>
                                <p:cTn id="36" presetID="22" presetClass="entr" fill="hold" nodeType="afterEffect" presetSubtype="1">
                                  <p:stCondLst>
                                    <p:cond delay="0"/>
                                  </p:stCondLst>
                                  <p:childTnLst>
                                    <p:set>
                                      <p:cBhvr>
                                        <p:cTn id="37" dur="1" fill="hold">
                                          <p:stCondLst>
                                            <p:cond delay="0"/>
                                          </p:stCondLst>
                                        </p:cTn>
                                        <p:tgtEl>
                                          <p:spTgt spid="835"/>
                                        </p:tgtEl>
                                        <p:attrNameLst>
                                          <p:attrName>style.visibility</p:attrName>
                                        </p:attrNameLst>
                                      </p:cBhvr>
                                      <p:to>
                                        <p:strVal val="visible"/>
                                      </p:to>
                                    </p:set>
                                    <p:animEffect transition="in" filter="wipe(up)">
                                      <p:cBhvr additive="repl">
                                        <p:cTn id="38" dur="500"/>
                                        <p:tgtEl>
                                          <p:spTgt spid="835"/>
                                        </p:tgtEl>
                                      </p:cBhvr>
                                    </p:animEffect>
                                  </p:childTnLst>
                                </p:cTn>
                              </p:par>
                            </p:childTnLst>
                          </p:cTn>
                        </p:par>
                        <p:par>
                          <p:cTn id="39" fill="hold">
                            <p:stCondLst>
                              <p:cond delay="2000"/>
                            </p:stCondLst>
                            <p:childTnLst>
                              <p:par>
                                <p:cTn id="40" presetID="22" presetClass="entr" fill="hold" nodeType="afterEffect" presetSubtype="1">
                                  <p:stCondLst>
                                    <p:cond delay="0"/>
                                  </p:stCondLst>
                                  <p:childTnLst>
                                    <p:set>
                                      <p:cBhvr>
                                        <p:cTn id="41" dur="1" fill="hold">
                                          <p:stCondLst>
                                            <p:cond delay="0"/>
                                          </p:stCondLst>
                                        </p:cTn>
                                        <p:tgtEl>
                                          <p:spTgt spid="843"/>
                                        </p:tgtEl>
                                        <p:attrNameLst>
                                          <p:attrName>style.visibility</p:attrName>
                                        </p:attrNameLst>
                                      </p:cBhvr>
                                      <p:to>
                                        <p:strVal val="visible"/>
                                      </p:to>
                                    </p:set>
                                    <p:animEffect transition="in" filter="wipe(up)">
                                      <p:cBhvr additive="repl">
                                        <p:cTn id="42" dur="500"/>
                                        <p:tgtEl>
                                          <p:spTgt spid="8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lumMod val="40000"/>
            <a:lumOff val="60000"/>
          </a:schemeClr>
        </a:solidFill>
      </p:bgPr>
    </p:bg>
    <p:spTree>
      <p:nvGrpSpPr>
        <p:cNvPr id="1" name=""/>
        <p:cNvGrpSpPr/>
        <p:nvPr/>
      </p:nvGrpSpPr>
      <p:grpSpPr>
        <a:xfrm>
          <a:off x="0" y="0"/>
          <a:ext cx="0" cy="0"/>
          <a:chOff x="0" y="0"/>
          <a:chExt cx="0" cy="0"/>
        </a:xfrm>
      </p:grpSpPr>
      <p:grpSp>
        <p:nvGrpSpPr>
          <p:cNvPr id="870" name="Groupe 5"/>
          <p:cNvGrpSpPr/>
          <p:nvPr/>
        </p:nvGrpSpPr>
        <p:grpSpPr>
          <a:xfrm>
            <a:off x="7488720" y="1018800"/>
            <a:ext cx="230040" cy="359280"/>
            <a:chOff x="7488720" y="1018800"/>
            <a:chExt cx="230040" cy="359280"/>
          </a:xfrm>
        </p:grpSpPr>
        <p:sp>
          <p:nvSpPr>
            <p:cNvPr id="871" name="Rectangle 6"/>
            <p:cNvSpPr/>
            <p:nvPr/>
          </p:nvSpPr>
          <p:spPr>
            <a:xfrm rot="10800000">
              <a:off x="7488720" y="1018800"/>
              <a:ext cx="230040" cy="359280"/>
            </a:xfrm>
            <a:prstGeom prst="rect">
              <a:avLst/>
            </a:prstGeom>
            <a:solidFill>
              <a:srgbClr val="00B0F0"/>
            </a:solidFill>
            <a:ln>
              <a:noFill/>
            </a:ln>
            <a:effectLst>
              <a:outerShdw algn="tl" blurRad="50760" dir="2700000" dist="37674" rotWithShape="0">
                <a:srgbClr val="000000">
                  <a:alpha val="40000"/>
                </a:srgbClr>
              </a:outerShdw>
            </a:effectLst>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chemeClr val="lt1"/>
                </a:solidFill>
                <a:effectLst/>
                <a:uFillTx/>
                <a:latin typeface="Arial"/>
              </a:endParaRPr>
            </a:p>
          </p:txBody>
        </p:sp>
        <p:pic>
          <p:nvPicPr>
            <p:cNvPr id="872" name="Graphic 72"/>
            <p:cNvPicPr/>
            <p:nvPr/>
          </p:nvPicPr>
          <p:blipFill>
            <a:blip r:embed="rId1">
              <a:extLst>
                <a:ext uri="{96DAC541-7B7A-43D3-8B79-37D633B846F1}">
                  <asvg:svgBlip xmlns:asvg="http://schemas.microsoft.com/office/drawing/2016/SVG/main" r:embed="rId2"/>
                </a:ext>
              </a:extLst>
            </a:blip>
            <a:stretch/>
          </p:blipFill>
          <p:spPr>
            <a:xfrm rot="10800000">
              <a:off x="7517160" y="1054080"/>
              <a:ext cx="162360" cy="253800"/>
            </a:xfrm>
            <a:prstGeom prst="rect">
              <a:avLst/>
            </a:prstGeom>
            <a:noFill/>
            <a:ln w="0">
              <a:noFill/>
            </a:ln>
          </p:spPr>
        </p:pic>
      </p:grpSp>
      <p:grpSp>
        <p:nvGrpSpPr>
          <p:cNvPr id="873" name="Groupe 15"/>
          <p:cNvGrpSpPr/>
          <p:nvPr/>
        </p:nvGrpSpPr>
        <p:grpSpPr>
          <a:xfrm>
            <a:off x="7488720" y="1018800"/>
            <a:ext cx="230040" cy="359280"/>
            <a:chOff x="7488720" y="1018800"/>
            <a:chExt cx="230040" cy="359280"/>
          </a:xfrm>
        </p:grpSpPr>
        <p:sp>
          <p:nvSpPr>
            <p:cNvPr id="874" name="Rectangle 17"/>
            <p:cNvSpPr/>
            <p:nvPr/>
          </p:nvSpPr>
          <p:spPr>
            <a:xfrm rot="10800000">
              <a:off x="7488720" y="1018800"/>
              <a:ext cx="230040" cy="359280"/>
            </a:xfrm>
            <a:prstGeom prst="rect">
              <a:avLst/>
            </a:prstGeom>
            <a:solidFill>
              <a:srgbClr val="00B0F0"/>
            </a:solidFill>
            <a:ln>
              <a:noFill/>
            </a:ln>
            <a:effectLst>
              <a:outerShdw algn="tl" blurRad="50760" dir="2700000" dist="37674" rotWithShape="0">
                <a:srgbClr val="000000">
                  <a:alpha val="40000"/>
                </a:srgbClr>
              </a:outerShdw>
            </a:effectLst>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chemeClr val="lt1"/>
                </a:solidFill>
                <a:effectLst/>
                <a:uFillTx/>
                <a:latin typeface="Arial"/>
              </a:endParaRPr>
            </a:p>
          </p:txBody>
        </p:sp>
        <p:pic>
          <p:nvPicPr>
            <p:cNvPr id="875" name="Graphic 92"/>
            <p:cNvPicPr/>
            <p:nvPr/>
          </p:nvPicPr>
          <p:blipFill>
            <a:blip r:embed="rId3">
              <a:extLst>
                <a:ext uri="{96DAC541-7B7A-43D3-8B79-37D633B846F1}">
                  <asvg:svgBlip xmlns:asvg="http://schemas.microsoft.com/office/drawing/2016/SVG/main" r:embed="rId4"/>
                </a:ext>
              </a:extLst>
            </a:blip>
            <a:stretch/>
          </p:blipFill>
          <p:spPr>
            <a:xfrm rot="10800000">
              <a:off x="7530480" y="1080000"/>
              <a:ext cx="148320" cy="231480"/>
            </a:xfrm>
            <a:prstGeom prst="rect">
              <a:avLst/>
            </a:prstGeom>
            <a:noFill/>
            <a:ln w="0">
              <a:noFill/>
            </a:ln>
          </p:spPr>
        </p:pic>
      </p:grpSp>
      <p:grpSp>
        <p:nvGrpSpPr>
          <p:cNvPr id="876" name="Groupe 19"/>
          <p:cNvGrpSpPr/>
          <p:nvPr/>
        </p:nvGrpSpPr>
        <p:grpSpPr>
          <a:xfrm>
            <a:off x="7488720" y="1018800"/>
            <a:ext cx="230040" cy="359280"/>
            <a:chOff x="7488720" y="1018800"/>
            <a:chExt cx="230040" cy="359280"/>
          </a:xfrm>
        </p:grpSpPr>
        <p:sp>
          <p:nvSpPr>
            <p:cNvPr id="877" name="Rectangle 20"/>
            <p:cNvSpPr/>
            <p:nvPr/>
          </p:nvSpPr>
          <p:spPr>
            <a:xfrm rot="10800000">
              <a:off x="7488720" y="1018800"/>
              <a:ext cx="230040" cy="359280"/>
            </a:xfrm>
            <a:prstGeom prst="rect">
              <a:avLst/>
            </a:prstGeom>
            <a:solidFill>
              <a:srgbClr val="00B0F0"/>
            </a:solidFill>
            <a:ln>
              <a:noFill/>
            </a:ln>
            <a:effectLst>
              <a:outerShdw algn="tl" blurRad="50760" dir="2700000" dist="37674" rotWithShape="0">
                <a:srgbClr val="000000">
                  <a:alpha val="40000"/>
                </a:srgbClr>
              </a:outerShdw>
            </a:effectLst>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chemeClr val="lt1"/>
                </a:solidFill>
                <a:effectLst/>
                <a:uFillTx/>
                <a:latin typeface="Arial"/>
              </a:endParaRPr>
            </a:p>
          </p:txBody>
        </p:sp>
        <p:pic>
          <p:nvPicPr>
            <p:cNvPr id="878" name="Graphic 87"/>
            <p:cNvPicPr/>
            <p:nvPr/>
          </p:nvPicPr>
          <p:blipFill>
            <a:blip r:embed="rId5">
              <a:extLst>
                <a:ext uri="{96DAC541-7B7A-43D3-8B79-37D633B846F1}">
                  <asvg:svgBlip xmlns:asvg="http://schemas.microsoft.com/office/drawing/2016/SVG/main" r:embed="rId6"/>
                </a:ext>
              </a:extLst>
            </a:blip>
            <a:stretch/>
          </p:blipFill>
          <p:spPr>
            <a:xfrm rot="10800000">
              <a:off x="7517880" y="1054080"/>
              <a:ext cx="175320" cy="273960"/>
            </a:xfrm>
            <a:prstGeom prst="rect">
              <a:avLst/>
            </a:prstGeom>
            <a:noFill/>
            <a:ln w="0">
              <a:noFill/>
            </a:ln>
          </p:spPr>
        </p:pic>
      </p:grpSp>
      <p:pic>
        <p:nvPicPr>
          <p:cNvPr id="879" name="Picture 6"/>
          <p:cNvPicPr/>
          <p:nvPr/>
        </p:nvPicPr>
        <p:blipFill>
          <a:blip r:embed="rId7"/>
          <a:stretch/>
        </p:blipFill>
        <p:spPr>
          <a:xfrm rot="10800000">
            <a:off x="7394760" y="1027800"/>
            <a:ext cx="418320" cy="385200"/>
          </a:xfrm>
          <a:prstGeom prst="rect">
            <a:avLst/>
          </a:prstGeom>
          <a:noFill/>
          <a:ln w="0">
            <a:noFill/>
          </a:ln>
        </p:spPr>
      </p:pic>
      <p:pic>
        <p:nvPicPr>
          <p:cNvPr id="880" name="Image 23"/>
          <p:cNvPicPr/>
          <p:nvPr/>
        </p:nvPicPr>
        <p:blipFill>
          <a:blip r:embed="rId8"/>
          <a:srcRect l="8009" t="1647" r="8120" b="1684"/>
          <a:stretch/>
        </p:blipFill>
        <p:spPr>
          <a:xfrm rot="10800000">
            <a:off x="7416360" y="1018080"/>
            <a:ext cx="374400" cy="348840"/>
          </a:xfrm>
          <a:prstGeom prst="rect">
            <a:avLst/>
          </a:prstGeom>
          <a:noFill/>
          <a:ln w="0">
            <a:noFill/>
          </a:ln>
          <a:effectLst>
            <a:outerShdw algn="tl" blurRad="50760" dir="2700000" dist="37674" rotWithShape="0">
              <a:srgbClr val="000000">
                <a:alpha val="40000"/>
              </a:srgbClr>
            </a:outerShdw>
          </a:effectLst>
        </p:spPr>
      </p:pic>
      <p:pic>
        <p:nvPicPr>
          <p:cNvPr id="881" name="Picture 8"/>
          <p:cNvPicPr/>
          <p:nvPr/>
        </p:nvPicPr>
        <p:blipFill>
          <a:blip r:embed="rId9"/>
          <a:stretch/>
        </p:blipFill>
        <p:spPr>
          <a:xfrm rot="10800000">
            <a:off x="7396920" y="1025640"/>
            <a:ext cx="413640" cy="377640"/>
          </a:xfrm>
          <a:prstGeom prst="rect">
            <a:avLst/>
          </a:prstGeom>
          <a:noFill/>
          <a:ln w="0">
            <a:noFill/>
          </a:ln>
        </p:spPr>
      </p:pic>
      <p:sp>
        <p:nvSpPr>
          <p:cNvPr id="882" name="TextBox 9"/>
          <p:cNvSpPr/>
          <p:nvPr/>
        </p:nvSpPr>
        <p:spPr>
          <a:xfrm>
            <a:off x="1629000" y="1214640"/>
            <a:ext cx="5271120" cy="81936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rgbClr val="000000"/>
                </a:solidFill>
                <a:effectLst/>
                <a:uFillTx/>
                <a:latin typeface="Calibri"/>
                <a:ea typeface="Calibri"/>
              </a:rPr>
              <a:t>Infrastructures Datacenter Nouvelle Génération</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Nous concevons et déployons des datacenters performants, sécurisés et adaptés à vos besoins actuels et futurs.</a:t>
            </a:r>
            <a:endParaRPr lang="en-US" sz="1400" b="0" u="none" strike="noStrike">
              <a:solidFill>
                <a:srgbClr val="000000"/>
              </a:solidFill>
              <a:effectLst/>
              <a:uFillTx/>
              <a:latin typeface="Arial"/>
            </a:endParaRPr>
          </a:p>
        </p:txBody>
      </p:sp>
      <p:sp>
        <p:nvSpPr>
          <p:cNvPr id="883" name="TextBox 14"/>
          <p:cNvSpPr/>
          <p:nvPr/>
        </p:nvSpPr>
        <p:spPr>
          <a:xfrm>
            <a:off x="2269440" y="4272120"/>
            <a:ext cx="5064120" cy="81936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rgbClr val="000000"/>
                </a:solidFill>
                <a:effectLst/>
                <a:uFillTx/>
                <a:latin typeface="Calibri"/>
                <a:ea typeface="Calibri"/>
              </a:rPr>
              <a:t>Sécurité Globale &amp; Continuité d’Activité</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Protégez vos données critiques et assurez la continuité de vos services.</a:t>
            </a:r>
            <a:endParaRPr lang="en-US" sz="1400" b="0" u="none" strike="noStrike">
              <a:solidFill>
                <a:srgbClr val="000000"/>
              </a:solidFill>
              <a:effectLst/>
              <a:uFillTx/>
              <a:latin typeface="Arial"/>
            </a:endParaRPr>
          </a:p>
        </p:txBody>
      </p:sp>
      <p:sp>
        <p:nvSpPr>
          <p:cNvPr id="884" name="TextBox 16"/>
          <p:cNvSpPr/>
          <p:nvPr/>
        </p:nvSpPr>
        <p:spPr>
          <a:xfrm>
            <a:off x="2332800" y="2478240"/>
            <a:ext cx="4609440" cy="111168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rgbClr val="000000"/>
                </a:solidFill>
                <a:effectLst/>
                <a:uFillTx/>
                <a:latin typeface="Calibri"/>
                <a:ea typeface="Calibri"/>
              </a:rPr>
              <a:t>Accompagnement vers le Cloud &amp; Environnements Hybrides</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Nous vous guidons dans votre transformation numérique avec des solutions cloud sur mesure</a:t>
            </a:r>
            <a:endParaRPr lang="en-US" sz="1400" b="0" u="none" strike="noStrike">
              <a:solidFill>
                <a:srgbClr val="000000"/>
              </a:solidFill>
              <a:effectLst/>
              <a:uFillTx/>
              <a:latin typeface="Arial"/>
            </a:endParaRPr>
          </a:p>
        </p:txBody>
      </p:sp>
      <p:sp>
        <p:nvSpPr>
          <p:cNvPr id="885" name="Arc 1"/>
          <p:cNvSpPr/>
          <p:nvPr/>
        </p:nvSpPr>
        <p:spPr>
          <a:xfrm rot="1860000">
            <a:off x="-4337640" y="547200"/>
            <a:ext cx="6476400" cy="6860520"/>
          </a:xfrm>
          <a:prstGeom prst="arc">
            <a:avLst>
              <a:gd name="adj1" fmla="val 15237959"/>
              <a:gd name="adj2" fmla="val 1845941"/>
            </a:avLst>
          </a:prstGeom>
          <a:noFill/>
          <a:ln w="12700">
            <a:solidFill>
              <a:srgbClr val="660033"/>
            </a:solidFill>
          </a:ln>
        </p:spPr>
        <p:style>
          <a:lnRef idx="1">
            <a:schemeClr val="accent1"/>
          </a:lnRef>
          <a:fillRef idx="0">
            <a:schemeClr val="accent1"/>
          </a:fillRef>
          <a:effectRef idx="0">
            <a:schemeClr val="accent1"/>
          </a:effectRef>
          <a:fontRef idx="minor"/>
        </p:style>
        <p:txBody>
          <a:bodyPr lIns="90000" tIns="45000" rIns="90000" bIns="45000" anchor="ctr">
            <a:noAutofit/>
          </a:bodyPr>
          <a:p>
            <a:pPr/>
            <a:endParaRPr lang="fr-FR" sz="1800" b="0" u="none" strike="noStrike">
              <a:solidFill>
                <a:schemeClr val="dk1"/>
              </a:solidFill>
              <a:effectLst/>
              <a:uFillTx/>
              <a:latin typeface="Calibri"/>
            </a:endParaRPr>
          </a:p>
        </p:txBody>
      </p:sp>
      <p:sp>
        <p:nvSpPr>
          <p:cNvPr id="886" name="Oval 8"/>
          <p:cNvSpPr/>
          <p:nvPr/>
        </p:nvSpPr>
        <p:spPr>
          <a:xfrm>
            <a:off x="989640" y="1311480"/>
            <a:ext cx="401760" cy="401760"/>
          </a:xfrm>
          <a:prstGeom prst="ellipse">
            <a:avLst/>
          </a:prstGeom>
          <a:solidFill>
            <a:srgbClr val="660033"/>
          </a:solidFill>
          <a:ln w="38100">
            <a:solidFill>
              <a:srgbClr val="660033"/>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sp>
        <p:nvSpPr>
          <p:cNvPr id="887" name="Oval 12"/>
          <p:cNvSpPr/>
          <p:nvPr/>
        </p:nvSpPr>
        <p:spPr>
          <a:xfrm>
            <a:off x="1322280" y="5652000"/>
            <a:ext cx="401760" cy="401760"/>
          </a:xfrm>
          <a:prstGeom prst="ellipse">
            <a:avLst/>
          </a:prstGeom>
          <a:solidFill>
            <a:srgbClr val="660033"/>
          </a:solidFill>
          <a:ln w="38100">
            <a:solidFill>
              <a:srgbClr val="660033"/>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sp>
        <p:nvSpPr>
          <p:cNvPr id="888" name="PlaceHolder 1"/>
          <p:cNvSpPr>
            <a:spLocks noGrp="1"/>
          </p:cNvSpPr>
          <p:nvPr>
            <p:ph type="title"/>
          </p:nvPr>
        </p:nvSpPr>
        <p:spPr>
          <a:xfrm>
            <a:off x="353160" y="162000"/>
            <a:ext cx="11314800" cy="755280"/>
          </a:xfrm>
          <a:prstGeom prst="rect">
            <a:avLst/>
          </a:prstGeom>
          <a:noFill/>
          <a:ln w="0">
            <a:noFill/>
          </a:ln>
        </p:spPr>
        <p:txBody>
          <a:bodyPr lIns="91440" tIns="45720" rIns="91440" bIns="45720" anchor="ctr">
            <a:noAutofit/>
          </a:bodyPr>
          <a:p>
            <a:pPr indent="0" algn="l" defTabSz="914400">
              <a:lnSpc>
                <a:spcPct val="90000"/>
              </a:lnSpc>
              <a:buNone/>
            </a:pPr>
            <a:r>
              <a:rPr lang="fr-FR" sz="3600" b="1" u="none" strike="noStrike">
                <a:solidFill>
                  <a:schemeClr val="dk1"/>
                </a:solidFill>
                <a:effectLst/>
                <a:uFillTx/>
                <a:latin typeface="Calibri"/>
                <a:ea typeface="Calibri"/>
              </a:rPr>
              <a:t>Datacenter, Cloud Computing &amp; Productivité</a:t>
            </a:r>
            <a:endParaRPr lang="fr-FR" sz="3600" b="1" u="none" strike="noStrike">
              <a:solidFill>
                <a:schemeClr val="dk1"/>
              </a:solidFill>
              <a:effectLst/>
              <a:uFillTx/>
              <a:latin typeface="Arial"/>
            </a:endParaRPr>
          </a:p>
        </p:txBody>
      </p:sp>
      <p:sp>
        <p:nvSpPr>
          <p:cNvPr id="889" name="Oval 2"/>
          <p:cNvSpPr/>
          <p:nvPr/>
        </p:nvSpPr>
        <p:spPr>
          <a:xfrm>
            <a:off x="1769760" y="2547000"/>
            <a:ext cx="401760" cy="401760"/>
          </a:xfrm>
          <a:prstGeom prst="ellipse">
            <a:avLst/>
          </a:prstGeom>
          <a:solidFill>
            <a:srgbClr val="660033"/>
          </a:solidFill>
          <a:ln w="38100">
            <a:solidFill>
              <a:srgbClr val="660033"/>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pic>
        <p:nvPicPr>
          <p:cNvPr id="890" name="Picture 1"/>
          <p:cNvPicPr/>
          <p:nvPr/>
        </p:nvPicPr>
        <p:blipFill>
          <a:blip r:embed="rId10">
            <a:extLst>
              <a:ext uri="{96DAC541-7B7A-43D3-8B79-37D633B846F1}">
                <asvg:svgBlip xmlns:asvg="http://schemas.microsoft.com/office/drawing/2016/SVG/main" r:embed="rId11"/>
              </a:ext>
            </a:extLst>
          </a:blip>
          <a:stretch/>
        </p:blipFill>
        <p:spPr>
          <a:xfrm>
            <a:off x="408600" y="3069360"/>
            <a:ext cx="1153440" cy="1191960"/>
          </a:xfrm>
          <a:prstGeom prst="rect">
            <a:avLst/>
          </a:prstGeom>
          <a:noFill/>
          <a:ln w="0">
            <a:noFill/>
          </a:ln>
        </p:spPr>
      </p:pic>
      <p:pic>
        <p:nvPicPr>
          <p:cNvPr id="891" name="Image 7"/>
          <p:cNvPicPr/>
          <p:nvPr/>
        </p:nvPicPr>
        <p:blipFill>
          <a:blip r:embed="rId12"/>
          <a:stretch/>
        </p:blipFill>
        <p:spPr>
          <a:xfrm>
            <a:off x="7284240" y="917640"/>
            <a:ext cx="5718240" cy="5309280"/>
          </a:xfrm>
          <a:prstGeom prst="rect">
            <a:avLst/>
          </a:prstGeom>
          <a:noFill/>
          <a:ln w="0">
            <a:noFill/>
          </a:ln>
        </p:spPr>
      </p:pic>
      <p:sp>
        <p:nvSpPr>
          <p:cNvPr id="892" name="Oval 2"/>
          <p:cNvSpPr/>
          <p:nvPr/>
        </p:nvSpPr>
        <p:spPr>
          <a:xfrm>
            <a:off x="1904400" y="4281840"/>
            <a:ext cx="401760" cy="401760"/>
          </a:xfrm>
          <a:prstGeom prst="ellipse">
            <a:avLst/>
          </a:prstGeom>
          <a:solidFill>
            <a:srgbClr val="660033"/>
          </a:solidFill>
          <a:ln w="38100">
            <a:solidFill>
              <a:srgbClr val="660033"/>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sp>
        <p:nvSpPr>
          <p:cNvPr id="893" name="TextBox 14"/>
          <p:cNvSpPr/>
          <p:nvPr/>
        </p:nvSpPr>
        <p:spPr>
          <a:xfrm>
            <a:off x="1819440" y="5467320"/>
            <a:ext cx="5064120" cy="111168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rgbClr val="000000"/>
                </a:solidFill>
                <a:effectLst/>
                <a:uFillTx/>
                <a:latin typeface="Calibri"/>
                <a:ea typeface="Calibri"/>
              </a:rPr>
              <a:t>Pilotage Intelligent &amp; Optimisation des Ressources</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Supervisez et optimisez votre infrastructure grâce à nos solutions de monitoring et de gestion proactive.</a:t>
            </a:r>
            <a:endParaRPr lang="en-US" sz="1400" b="0" u="none" strike="noStrike">
              <a:solidFill>
                <a:srgbClr val="000000"/>
              </a:solidFill>
              <a:effectLst/>
              <a:uFillTx/>
              <a:latin typeface="Arial"/>
            </a:endParaRPr>
          </a:p>
        </p:txBody>
      </p:sp>
      <p:sp>
        <p:nvSpPr>
          <p:cNvPr id="894" name="Icon_Globe"/>
          <p:cNvSpPr/>
          <p:nvPr/>
        </p:nvSpPr>
        <p:spPr>
          <a:xfrm>
            <a:off x="11905200" y="920520"/>
            <a:ext cx="343440" cy="293400"/>
          </a:xfrm>
          <a:custGeom>
            <a:avLst/>
            <a:gdLst>
              <a:gd name="textAreaLeft" fmla="*/ 0 w 343440"/>
              <a:gd name="textAreaRight" fmla="*/ 343800 w 343440"/>
              <a:gd name="textAreaTop" fmla="*/ 0 h 293400"/>
              <a:gd name="textAreaBottom" fmla="*/ 293760 h 293400"/>
              <a:gd name="GluePoint1X" fmla="*/ 292388 w 584775"/>
              <a:gd name="GluePoint1Y" fmla="*/ 0 h 584775"/>
              <a:gd name="GluePoint2X" fmla="*/ 0 w 584775"/>
              <a:gd name="GluePoint2Y" fmla="*/ 292388 h 584775"/>
              <a:gd name="GluePoint3X" fmla="*/ 292388 w 584775"/>
              <a:gd name="GluePoint3Y" fmla="*/ 584775 h 584775"/>
              <a:gd name="GluePoint4X" fmla="*/ 584775 w 584775"/>
              <a:gd name="GluePoint4Y" fmla="*/ 292388 h 584775"/>
              <a:gd name="GluePoint5X" fmla="*/ 292388 w 584775"/>
              <a:gd name="GluePoint5Y" fmla="*/ 0 h 584775"/>
              <a:gd name="GluePoint6X" fmla="*/ 24167 w 584775"/>
              <a:gd name="GluePoint6Y" fmla="*/ 304322 h 584775"/>
              <a:gd name="GluePoint7X" fmla="*/ 140227 w 584775"/>
              <a:gd name="GluePoint7Y" fmla="*/ 304322 h 584775"/>
              <a:gd name="GluePoint8X" fmla="*/ 151266 w 584775"/>
              <a:gd name="GluePoint8Y" fmla="*/ 404569 h 584775"/>
              <a:gd name="GluePoint9X" fmla="*/ 48333 w 584775"/>
              <a:gd name="GluePoint9Y" fmla="*/ 404569 h 584775"/>
              <a:gd name="GluePoint10X" fmla="*/ 24167 w 584775"/>
              <a:gd name="GluePoint10Y" fmla="*/ 304322 h 584775"/>
              <a:gd name="GluePoint11X" fmla="*/ 304322 w 584775"/>
              <a:gd name="GluePoint11Y" fmla="*/ 156338 h 584775"/>
              <a:gd name="GluePoint12X" fmla="*/ 304322 w 584775"/>
              <a:gd name="GluePoint12Y" fmla="*/ 25062 h 584775"/>
              <a:gd name="GluePoint13X" fmla="*/ 402480 w 584775"/>
              <a:gd name="GluePoint13Y" fmla="*/ 156338 h 584775"/>
              <a:gd name="GluePoint14X" fmla="*/ 304322 w 584775"/>
              <a:gd name="GluePoint14Y" fmla="*/ 156338 h 584775"/>
              <a:gd name="GluePoint15X" fmla="*/ 408447 w 584775"/>
              <a:gd name="GluePoint15Y" fmla="*/ 180206 h 584775"/>
              <a:gd name="GluePoint16X" fmla="*/ 420382 w 584775"/>
              <a:gd name="GluePoint16Y" fmla="*/ 280453 h 584775"/>
              <a:gd name="GluePoint17X" fmla="*/ 304322 w 584775"/>
              <a:gd name="GluePoint17Y" fmla="*/ 280453 h 584775"/>
              <a:gd name="GluePoint18X" fmla="*/ 304322 w 584775"/>
              <a:gd name="GluePoint18Y" fmla="*/ 180206 h 584775"/>
              <a:gd name="GluePoint19X" fmla="*/ 408447 w 584775"/>
              <a:gd name="GluePoint19Y" fmla="*/ 180206 h 584775"/>
              <a:gd name="GluePoint20X" fmla="*/ 280453 w 584775"/>
              <a:gd name="GluePoint20Y" fmla="*/ 25062 h 584775"/>
              <a:gd name="GluePoint21X" fmla="*/ 280453 w 584775"/>
              <a:gd name="GluePoint21Y" fmla="*/ 156338 h 584775"/>
              <a:gd name="GluePoint22X" fmla="*/ 182295 w 584775"/>
              <a:gd name="GluePoint22Y" fmla="*/ 156338 h 584775"/>
              <a:gd name="GluePoint23X" fmla="*/ 280453 w 584775"/>
              <a:gd name="GluePoint23Y" fmla="*/ 25062 h 584775"/>
              <a:gd name="GluePoint24X" fmla="*/ 280453 w 584775"/>
              <a:gd name="GluePoint24Y" fmla="*/ 180206 h 584775"/>
              <a:gd name="GluePoint25X" fmla="*/ 280453 w 584775"/>
              <a:gd name="GluePoint25Y" fmla="*/ 280453 h 584775"/>
              <a:gd name="GluePoint26X" fmla="*/ 164095 w 584775"/>
              <a:gd name="GluePoint26Y" fmla="*/ 280453 h 584775"/>
              <a:gd name="GluePoint27X" fmla="*/ 176029 w 584775"/>
              <a:gd name="GluePoint27Y" fmla="*/ 180206 h 584775"/>
              <a:gd name="GluePoint28X" fmla="*/ 280453 w 584775"/>
              <a:gd name="GluePoint28Y" fmla="*/ 180206 h 584775"/>
              <a:gd name="GluePoint29X" fmla="*/ 140227 w 584775"/>
              <a:gd name="GluePoint29Y" fmla="*/ 280453 h 584775"/>
              <a:gd name="GluePoint30X" fmla="*/ 24167 w 584775"/>
              <a:gd name="GluePoint30Y" fmla="*/ 280453 h 584775"/>
              <a:gd name="GluePoint31X" fmla="*/ 48333 w 584775"/>
              <a:gd name="GluePoint31Y" fmla="*/ 180206 h 584775"/>
              <a:gd name="GluePoint32X" fmla="*/ 151266 w 584775"/>
              <a:gd name="GluePoint32Y" fmla="*/ 180206 h 584775"/>
              <a:gd name="GluePoint33X" fmla="*/ 140227 w 584775"/>
              <a:gd name="GluePoint33Y" fmla="*/ 280453 h 584775"/>
              <a:gd name="GluePoint34X" fmla="*/ 164095 w 584775"/>
              <a:gd name="GluePoint34Y" fmla="*/ 304322 h 584775"/>
              <a:gd name="GluePoint35X" fmla="*/ 280453 w 584775"/>
              <a:gd name="GluePoint35Y" fmla="*/ 304322 h 584775"/>
              <a:gd name="GluePoint36X" fmla="*/ 280453 w 584775"/>
              <a:gd name="GluePoint36Y" fmla="*/ 404569 h 584775"/>
              <a:gd name="GluePoint37X" fmla="*/ 176328 w 584775"/>
              <a:gd name="GluePoint37Y" fmla="*/ 404569 h 584775"/>
              <a:gd name="GluePoint38X" fmla="*/ 164095 w 584775"/>
              <a:gd name="GluePoint38Y" fmla="*/ 304322 h 584775"/>
              <a:gd name="GluePoint39X" fmla="*/ 280453 w 584775"/>
              <a:gd name="GluePoint39Y" fmla="*/ 428437 h 584775"/>
              <a:gd name="GluePoint40X" fmla="*/ 280453 w 584775"/>
              <a:gd name="GluePoint40Y" fmla="*/ 559713 h 584775"/>
              <a:gd name="GluePoint41X" fmla="*/ 182295 w 584775"/>
              <a:gd name="GluePoint41Y" fmla="*/ 428437 h 584775"/>
              <a:gd name="GluePoint42X" fmla="*/ 280453 w 584775"/>
              <a:gd name="GluePoint42Y" fmla="*/ 428437 h 584775"/>
              <a:gd name="GluePoint43X" fmla="*/ 304322 w 584775"/>
              <a:gd name="GluePoint43Y" fmla="*/ 559713 h 584775"/>
              <a:gd name="GluePoint44X" fmla="*/ 304322 w 584775"/>
              <a:gd name="GluePoint44Y" fmla="*/ 428437 h 584775"/>
              <a:gd name="GluePoint45X" fmla="*/ 402480 w 584775"/>
              <a:gd name="GluePoint45Y" fmla="*/ 428437 h 584775"/>
              <a:gd name="GluePoint46X" fmla="*/ 304322 w 584775"/>
              <a:gd name="GluePoint46Y" fmla="*/ 559713 h 584775"/>
              <a:gd name="GluePoint47X" fmla="*/ 304322 w 584775"/>
              <a:gd name="GluePoint47Y" fmla="*/ 404569 h 584775"/>
              <a:gd name="GluePoint48X" fmla="*/ 304322 w 584775"/>
              <a:gd name="GluePoint48Y" fmla="*/ 304322 h 584775"/>
              <a:gd name="GluePoint49X" fmla="*/ 420382 w 584775"/>
              <a:gd name="GluePoint49Y" fmla="*/ 304322 h 584775"/>
              <a:gd name="GluePoint50X" fmla="*/ 408447 w 584775"/>
              <a:gd name="GluePoint50Y" fmla="*/ 404569 h 584775"/>
              <a:gd name="GluePoint51X" fmla="*/ 304322 w 584775"/>
              <a:gd name="GluePoint51Y" fmla="*/ 404569 h 584775"/>
              <a:gd name="GluePoint52X" fmla="*/ 444250 w 584775"/>
              <a:gd name="GluePoint52Y" fmla="*/ 304322 h 584775"/>
              <a:gd name="GluePoint53X" fmla="*/ 560310 w 584775"/>
              <a:gd name="GluePoint53Y" fmla="*/ 304322 h 584775"/>
              <a:gd name="GluePoint54X" fmla="*/ 536143 w 584775"/>
              <a:gd name="GluePoint54Y" fmla="*/ 404569 h 584775"/>
              <a:gd name="GluePoint55X" fmla="*/ 433211 w 584775"/>
              <a:gd name="GluePoint55Y" fmla="*/ 404569 h 584775"/>
              <a:gd name="GluePoint56X" fmla="*/ 444250 w 584775"/>
              <a:gd name="GluePoint56Y" fmla="*/ 304322 h 584775"/>
              <a:gd name="GluePoint57X" fmla="*/ 444250 w 584775"/>
              <a:gd name="GluePoint57Y" fmla="*/ 280453 h 584775"/>
              <a:gd name="GluePoint58X" fmla="*/ 433211 w 584775"/>
              <a:gd name="GluePoint58Y" fmla="*/ 180206 h 584775"/>
              <a:gd name="GluePoint59X" fmla="*/ 536143 w 584775"/>
              <a:gd name="GluePoint59Y" fmla="*/ 180206 h 584775"/>
              <a:gd name="GluePoint60X" fmla="*/ 560310 w 584775"/>
              <a:gd name="GluePoint60Y" fmla="*/ 280453 h 584775"/>
              <a:gd name="GluePoint61X" fmla="*/ 444250 w 584775"/>
              <a:gd name="GluePoint61Y" fmla="*/ 280453 h 584775"/>
              <a:gd name="GluePoint62X" fmla="*/ 523911 w 584775"/>
              <a:gd name="GluePoint62Y" fmla="*/ 156338 h 584775"/>
              <a:gd name="GluePoint63X" fmla="*/ 427840 w 584775"/>
              <a:gd name="GluePoint63Y" fmla="*/ 156338 h 584775"/>
              <a:gd name="GluePoint64X" fmla="*/ 364589 w 584775"/>
              <a:gd name="GluePoint64Y" fmla="*/ 33714 h 584775"/>
              <a:gd name="GluePoint65X" fmla="*/ 523911 w 584775"/>
              <a:gd name="GluePoint65Y" fmla="*/ 156338 h 584775"/>
              <a:gd name="GluePoint66X" fmla="*/ 220484 w 584775"/>
              <a:gd name="GluePoint66Y" fmla="*/ 33714 h 584775"/>
              <a:gd name="GluePoint67X" fmla="*/ 157233 w 584775"/>
              <a:gd name="GluePoint67Y" fmla="*/ 156338 h 584775"/>
              <a:gd name="GluePoint68X" fmla="*/ 60864 w 584775"/>
              <a:gd name="GluePoint68Y" fmla="*/ 156338 h 584775"/>
              <a:gd name="GluePoint69X" fmla="*/ 220484 w 584775"/>
              <a:gd name="GluePoint69Y" fmla="*/ 33714 h 584775"/>
              <a:gd name="GluePoint70X" fmla="*/ 60864 w 584775"/>
              <a:gd name="GluePoint70Y" fmla="*/ 428437 h 584775"/>
              <a:gd name="GluePoint71X" fmla="*/ 156935 w 584775"/>
              <a:gd name="GluePoint71Y" fmla="*/ 428437 h 584775"/>
              <a:gd name="GluePoint72X" fmla="*/ 220186 w 584775"/>
              <a:gd name="GluePoint72Y" fmla="*/ 551061 h 584775"/>
              <a:gd name="GluePoint73X" fmla="*/ 60864 w 584775"/>
              <a:gd name="GluePoint73Y" fmla="*/ 428437 h 584775"/>
              <a:gd name="GluePoint74X" fmla="*/ 364291 w 584775"/>
              <a:gd name="GluePoint74Y" fmla="*/ 551061 h 584775"/>
              <a:gd name="GluePoint75X" fmla="*/ 427542 w 584775"/>
              <a:gd name="GluePoint75Y" fmla="*/ 428437 h 584775"/>
              <a:gd name="GluePoint76X" fmla="*/ 523612 w 584775"/>
              <a:gd name="GluePoint76Y" fmla="*/ 428437 h 584775"/>
              <a:gd name="GluePoint77X" fmla="*/ 364291 w 584775"/>
              <a:gd name="GluePoint77Y" fmla="*/ 551061 h 5847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 ang="0">
                <a:pos x="GluePoint73X" y="GluePoint73Y"/>
              </a:cxn>
              <a:cxn ang="0">
                <a:pos x="GluePoint74X" y="GluePoint74Y"/>
              </a:cxn>
              <a:cxn ang="0">
                <a:pos x="GluePoint75X" y="GluePoint75Y"/>
              </a:cxn>
              <a:cxn ang="0">
                <a:pos x="GluePoint76X" y="GluePoint76Y"/>
              </a:cxn>
              <a:cxn ang="0">
                <a:pos x="GluePoint77X" y="GluePoint77Y"/>
              </a:cxn>
            </a:cxnLst>
            <a:rect l="textAreaLeft" t="textAreaTop" r="textAreaRight" b="textAreaBottom"/>
            <a:pathLst>
              <a:path w="584775" h="584775">
                <a:moveTo>
                  <a:pt x="292388" y="0"/>
                </a:moveTo>
                <a:cubicBezTo>
                  <a:pt x="131276" y="0"/>
                  <a:pt x="0" y="131276"/>
                  <a:pt x="0" y="292388"/>
                </a:cubicBezTo>
                <a:cubicBezTo>
                  <a:pt x="0" y="453499"/>
                  <a:pt x="131276" y="584775"/>
                  <a:pt x="292388" y="584775"/>
                </a:cubicBezTo>
                <a:cubicBezTo>
                  <a:pt x="453499" y="584775"/>
                  <a:pt x="584775" y="453499"/>
                  <a:pt x="584775" y="292388"/>
                </a:cubicBezTo>
                <a:cubicBezTo>
                  <a:pt x="584775" y="131276"/>
                  <a:pt x="453499" y="0"/>
                  <a:pt x="292388" y="0"/>
                </a:cubicBezTo>
                <a:close/>
                <a:moveTo>
                  <a:pt x="24167" y="304322"/>
                </a:moveTo>
                <a:lnTo>
                  <a:pt x="140227" y="304322"/>
                </a:lnTo>
                <a:cubicBezTo>
                  <a:pt x="140823" y="339826"/>
                  <a:pt x="144702" y="373540"/>
                  <a:pt x="151266" y="404569"/>
                </a:cubicBezTo>
                <a:lnTo>
                  <a:pt x="48333" y="404569"/>
                </a:lnTo>
                <a:cubicBezTo>
                  <a:pt x="34311" y="373838"/>
                  <a:pt x="25658" y="339826"/>
                  <a:pt x="24167" y="304322"/>
                </a:cubicBezTo>
                <a:close/>
                <a:moveTo>
                  <a:pt x="304322" y="156338"/>
                </a:moveTo>
                <a:lnTo>
                  <a:pt x="304322" y="25062"/>
                </a:lnTo>
                <a:cubicBezTo>
                  <a:pt x="345495" y="33416"/>
                  <a:pt x="381596" y="84434"/>
                  <a:pt x="402480" y="156338"/>
                </a:cubicBezTo>
                <a:lnTo>
                  <a:pt x="304322" y="156338"/>
                </a:lnTo>
                <a:close/>
                <a:moveTo>
                  <a:pt x="408447" y="180206"/>
                </a:moveTo>
                <a:cubicBezTo>
                  <a:pt x="415310" y="210937"/>
                  <a:pt x="419785" y="244949"/>
                  <a:pt x="420382" y="280453"/>
                </a:cubicBezTo>
                <a:lnTo>
                  <a:pt x="304322" y="280453"/>
                </a:lnTo>
                <a:lnTo>
                  <a:pt x="304322" y="180206"/>
                </a:lnTo>
                <a:lnTo>
                  <a:pt x="408447" y="180206"/>
                </a:lnTo>
                <a:close/>
                <a:moveTo>
                  <a:pt x="280453" y="25062"/>
                </a:moveTo>
                <a:lnTo>
                  <a:pt x="280453" y="156338"/>
                </a:lnTo>
                <a:lnTo>
                  <a:pt x="182295" y="156338"/>
                </a:lnTo>
                <a:cubicBezTo>
                  <a:pt x="203179" y="84733"/>
                  <a:pt x="239280" y="33416"/>
                  <a:pt x="280453" y="25062"/>
                </a:cubicBezTo>
                <a:close/>
                <a:moveTo>
                  <a:pt x="280453" y="180206"/>
                </a:moveTo>
                <a:lnTo>
                  <a:pt x="280453" y="280453"/>
                </a:lnTo>
                <a:lnTo>
                  <a:pt x="164095" y="280453"/>
                </a:lnTo>
                <a:cubicBezTo>
                  <a:pt x="164990" y="244949"/>
                  <a:pt x="169167" y="211235"/>
                  <a:pt x="176029" y="180206"/>
                </a:cubicBezTo>
                <a:lnTo>
                  <a:pt x="280453" y="180206"/>
                </a:lnTo>
                <a:close/>
                <a:moveTo>
                  <a:pt x="140227" y="280453"/>
                </a:moveTo>
                <a:lnTo>
                  <a:pt x="24167" y="280453"/>
                </a:lnTo>
                <a:cubicBezTo>
                  <a:pt x="25658" y="244949"/>
                  <a:pt x="34311" y="210937"/>
                  <a:pt x="48333" y="180206"/>
                </a:cubicBezTo>
                <a:lnTo>
                  <a:pt x="151266" y="180206"/>
                </a:lnTo>
                <a:cubicBezTo>
                  <a:pt x="145000" y="211235"/>
                  <a:pt x="141122" y="244949"/>
                  <a:pt x="140227" y="280453"/>
                </a:cubicBezTo>
                <a:close/>
                <a:moveTo>
                  <a:pt x="164095" y="304322"/>
                </a:moveTo>
                <a:lnTo>
                  <a:pt x="280453" y="304322"/>
                </a:lnTo>
                <a:lnTo>
                  <a:pt x="280453" y="404569"/>
                </a:lnTo>
                <a:lnTo>
                  <a:pt x="176328" y="404569"/>
                </a:lnTo>
                <a:cubicBezTo>
                  <a:pt x="169167" y="373540"/>
                  <a:pt x="164990" y="339826"/>
                  <a:pt x="164095" y="304322"/>
                </a:cubicBezTo>
                <a:close/>
                <a:moveTo>
                  <a:pt x="280453" y="428437"/>
                </a:moveTo>
                <a:lnTo>
                  <a:pt x="280453" y="559713"/>
                </a:lnTo>
                <a:cubicBezTo>
                  <a:pt x="239280" y="551359"/>
                  <a:pt x="203179" y="500341"/>
                  <a:pt x="182295" y="428437"/>
                </a:cubicBezTo>
                <a:lnTo>
                  <a:pt x="280453" y="428437"/>
                </a:lnTo>
                <a:close/>
                <a:moveTo>
                  <a:pt x="304322" y="559713"/>
                </a:moveTo>
                <a:lnTo>
                  <a:pt x="304322" y="428437"/>
                </a:lnTo>
                <a:lnTo>
                  <a:pt x="402480" y="428437"/>
                </a:lnTo>
                <a:cubicBezTo>
                  <a:pt x="381596" y="500042"/>
                  <a:pt x="345495" y="551359"/>
                  <a:pt x="304322" y="559713"/>
                </a:cubicBezTo>
                <a:close/>
                <a:moveTo>
                  <a:pt x="304322" y="404569"/>
                </a:moveTo>
                <a:lnTo>
                  <a:pt x="304322" y="304322"/>
                </a:lnTo>
                <a:lnTo>
                  <a:pt x="420382" y="304322"/>
                </a:lnTo>
                <a:cubicBezTo>
                  <a:pt x="419487" y="339826"/>
                  <a:pt x="415310" y="373540"/>
                  <a:pt x="408447" y="404569"/>
                </a:cubicBezTo>
                <a:lnTo>
                  <a:pt x="304322" y="404569"/>
                </a:lnTo>
                <a:close/>
                <a:moveTo>
                  <a:pt x="444250" y="304322"/>
                </a:moveTo>
                <a:lnTo>
                  <a:pt x="560310" y="304322"/>
                </a:lnTo>
                <a:cubicBezTo>
                  <a:pt x="558818" y="339826"/>
                  <a:pt x="550166" y="373838"/>
                  <a:pt x="536143" y="404569"/>
                </a:cubicBezTo>
                <a:lnTo>
                  <a:pt x="433211" y="404569"/>
                </a:lnTo>
                <a:cubicBezTo>
                  <a:pt x="439775" y="373540"/>
                  <a:pt x="443653" y="339826"/>
                  <a:pt x="444250" y="304322"/>
                </a:cubicBezTo>
                <a:close/>
                <a:moveTo>
                  <a:pt x="444250" y="280453"/>
                </a:moveTo>
                <a:cubicBezTo>
                  <a:pt x="443653" y="244949"/>
                  <a:pt x="439775" y="211235"/>
                  <a:pt x="433211" y="180206"/>
                </a:cubicBezTo>
                <a:lnTo>
                  <a:pt x="536143" y="180206"/>
                </a:lnTo>
                <a:cubicBezTo>
                  <a:pt x="550464" y="210937"/>
                  <a:pt x="558818" y="244651"/>
                  <a:pt x="560310" y="280453"/>
                </a:cubicBezTo>
                <a:lnTo>
                  <a:pt x="444250" y="280453"/>
                </a:lnTo>
                <a:close/>
                <a:moveTo>
                  <a:pt x="523911" y="156338"/>
                </a:moveTo>
                <a:lnTo>
                  <a:pt x="427840" y="156338"/>
                </a:lnTo>
                <a:cubicBezTo>
                  <a:pt x="413818" y="103827"/>
                  <a:pt x="391740" y="61163"/>
                  <a:pt x="364589" y="33714"/>
                </a:cubicBezTo>
                <a:cubicBezTo>
                  <a:pt x="432017" y="52510"/>
                  <a:pt x="489003" y="97264"/>
                  <a:pt x="523911" y="156338"/>
                </a:cubicBezTo>
                <a:close/>
                <a:moveTo>
                  <a:pt x="220484" y="33714"/>
                </a:moveTo>
                <a:cubicBezTo>
                  <a:pt x="193334" y="61163"/>
                  <a:pt x="171256" y="103827"/>
                  <a:pt x="157233" y="156338"/>
                </a:cubicBezTo>
                <a:lnTo>
                  <a:pt x="60864" y="156338"/>
                </a:lnTo>
                <a:cubicBezTo>
                  <a:pt x="95772" y="97264"/>
                  <a:pt x="152758" y="52510"/>
                  <a:pt x="220484" y="33714"/>
                </a:cubicBezTo>
                <a:close/>
                <a:moveTo>
                  <a:pt x="60864" y="428437"/>
                </a:moveTo>
                <a:lnTo>
                  <a:pt x="156935" y="428437"/>
                </a:lnTo>
                <a:cubicBezTo>
                  <a:pt x="170957" y="480948"/>
                  <a:pt x="193035" y="523612"/>
                  <a:pt x="220186" y="551061"/>
                </a:cubicBezTo>
                <a:cubicBezTo>
                  <a:pt x="152758" y="532265"/>
                  <a:pt x="95772" y="487511"/>
                  <a:pt x="60864" y="428437"/>
                </a:cubicBezTo>
                <a:close/>
                <a:moveTo>
                  <a:pt x="364291" y="551061"/>
                </a:moveTo>
                <a:cubicBezTo>
                  <a:pt x="391441" y="523612"/>
                  <a:pt x="413519" y="480948"/>
                  <a:pt x="427542" y="428437"/>
                </a:cubicBezTo>
                <a:lnTo>
                  <a:pt x="523612" y="428437"/>
                </a:lnTo>
                <a:cubicBezTo>
                  <a:pt x="489003" y="487511"/>
                  <a:pt x="432017" y="532265"/>
                  <a:pt x="364291" y="551061"/>
                </a:cubicBezTo>
                <a:close/>
              </a:path>
            </a:pathLst>
          </a:custGeom>
          <a:solidFill>
            <a:schemeClr val="tx1"/>
          </a:solidFill>
          <a:ln w="2964">
            <a:noFill/>
          </a:ln>
        </p:spPr>
        <p:style>
          <a:lnRef idx="0"/>
          <a:fillRef idx="0"/>
          <a:effectRef idx="0"/>
          <a:fontRef idx="minor"/>
        </p:style>
        <p:txBody>
          <a:bodyPr lIns="90000" tIns="45000" rIns="90000" bIns="45000" anchor="ctr">
            <a:noAutofit/>
          </a:bodyPr>
          <a:p>
            <a:pPr/>
            <a:endParaRPr lang="fr-FR" sz="1800" b="0" u="none" strike="noStrike">
              <a:solidFill>
                <a:srgbClr val="000000"/>
              </a:solidFill>
              <a:effectLst/>
              <a:uFillTx/>
              <a:latin typeface="Calibri"/>
            </a:endParaRPr>
          </a:p>
        </p:txBody>
      </p:sp>
    </p:spTree>
  </p:cSld>
  <p:transition spd="slow">
    <p:fade/>
  </p:transition>
  <p:timing>
    <p:tnLst>
      <p:par>
        <p:cTn id="43" dur="indefinite" restart="never" nodeType="tmRoot">
          <p:childTnLst>
            <p:seq>
              <p:cTn id="44" dur="indefinite" nodeType="mainSeq">
                <p:childTnLst>
                  <p:par>
                    <p:cTn id="45" fill="hold">
                      <p:stCondLst>
                        <p:cond delay="0"/>
                      </p:stCondLst>
                      <p:childTnLst>
                        <p:par>
                          <p:cTn id="46" fill="hold">
                            <p:stCondLst>
                              <p:cond delay="0"/>
                            </p:stCondLst>
                            <p:childTnLst>
                              <p:par>
                                <p:cTn id="47" presetID="22" presetClass="entr" fill="hold" nodeType="afterEffect" presetSubtype="8">
                                  <p:stCondLst>
                                    <p:cond delay="0"/>
                                  </p:stCondLst>
                                  <p:childTnLst>
                                    <p:set>
                                      <p:cBhvr>
                                        <p:cTn id="48" dur="1" fill="hold">
                                          <p:stCondLst>
                                            <p:cond delay="0"/>
                                          </p:stCondLst>
                                        </p:cTn>
                                        <p:tgtEl>
                                          <p:spTgt spid="882"/>
                                        </p:tgtEl>
                                        <p:attrNameLst>
                                          <p:attrName>style.visibility</p:attrName>
                                        </p:attrNameLst>
                                      </p:cBhvr>
                                      <p:to>
                                        <p:strVal val="visible"/>
                                      </p:to>
                                    </p:set>
                                    <p:animEffect transition="in" filter="wipe(left)">
                                      <p:cBhvr additive="repl">
                                        <p:cTn id="49" dur="500"/>
                                        <p:tgtEl>
                                          <p:spTgt spid="882"/>
                                        </p:tgtEl>
                                      </p:cBhvr>
                                    </p:animEffect>
                                  </p:childTnLst>
                                </p:cTn>
                              </p:par>
                            </p:childTnLst>
                          </p:cTn>
                        </p:par>
                        <p:par>
                          <p:cTn id="50" fill="hold">
                            <p:stCondLst>
                              <p:cond delay="500"/>
                            </p:stCondLst>
                            <p:childTnLst>
                              <p:par>
                                <p:cTn id="51" presetID="22" presetClass="entr" fill="hold" nodeType="afterEffect" presetSubtype="8">
                                  <p:stCondLst>
                                    <p:cond delay="250"/>
                                  </p:stCondLst>
                                  <p:childTnLst>
                                    <p:set>
                                      <p:cBhvr>
                                        <p:cTn id="52" dur="1" fill="hold">
                                          <p:stCondLst>
                                            <p:cond delay="0"/>
                                          </p:stCondLst>
                                        </p:cTn>
                                        <p:tgtEl>
                                          <p:spTgt spid="884"/>
                                        </p:tgtEl>
                                        <p:attrNameLst>
                                          <p:attrName>style.visibility</p:attrName>
                                        </p:attrNameLst>
                                      </p:cBhvr>
                                      <p:to>
                                        <p:strVal val="visible"/>
                                      </p:to>
                                    </p:set>
                                    <p:animEffect transition="in" filter="wipe(left)">
                                      <p:cBhvr additive="repl">
                                        <p:cTn id="53" dur="750"/>
                                        <p:tgtEl>
                                          <p:spTgt spid="884"/>
                                        </p:tgtEl>
                                      </p:cBhvr>
                                    </p:animEffect>
                                  </p:childTnLst>
                                </p:cTn>
                              </p:par>
                            </p:childTnLst>
                          </p:cTn>
                        </p:par>
                        <p:par>
                          <p:cTn id="54" fill="hold">
                            <p:stCondLst>
                              <p:cond delay="1500"/>
                            </p:stCondLst>
                            <p:childTnLst>
                              <p:par>
                                <p:cTn id="55" presetID="22" presetClass="entr" fill="hold" nodeType="afterEffect" presetSubtype="8">
                                  <p:stCondLst>
                                    <p:cond delay="250"/>
                                  </p:stCondLst>
                                  <p:childTnLst>
                                    <p:set>
                                      <p:cBhvr>
                                        <p:cTn id="56" dur="1" fill="hold">
                                          <p:stCondLst>
                                            <p:cond delay="0"/>
                                          </p:stCondLst>
                                        </p:cTn>
                                        <p:tgtEl>
                                          <p:spTgt spid="883">
                                            <p:txEl>
                                              <p:pRg st="0" end="0"/>
                                            </p:txEl>
                                          </p:spTgt>
                                        </p:tgtEl>
                                        <p:attrNameLst>
                                          <p:attrName>style.visibility</p:attrName>
                                        </p:attrNameLst>
                                      </p:cBhvr>
                                      <p:to>
                                        <p:strVal val="visible"/>
                                      </p:to>
                                    </p:set>
                                    <p:animEffect transition="in" filter="wipe(left)">
                                      <p:cBhvr additive="repl">
                                        <p:cTn id="57" dur="750"/>
                                        <p:tgtEl>
                                          <p:spTgt spid="883">
                                            <p:txEl>
                                              <p:pRg st="0" end="0"/>
                                            </p:txEl>
                                          </p:spTgt>
                                        </p:tgtEl>
                                      </p:cBhvr>
                                    </p:animEffect>
                                  </p:childTnLst>
                                </p:cTn>
                              </p:par>
                            </p:childTnLst>
                          </p:cTn>
                        </p:par>
                        <p:par>
                          <p:cTn id="58" fill="hold">
                            <p:stCondLst>
                              <p:cond delay="2500"/>
                            </p:stCondLst>
                            <p:childTnLst>
                              <p:par>
                                <p:cTn id="59" presetID="22" presetClass="entr" fill="hold" nodeType="afterEffect" presetSubtype="8">
                                  <p:stCondLst>
                                    <p:cond delay="250"/>
                                  </p:stCondLst>
                                  <p:childTnLst>
                                    <p:set>
                                      <p:cBhvr>
                                        <p:cTn id="60" dur="1" fill="hold">
                                          <p:stCondLst>
                                            <p:cond delay="0"/>
                                          </p:stCondLst>
                                        </p:cTn>
                                        <p:tgtEl>
                                          <p:spTgt spid="883">
                                            <p:txEl>
                                              <p:pRg st="1" end="1"/>
                                            </p:txEl>
                                          </p:spTgt>
                                        </p:tgtEl>
                                        <p:attrNameLst>
                                          <p:attrName>style.visibility</p:attrName>
                                        </p:attrNameLst>
                                      </p:cBhvr>
                                      <p:to>
                                        <p:strVal val="visible"/>
                                      </p:to>
                                    </p:set>
                                    <p:animEffect transition="in" filter="wipe(left)">
                                      <p:cBhvr additive="repl">
                                        <p:cTn id="61" dur="750"/>
                                        <p:tgtEl>
                                          <p:spTgt spid="883">
                                            <p:txEl>
                                              <p:pRg st="1" end="1"/>
                                            </p:txEl>
                                          </p:spTgt>
                                        </p:tgtEl>
                                      </p:cBhvr>
                                    </p:animEffect>
                                  </p:childTnLst>
                                </p:cTn>
                              </p:par>
                            </p:childTnLst>
                          </p:cTn>
                        </p:par>
                        <p:par>
                          <p:cTn id="62" fill="hold">
                            <p:stCondLst>
                              <p:cond delay="3500"/>
                            </p:stCondLst>
                            <p:childTnLst>
                              <p:par>
                                <p:cTn id="63" presetID="22" presetClass="entr" fill="hold" nodeType="afterEffect" presetSubtype="8">
                                  <p:stCondLst>
                                    <p:cond delay="250"/>
                                  </p:stCondLst>
                                  <p:childTnLst>
                                    <p:set>
                                      <p:cBhvr>
                                        <p:cTn id="64" dur="1" fill="hold">
                                          <p:stCondLst>
                                            <p:cond delay="0"/>
                                          </p:stCondLst>
                                        </p:cTn>
                                        <p:tgtEl>
                                          <p:spTgt spid="893"/>
                                        </p:tgtEl>
                                        <p:attrNameLst>
                                          <p:attrName>style.visibility</p:attrName>
                                        </p:attrNameLst>
                                      </p:cBhvr>
                                      <p:to>
                                        <p:strVal val="visible"/>
                                      </p:to>
                                    </p:set>
                                    <p:animEffect transition="in" filter="wipe(left)">
                                      <p:cBhvr additive="repl">
                                        <p:cTn id="65" dur="750"/>
                                        <p:tgtEl>
                                          <p:spTgt spid="8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lumMod val="40000"/>
            <a:lumOff val="60000"/>
          </a:schemeClr>
        </a:solidFill>
      </p:bgPr>
    </p:bg>
    <p:spTree>
      <p:nvGrpSpPr>
        <p:cNvPr id="1" name=""/>
        <p:cNvGrpSpPr/>
        <p:nvPr/>
      </p:nvGrpSpPr>
      <p:grpSpPr>
        <a:xfrm>
          <a:off x="0" y="0"/>
          <a:ext cx="0" cy="0"/>
          <a:chOff x="0" y="0"/>
          <a:chExt cx="0" cy="0"/>
        </a:xfrm>
      </p:grpSpPr>
      <p:sp>
        <p:nvSpPr>
          <p:cNvPr id="895" name="TextBox 9"/>
          <p:cNvSpPr/>
          <p:nvPr/>
        </p:nvSpPr>
        <p:spPr>
          <a:xfrm>
            <a:off x="2105640" y="1815840"/>
            <a:ext cx="4925520" cy="81936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rgbClr val="000000"/>
                </a:solidFill>
                <a:effectLst/>
                <a:uFillTx/>
                <a:latin typeface="Calibri"/>
                <a:ea typeface="Calibri"/>
              </a:rPr>
              <a:t>Conception de réseaux performant et fiable</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Nous bâtissons des infrastructures résilientes, tolérantes aux pannes et évolutives</a:t>
            </a:r>
            <a:endParaRPr lang="en-US" sz="1400" b="0" u="none" strike="noStrike">
              <a:solidFill>
                <a:srgbClr val="000000"/>
              </a:solidFill>
              <a:effectLst/>
              <a:uFillTx/>
              <a:latin typeface="Arial"/>
            </a:endParaRPr>
          </a:p>
        </p:txBody>
      </p:sp>
      <p:sp>
        <p:nvSpPr>
          <p:cNvPr id="896" name="TextBox 14"/>
          <p:cNvSpPr/>
          <p:nvPr/>
        </p:nvSpPr>
        <p:spPr>
          <a:xfrm>
            <a:off x="2088000" y="5460840"/>
            <a:ext cx="4480200" cy="104976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rgbClr val="000000"/>
                </a:solidFill>
                <a:effectLst/>
                <a:uFillTx/>
                <a:latin typeface="Calibri"/>
                <a:ea typeface="Calibri"/>
              </a:rPr>
              <a:t>Supervision et Réactivité</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Surveillance continue de vos équipements et réponse immédiate aux incidents pour garantir la continuité de vos services.</a:t>
            </a:r>
            <a:endParaRPr lang="en-US" sz="1400" b="0" u="none" strike="noStrike">
              <a:solidFill>
                <a:srgbClr val="000000"/>
              </a:solidFill>
              <a:effectLst/>
              <a:uFillTx/>
              <a:latin typeface="Arial"/>
            </a:endParaRPr>
          </a:p>
        </p:txBody>
      </p:sp>
      <p:sp>
        <p:nvSpPr>
          <p:cNvPr id="897" name="TextBox 16"/>
          <p:cNvSpPr/>
          <p:nvPr/>
        </p:nvSpPr>
        <p:spPr>
          <a:xfrm>
            <a:off x="2559960" y="3569400"/>
            <a:ext cx="4925520" cy="104976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rgbClr val="000000"/>
                </a:solidFill>
                <a:effectLst/>
                <a:uFillTx/>
                <a:latin typeface="Calibri"/>
                <a:ea typeface="Calibri"/>
              </a:rPr>
              <a:t>Solutions de sécurité de nouvelle génération</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Nous mettons en place une sécurité multicouches adapté aux nouveaux enjeux de cybersécurité. </a:t>
            </a:r>
            <a:endParaRPr lang="en-US" sz="1400" b="0" u="none" strike="noStrike">
              <a:solidFill>
                <a:srgbClr val="000000"/>
              </a:solidFill>
              <a:effectLst/>
              <a:uFillTx/>
              <a:latin typeface="Arial"/>
            </a:endParaRPr>
          </a:p>
          <a:p>
            <a:pPr defTabSz="457200">
              <a:lnSpc>
                <a:spcPct val="95000"/>
              </a:lnSpc>
              <a:spcAft>
                <a:spcPts val="201"/>
              </a:spcAft>
            </a:pPr>
            <a:endParaRPr lang="en-US" sz="1400" b="0" u="none" strike="noStrike">
              <a:solidFill>
                <a:srgbClr val="000000"/>
              </a:solidFill>
              <a:effectLst/>
              <a:uFillTx/>
              <a:latin typeface="Arial"/>
            </a:endParaRPr>
          </a:p>
        </p:txBody>
      </p:sp>
      <p:sp>
        <p:nvSpPr>
          <p:cNvPr id="898" name="Arc 1"/>
          <p:cNvSpPr/>
          <p:nvPr/>
        </p:nvSpPr>
        <p:spPr>
          <a:xfrm rot="1860000">
            <a:off x="-4337640" y="547200"/>
            <a:ext cx="6476400" cy="6860520"/>
          </a:xfrm>
          <a:prstGeom prst="arc">
            <a:avLst>
              <a:gd name="adj1" fmla="val 15237959"/>
              <a:gd name="adj2" fmla="val 1845941"/>
            </a:avLst>
          </a:prstGeom>
          <a:noFill/>
          <a:ln w="12700">
            <a:solidFill>
              <a:srgbClr val="92D050"/>
            </a:solidFill>
          </a:ln>
        </p:spPr>
        <p:style>
          <a:lnRef idx="1">
            <a:schemeClr val="accent1"/>
          </a:lnRef>
          <a:fillRef idx="0">
            <a:schemeClr val="accent1"/>
          </a:fillRef>
          <a:effectRef idx="0">
            <a:schemeClr val="accent1"/>
          </a:effectRef>
          <a:fontRef idx="minor"/>
        </p:style>
        <p:txBody>
          <a:bodyPr lIns="90000" tIns="45000" rIns="90000" bIns="45000" anchor="ctr">
            <a:noAutofit/>
          </a:bodyPr>
          <a:p>
            <a:pPr/>
            <a:endParaRPr lang="fr-FR" sz="1800" b="0" u="none" strike="noStrike">
              <a:solidFill>
                <a:schemeClr val="dk1"/>
              </a:solidFill>
              <a:effectLst/>
              <a:uFillTx/>
              <a:latin typeface="Calibri"/>
            </a:endParaRPr>
          </a:p>
        </p:txBody>
      </p:sp>
      <p:sp>
        <p:nvSpPr>
          <p:cNvPr id="899" name="Oval 8"/>
          <p:cNvSpPr/>
          <p:nvPr/>
        </p:nvSpPr>
        <p:spPr>
          <a:xfrm>
            <a:off x="1505160" y="1826640"/>
            <a:ext cx="401760" cy="401760"/>
          </a:xfrm>
          <a:prstGeom prst="ellipse">
            <a:avLst/>
          </a:prstGeom>
          <a:solidFill>
            <a:srgbClr val="92D050"/>
          </a:solidFill>
          <a:ln w="38100">
            <a:solidFill>
              <a:srgbClr val="92D05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sp>
        <p:nvSpPr>
          <p:cNvPr id="900" name="Oval 12"/>
          <p:cNvSpPr/>
          <p:nvPr/>
        </p:nvSpPr>
        <p:spPr>
          <a:xfrm>
            <a:off x="1505160" y="5486040"/>
            <a:ext cx="401760" cy="401760"/>
          </a:xfrm>
          <a:prstGeom prst="ellipse">
            <a:avLst/>
          </a:prstGeom>
          <a:solidFill>
            <a:srgbClr val="92D050"/>
          </a:solidFill>
          <a:ln w="38100">
            <a:solidFill>
              <a:srgbClr val="92D05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sp>
        <p:nvSpPr>
          <p:cNvPr id="901" name="PlaceHolder 1"/>
          <p:cNvSpPr>
            <a:spLocks noGrp="1"/>
          </p:cNvSpPr>
          <p:nvPr>
            <p:ph type="title"/>
          </p:nvPr>
        </p:nvSpPr>
        <p:spPr>
          <a:xfrm>
            <a:off x="353160" y="162000"/>
            <a:ext cx="11314800" cy="755280"/>
          </a:xfrm>
          <a:prstGeom prst="rect">
            <a:avLst/>
          </a:prstGeom>
          <a:noFill/>
          <a:ln w="0">
            <a:noFill/>
          </a:ln>
        </p:spPr>
        <p:txBody>
          <a:bodyPr lIns="91440" tIns="45720" rIns="91440" bIns="45720" anchor="ctr">
            <a:noAutofit/>
          </a:bodyPr>
          <a:p>
            <a:pPr indent="0" algn="l" defTabSz="914400">
              <a:lnSpc>
                <a:spcPct val="90000"/>
              </a:lnSpc>
              <a:buNone/>
            </a:pPr>
            <a:r>
              <a:rPr lang="fr-FR" sz="3600" b="1" u="none" strike="noStrike">
                <a:solidFill>
                  <a:schemeClr val="dk1"/>
                </a:solidFill>
                <a:effectLst/>
                <a:uFillTx/>
                <a:latin typeface="Calibri"/>
                <a:ea typeface="Calibri"/>
              </a:rPr>
              <a:t>Réseaux &amp; Sécurité infrastructure</a:t>
            </a:r>
            <a:endParaRPr lang="fr-FR" sz="3600" b="1" u="none" strike="noStrike">
              <a:solidFill>
                <a:schemeClr val="dk1"/>
              </a:solidFill>
              <a:effectLst/>
              <a:uFillTx/>
              <a:latin typeface="Arial"/>
            </a:endParaRPr>
          </a:p>
        </p:txBody>
      </p:sp>
      <p:sp>
        <p:nvSpPr>
          <p:cNvPr id="902" name="Oval 2"/>
          <p:cNvSpPr/>
          <p:nvPr/>
        </p:nvSpPr>
        <p:spPr>
          <a:xfrm>
            <a:off x="2018520" y="3579120"/>
            <a:ext cx="401760" cy="401760"/>
          </a:xfrm>
          <a:prstGeom prst="ellipse">
            <a:avLst/>
          </a:prstGeom>
          <a:solidFill>
            <a:srgbClr val="92D050"/>
          </a:solidFill>
          <a:ln w="38100">
            <a:solidFill>
              <a:srgbClr val="92D05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sp>
        <p:nvSpPr>
          <p:cNvPr id="903" name="Icon_Globe"/>
          <p:cNvSpPr/>
          <p:nvPr/>
        </p:nvSpPr>
        <p:spPr>
          <a:xfrm>
            <a:off x="398880" y="3163320"/>
            <a:ext cx="1197000" cy="1243800"/>
          </a:xfrm>
          <a:custGeom>
            <a:avLst/>
            <a:gdLst>
              <a:gd name="textAreaLeft" fmla="*/ 0 w 1197000"/>
              <a:gd name="textAreaRight" fmla="*/ 1197360 w 1197000"/>
              <a:gd name="textAreaTop" fmla="*/ 0 h 1243800"/>
              <a:gd name="textAreaBottom" fmla="*/ 1244160 h 1243800"/>
              <a:gd name="GluePoint1X" fmla="*/ 292388 w 584775"/>
              <a:gd name="GluePoint1Y" fmla="*/ 0 h 584775"/>
              <a:gd name="GluePoint2X" fmla="*/ 0 w 584775"/>
              <a:gd name="GluePoint2Y" fmla="*/ 292388 h 584775"/>
              <a:gd name="GluePoint3X" fmla="*/ 292388 w 584775"/>
              <a:gd name="GluePoint3Y" fmla="*/ 584775 h 584775"/>
              <a:gd name="GluePoint4X" fmla="*/ 584775 w 584775"/>
              <a:gd name="GluePoint4Y" fmla="*/ 292388 h 584775"/>
              <a:gd name="GluePoint5X" fmla="*/ 292388 w 584775"/>
              <a:gd name="GluePoint5Y" fmla="*/ 0 h 584775"/>
              <a:gd name="GluePoint6X" fmla="*/ 24167 w 584775"/>
              <a:gd name="GluePoint6Y" fmla="*/ 304322 h 584775"/>
              <a:gd name="GluePoint7X" fmla="*/ 140227 w 584775"/>
              <a:gd name="GluePoint7Y" fmla="*/ 304322 h 584775"/>
              <a:gd name="GluePoint8X" fmla="*/ 151266 w 584775"/>
              <a:gd name="GluePoint8Y" fmla="*/ 404569 h 584775"/>
              <a:gd name="GluePoint9X" fmla="*/ 48333 w 584775"/>
              <a:gd name="GluePoint9Y" fmla="*/ 404569 h 584775"/>
              <a:gd name="GluePoint10X" fmla="*/ 24167 w 584775"/>
              <a:gd name="GluePoint10Y" fmla="*/ 304322 h 584775"/>
              <a:gd name="GluePoint11X" fmla="*/ 304322 w 584775"/>
              <a:gd name="GluePoint11Y" fmla="*/ 156338 h 584775"/>
              <a:gd name="GluePoint12X" fmla="*/ 304322 w 584775"/>
              <a:gd name="GluePoint12Y" fmla="*/ 25062 h 584775"/>
              <a:gd name="GluePoint13X" fmla="*/ 402480 w 584775"/>
              <a:gd name="GluePoint13Y" fmla="*/ 156338 h 584775"/>
              <a:gd name="GluePoint14X" fmla="*/ 304322 w 584775"/>
              <a:gd name="GluePoint14Y" fmla="*/ 156338 h 584775"/>
              <a:gd name="GluePoint15X" fmla="*/ 408447 w 584775"/>
              <a:gd name="GluePoint15Y" fmla="*/ 180206 h 584775"/>
              <a:gd name="GluePoint16X" fmla="*/ 420382 w 584775"/>
              <a:gd name="GluePoint16Y" fmla="*/ 280453 h 584775"/>
              <a:gd name="GluePoint17X" fmla="*/ 304322 w 584775"/>
              <a:gd name="GluePoint17Y" fmla="*/ 280453 h 584775"/>
              <a:gd name="GluePoint18X" fmla="*/ 304322 w 584775"/>
              <a:gd name="GluePoint18Y" fmla="*/ 180206 h 584775"/>
              <a:gd name="GluePoint19X" fmla="*/ 408447 w 584775"/>
              <a:gd name="GluePoint19Y" fmla="*/ 180206 h 584775"/>
              <a:gd name="GluePoint20X" fmla="*/ 280453 w 584775"/>
              <a:gd name="GluePoint20Y" fmla="*/ 25062 h 584775"/>
              <a:gd name="GluePoint21X" fmla="*/ 280453 w 584775"/>
              <a:gd name="GluePoint21Y" fmla="*/ 156338 h 584775"/>
              <a:gd name="GluePoint22X" fmla="*/ 182295 w 584775"/>
              <a:gd name="GluePoint22Y" fmla="*/ 156338 h 584775"/>
              <a:gd name="GluePoint23X" fmla="*/ 280453 w 584775"/>
              <a:gd name="GluePoint23Y" fmla="*/ 25062 h 584775"/>
              <a:gd name="GluePoint24X" fmla="*/ 280453 w 584775"/>
              <a:gd name="GluePoint24Y" fmla="*/ 180206 h 584775"/>
              <a:gd name="GluePoint25X" fmla="*/ 280453 w 584775"/>
              <a:gd name="GluePoint25Y" fmla="*/ 280453 h 584775"/>
              <a:gd name="GluePoint26X" fmla="*/ 164095 w 584775"/>
              <a:gd name="GluePoint26Y" fmla="*/ 280453 h 584775"/>
              <a:gd name="GluePoint27X" fmla="*/ 176029 w 584775"/>
              <a:gd name="GluePoint27Y" fmla="*/ 180206 h 584775"/>
              <a:gd name="GluePoint28X" fmla="*/ 280453 w 584775"/>
              <a:gd name="GluePoint28Y" fmla="*/ 180206 h 584775"/>
              <a:gd name="GluePoint29X" fmla="*/ 140227 w 584775"/>
              <a:gd name="GluePoint29Y" fmla="*/ 280453 h 584775"/>
              <a:gd name="GluePoint30X" fmla="*/ 24167 w 584775"/>
              <a:gd name="GluePoint30Y" fmla="*/ 280453 h 584775"/>
              <a:gd name="GluePoint31X" fmla="*/ 48333 w 584775"/>
              <a:gd name="GluePoint31Y" fmla="*/ 180206 h 584775"/>
              <a:gd name="GluePoint32X" fmla="*/ 151266 w 584775"/>
              <a:gd name="GluePoint32Y" fmla="*/ 180206 h 584775"/>
              <a:gd name="GluePoint33X" fmla="*/ 140227 w 584775"/>
              <a:gd name="GluePoint33Y" fmla="*/ 280453 h 584775"/>
              <a:gd name="GluePoint34X" fmla="*/ 164095 w 584775"/>
              <a:gd name="GluePoint34Y" fmla="*/ 304322 h 584775"/>
              <a:gd name="GluePoint35X" fmla="*/ 280453 w 584775"/>
              <a:gd name="GluePoint35Y" fmla="*/ 304322 h 584775"/>
              <a:gd name="GluePoint36X" fmla="*/ 280453 w 584775"/>
              <a:gd name="GluePoint36Y" fmla="*/ 404569 h 584775"/>
              <a:gd name="GluePoint37X" fmla="*/ 176328 w 584775"/>
              <a:gd name="GluePoint37Y" fmla="*/ 404569 h 584775"/>
              <a:gd name="GluePoint38X" fmla="*/ 164095 w 584775"/>
              <a:gd name="GluePoint38Y" fmla="*/ 304322 h 584775"/>
              <a:gd name="GluePoint39X" fmla="*/ 280453 w 584775"/>
              <a:gd name="GluePoint39Y" fmla="*/ 428437 h 584775"/>
              <a:gd name="GluePoint40X" fmla="*/ 280453 w 584775"/>
              <a:gd name="GluePoint40Y" fmla="*/ 559713 h 584775"/>
              <a:gd name="GluePoint41X" fmla="*/ 182295 w 584775"/>
              <a:gd name="GluePoint41Y" fmla="*/ 428437 h 584775"/>
              <a:gd name="GluePoint42X" fmla="*/ 280453 w 584775"/>
              <a:gd name="GluePoint42Y" fmla="*/ 428437 h 584775"/>
              <a:gd name="GluePoint43X" fmla="*/ 304322 w 584775"/>
              <a:gd name="GluePoint43Y" fmla="*/ 559713 h 584775"/>
              <a:gd name="GluePoint44X" fmla="*/ 304322 w 584775"/>
              <a:gd name="GluePoint44Y" fmla="*/ 428437 h 584775"/>
              <a:gd name="GluePoint45X" fmla="*/ 402480 w 584775"/>
              <a:gd name="GluePoint45Y" fmla="*/ 428437 h 584775"/>
              <a:gd name="GluePoint46X" fmla="*/ 304322 w 584775"/>
              <a:gd name="GluePoint46Y" fmla="*/ 559713 h 584775"/>
              <a:gd name="GluePoint47X" fmla="*/ 304322 w 584775"/>
              <a:gd name="GluePoint47Y" fmla="*/ 404569 h 584775"/>
              <a:gd name="GluePoint48X" fmla="*/ 304322 w 584775"/>
              <a:gd name="GluePoint48Y" fmla="*/ 304322 h 584775"/>
              <a:gd name="GluePoint49X" fmla="*/ 420382 w 584775"/>
              <a:gd name="GluePoint49Y" fmla="*/ 304322 h 584775"/>
              <a:gd name="GluePoint50X" fmla="*/ 408447 w 584775"/>
              <a:gd name="GluePoint50Y" fmla="*/ 404569 h 584775"/>
              <a:gd name="GluePoint51X" fmla="*/ 304322 w 584775"/>
              <a:gd name="GluePoint51Y" fmla="*/ 404569 h 584775"/>
              <a:gd name="GluePoint52X" fmla="*/ 444250 w 584775"/>
              <a:gd name="GluePoint52Y" fmla="*/ 304322 h 584775"/>
              <a:gd name="GluePoint53X" fmla="*/ 560310 w 584775"/>
              <a:gd name="GluePoint53Y" fmla="*/ 304322 h 584775"/>
              <a:gd name="GluePoint54X" fmla="*/ 536143 w 584775"/>
              <a:gd name="GluePoint54Y" fmla="*/ 404569 h 584775"/>
              <a:gd name="GluePoint55X" fmla="*/ 433211 w 584775"/>
              <a:gd name="GluePoint55Y" fmla="*/ 404569 h 584775"/>
              <a:gd name="GluePoint56X" fmla="*/ 444250 w 584775"/>
              <a:gd name="GluePoint56Y" fmla="*/ 304322 h 584775"/>
              <a:gd name="GluePoint57X" fmla="*/ 444250 w 584775"/>
              <a:gd name="GluePoint57Y" fmla="*/ 280453 h 584775"/>
              <a:gd name="GluePoint58X" fmla="*/ 433211 w 584775"/>
              <a:gd name="GluePoint58Y" fmla="*/ 180206 h 584775"/>
              <a:gd name="GluePoint59X" fmla="*/ 536143 w 584775"/>
              <a:gd name="GluePoint59Y" fmla="*/ 180206 h 584775"/>
              <a:gd name="GluePoint60X" fmla="*/ 560310 w 584775"/>
              <a:gd name="GluePoint60Y" fmla="*/ 280453 h 584775"/>
              <a:gd name="GluePoint61X" fmla="*/ 444250 w 584775"/>
              <a:gd name="GluePoint61Y" fmla="*/ 280453 h 584775"/>
              <a:gd name="GluePoint62X" fmla="*/ 523911 w 584775"/>
              <a:gd name="GluePoint62Y" fmla="*/ 156338 h 584775"/>
              <a:gd name="GluePoint63X" fmla="*/ 427840 w 584775"/>
              <a:gd name="GluePoint63Y" fmla="*/ 156338 h 584775"/>
              <a:gd name="GluePoint64X" fmla="*/ 364589 w 584775"/>
              <a:gd name="GluePoint64Y" fmla="*/ 33714 h 584775"/>
              <a:gd name="GluePoint65X" fmla="*/ 523911 w 584775"/>
              <a:gd name="GluePoint65Y" fmla="*/ 156338 h 584775"/>
              <a:gd name="GluePoint66X" fmla="*/ 220484 w 584775"/>
              <a:gd name="GluePoint66Y" fmla="*/ 33714 h 584775"/>
              <a:gd name="GluePoint67X" fmla="*/ 157233 w 584775"/>
              <a:gd name="GluePoint67Y" fmla="*/ 156338 h 584775"/>
              <a:gd name="GluePoint68X" fmla="*/ 60864 w 584775"/>
              <a:gd name="GluePoint68Y" fmla="*/ 156338 h 584775"/>
              <a:gd name="GluePoint69X" fmla="*/ 220484 w 584775"/>
              <a:gd name="GluePoint69Y" fmla="*/ 33714 h 584775"/>
              <a:gd name="GluePoint70X" fmla="*/ 60864 w 584775"/>
              <a:gd name="GluePoint70Y" fmla="*/ 428437 h 584775"/>
              <a:gd name="GluePoint71X" fmla="*/ 156935 w 584775"/>
              <a:gd name="GluePoint71Y" fmla="*/ 428437 h 584775"/>
              <a:gd name="GluePoint72X" fmla="*/ 220186 w 584775"/>
              <a:gd name="GluePoint72Y" fmla="*/ 551061 h 584775"/>
              <a:gd name="GluePoint73X" fmla="*/ 60864 w 584775"/>
              <a:gd name="GluePoint73Y" fmla="*/ 428437 h 584775"/>
              <a:gd name="GluePoint74X" fmla="*/ 364291 w 584775"/>
              <a:gd name="GluePoint74Y" fmla="*/ 551061 h 584775"/>
              <a:gd name="GluePoint75X" fmla="*/ 427542 w 584775"/>
              <a:gd name="GluePoint75Y" fmla="*/ 428437 h 584775"/>
              <a:gd name="GluePoint76X" fmla="*/ 523612 w 584775"/>
              <a:gd name="GluePoint76Y" fmla="*/ 428437 h 584775"/>
              <a:gd name="GluePoint77X" fmla="*/ 364291 w 584775"/>
              <a:gd name="GluePoint77Y" fmla="*/ 551061 h 5847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 ang="0">
                <a:pos x="GluePoint73X" y="GluePoint73Y"/>
              </a:cxn>
              <a:cxn ang="0">
                <a:pos x="GluePoint74X" y="GluePoint74Y"/>
              </a:cxn>
              <a:cxn ang="0">
                <a:pos x="GluePoint75X" y="GluePoint75Y"/>
              </a:cxn>
              <a:cxn ang="0">
                <a:pos x="GluePoint76X" y="GluePoint76Y"/>
              </a:cxn>
              <a:cxn ang="0">
                <a:pos x="GluePoint77X" y="GluePoint77Y"/>
              </a:cxn>
            </a:cxnLst>
            <a:rect l="textAreaLeft" t="textAreaTop" r="textAreaRight" b="textAreaBottom"/>
            <a:pathLst>
              <a:path w="584775" h="584775">
                <a:moveTo>
                  <a:pt x="292388" y="0"/>
                </a:moveTo>
                <a:cubicBezTo>
                  <a:pt x="131276" y="0"/>
                  <a:pt x="0" y="131276"/>
                  <a:pt x="0" y="292388"/>
                </a:cubicBezTo>
                <a:cubicBezTo>
                  <a:pt x="0" y="453499"/>
                  <a:pt x="131276" y="584775"/>
                  <a:pt x="292388" y="584775"/>
                </a:cubicBezTo>
                <a:cubicBezTo>
                  <a:pt x="453499" y="584775"/>
                  <a:pt x="584775" y="453499"/>
                  <a:pt x="584775" y="292388"/>
                </a:cubicBezTo>
                <a:cubicBezTo>
                  <a:pt x="584775" y="131276"/>
                  <a:pt x="453499" y="0"/>
                  <a:pt x="292388" y="0"/>
                </a:cubicBezTo>
                <a:close/>
                <a:moveTo>
                  <a:pt x="24167" y="304322"/>
                </a:moveTo>
                <a:lnTo>
                  <a:pt x="140227" y="304322"/>
                </a:lnTo>
                <a:cubicBezTo>
                  <a:pt x="140823" y="339826"/>
                  <a:pt x="144702" y="373540"/>
                  <a:pt x="151266" y="404569"/>
                </a:cubicBezTo>
                <a:lnTo>
                  <a:pt x="48333" y="404569"/>
                </a:lnTo>
                <a:cubicBezTo>
                  <a:pt x="34311" y="373838"/>
                  <a:pt x="25658" y="339826"/>
                  <a:pt x="24167" y="304322"/>
                </a:cubicBezTo>
                <a:close/>
                <a:moveTo>
                  <a:pt x="304322" y="156338"/>
                </a:moveTo>
                <a:lnTo>
                  <a:pt x="304322" y="25062"/>
                </a:lnTo>
                <a:cubicBezTo>
                  <a:pt x="345495" y="33416"/>
                  <a:pt x="381596" y="84434"/>
                  <a:pt x="402480" y="156338"/>
                </a:cubicBezTo>
                <a:lnTo>
                  <a:pt x="304322" y="156338"/>
                </a:lnTo>
                <a:close/>
                <a:moveTo>
                  <a:pt x="408447" y="180206"/>
                </a:moveTo>
                <a:cubicBezTo>
                  <a:pt x="415310" y="210937"/>
                  <a:pt x="419785" y="244949"/>
                  <a:pt x="420382" y="280453"/>
                </a:cubicBezTo>
                <a:lnTo>
                  <a:pt x="304322" y="280453"/>
                </a:lnTo>
                <a:lnTo>
                  <a:pt x="304322" y="180206"/>
                </a:lnTo>
                <a:lnTo>
                  <a:pt x="408447" y="180206"/>
                </a:lnTo>
                <a:close/>
                <a:moveTo>
                  <a:pt x="280453" y="25062"/>
                </a:moveTo>
                <a:lnTo>
                  <a:pt x="280453" y="156338"/>
                </a:lnTo>
                <a:lnTo>
                  <a:pt x="182295" y="156338"/>
                </a:lnTo>
                <a:cubicBezTo>
                  <a:pt x="203179" y="84733"/>
                  <a:pt x="239280" y="33416"/>
                  <a:pt x="280453" y="25062"/>
                </a:cubicBezTo>
                <a:close/>
                <a:moveTo>
                  <a:pt x="280453" y="180206"/>
                </a:moveTo>
                <a:lnTo>
                  <a:pt x="280453" y="280453"/>
                </a:lnTo>
                <a:lnTo>
                  <a:pt x="164095" y="280453"/>
                </a:lnTo>
                <a:cubicBezTo>
                  <a:pt x="164990" y="244949"/>
                  <a:pt x="169167" y="211235"/>
                  <a:pt x="176029" y="180206"/>
                </a:cubicBezTo>
                <a:lnTo>
                  <a:pt x="280453" y="180206"/>
                </a:lnTo>
                <a:close/>
                <a:moveTo>
                  <a:pt x="140227" y="280453"/>
                </a:moveTo>
                <a:lnTo>
                  <a:pt x="24167" y="280453"/>
                </a:lnTo>
                <a:cubicBezTo>
                  <a:pt x="25658" y="244949"/>
                  <a:pt x="34311" y="210937"/>
                  <a:pt x="48333" y="180206"/>
                </a:cubicBezTo>
                <a:lnTo>
                  <a:pt x="151266" y="180206"/>
                </a:lnTo>
                <a:cubicBezTo>
                  <a:pt x="145000" y="211235"/>
                  <a:pt x="141122" y="244949"/>
                  <a:pt x="140227" y="280453"/>
                </a:cubicBezTo>
                <a:close/>
                <a:moveTo>
                  <a:pt x="164095" y="304322"/>
                </a:moveTo>
                <a:lnTo>
                  <a:pt x="280453" y="304322"/>
                </a:lnTo>
                <a:lnTo>
                  <a:pt x="280453" y="404569"/>
                </a:lnTo>
                <a:lnTo>
                  <a:pt x="176328" y="404569"/>
                </a:lnTo>
                <a:cubicBezTo>
                  <a:pt x="169167" y="373540"/>
                  <a:pt x="164990" y="339826"/>
                  <a:pt x="164095" y="304322"/>
                </a:cubicBezTo>
                <a:close/>
                <a:moveTo>
                  <a:pt x="280453" y="428437"/>
                </a:moveTo>
                <a:lnTo>
                  <a:pt x="280453" y="559713"/>
                </a:lnTo>
                <a:cubicBezTo>
                  <a:pt x="239280" y="551359"/>
                  <a:pt x="203179" y="500341"/>
                  <a:pt x="182295" y="428437"/>
                </a:cubicBezTo>
                <a:lnTo>
                  <a:pt x="280453" y="428437"/>
                </a:lnTo>
                <a:close/>
                <a:moveTo>
                  <a:pt x="304322" y="559713"/>
                </a:moveTo>
                <a:lnTo>
                  <a:pt x="304322" y="428437"/>
                </a:lnTo>
                <a:lnTo>
                  <a:pt x="402480" y="428437"/>
                </a:lnTo>
                <a:cubicBezTo>
                  <a:pt x="381596" y="500042"/>
                  <a:pt x="345495" y="551359"/>
                  <a:pt x="304322" y="559713"/>
                </a:cubicBezTo>
                <a:close/>
                <a:moveTo>
                  <a:pt x="304322" y="404569"/>
                </a:moveTo>
                <a:lnTo>
                  <a:pt x="304322" y="304322"/>
                </a:lnTo>
                <a:lnTo>
                  <a:pt x="420382" y="304322"/>
                </a:lnTo>
                <a:cubicBezTo>
                  <a:pt x="419487" y="339826"/>
                  <a:pt x="415310" y="373540"/>
                  <a:pt x="408447" y="404569"/>
                </a:cubicBezTo>
                <a:lnTo>
                  <a:pt x="304322" y="404569"/>
                </a:lnTo>
                <a:close/>
                <a:moveTo>
                  <a:pt x="444250" y="304322"/>
                </a:moveTo>
                <a:lnTo>
                  <a:pt x="560310" y="304322"/>
                </a:lnTo>
                <a:cubicBezTo>
                  <a:pt x="558818" y="339826"/>
                  <a:pt x="550166" y="373838"/>
                  <a:pt x="536143" y="404569"/>
                </a:cubicBezTo>
                <a:lnTo>
                  <a:pt x="433211" y="404569"/>
                </a:lnTo>
                <a:cubicBezTo>
                  <a:pt x="439775" y="373540"/>
                  <a:pt x="443653" y="339826"/>
                  <a:pt x="444250" y="304322"/>
                </a:cubicBezTo>
                <a:close/>
                <a:moveTo>
                  <a:pt x="444250" y="280453"/>
                </a:moveTo>
                <a:cubicBezTo>
                  <a:pt x="443653" y="244949"/>
                  <a:pt x="439775" y="211235"/>
                  <a:pt x="433211" y="180206"/>
                </a:cubicBezTo>
                <a:lnTo>
                  <a:pt x="536143" y="180206"/>
                </a:lnTo>
                <a:cubicBezTo>
                  <a:pt x="550464" y="210937"/>
                  <a:pt x="558818" y="244651"/>
                  <a:pt x="560310" y="280453"/>
                </a:cubicBezTo>
                <a:lnTo>
                  <a:pt x="444250" y="280453"/>
                </a:lnTo>
                <a:close/>
                <a:moveTo>
                  <a:pt x="523911" y="156338"/>
                </a:moveTo>
                <a:lnTo>
                  <a:pt x="427840" y="156338"/>
                </a:lnTo>
                <a:cubicBezTo>
                  <a:pt x="413818" y="103827"/>
                  <a:pt x="391740" y="61163"/>
                  <a:pt x="364589" y="33714"/>
                </a:cubicBezTo>
                <a:cubicBezTo>
                  <a:pt x="432017" y="52510"/>
                  <a:pt x="489003" y="97264"/>
                  <a:pt x="523911" y="156338"/>
                </a:cubicBezTo>
                <a:close/>
                <a:moveTo>
                  <a:pt x="220484" y="33714"/>
                </a:moveTo>
                <a:cubicBezTo>
                  <a:pt x="193334" y="61163"/>
                  <a:pt x="171256" y="103827"/>
                  <a:pt x="157233" y="156338"/>
                </a:cubicBezTo>
                <a:lnTo>
                  <a:pt x="60864" y="156338"/>
                </a:lnTo>
                <a:cubicBezTo>
                  <a:pt x="95772" y="97264"/>
                  <a:pt x="152758" y="52510"/>
                  <a:pt x="220484" y="33714"/>
                </a:cubicBezTo>
                <a:close/>
                <a:moveTo>
                  <a:pt x="60864" y="428437"/>
                </a:moveTo>
                <a:lnTo>
                  <a:pt x="156935" y="428437"/>
                </a:lnTo>
                <a:cubicBezTo>
                  <a:pt x="170957" y="480948"/>
                  <a:pt x="193035" y="523612"/>
                  <a:pt x="220186" y="551061"/>
                </a:cubicBezTo>
                <a:cubicBezTo>
                  <a:pt x="152758" y="532265"/>
                  <a:pt x="95772" y="487511"/>
                  <a:pt x="60864" y="428437"/>
                </a:cubicBezTo>
                <a:close/>
                <a:moveTo>
                  <a:pt x="364291" y="551061"/>
                </a:moveTo>
                <a:cubicBezTo>
                  <a:pt x="391441" y="523612"/>
                  <a:pt x="413519" y="480948"/>
                  <a:pt x="427542" y="428437"/>
                </a:cubicBezTo>
                <a:lnTo>
                  <a:pt x="523612" y="428437"/>
                </a:lnTo>
                <a:cubicBezTo>
                  <a:pt x="489003" y="487511"/>
                  <a:pt x="432017" y="532265"/>
                  <a:pt x="364291" y="551061"/>
                </a:cubicBezTo>
                <a:close/>
              </a:path>
            </a:pathLst>
          </a:custGeom>
          <a:solidFill>
            <a:schemeClr val="tx1"/>
          </a:solidFill>
          <a:ln w="2964">
            <a:noFill/>
          </a:ln>
        </p:spPr>
        <p:style>
          <a:lnRef idx="0"/>
          <a:fillRef idx="0"/>
          <a:effectRef idx="0"/>
          <a:fontRef idx="minor"/>
        </p:style>
        <p:txBody>
          <a:bodyPr lIns="90000" tIns="45000" rIns="90000" bIns="45000" anchor="ctr">
            <a:noAutofit/>
          </a:bodyPr>
          <a:p>
            <a:pPr defTabSz="914400">
              <a:lnSpc>
                <a:spcPct val="100000"/>
              </a:lnSpc>
              <a:tabLst>
                <a:tab pos="0" algn="l"/>
              </a:tabLst>
            </a:pPr>
            <a:endParaRPr lang="fr-FR" sz="1800" b="0" u="none" strike="noStrike">
              <a:solidFill>
                <a:srgbClr val="000000"/>
              </a:solidFill>
              <a:effectLst/>
              <a:uFillTx/>
              <a:latin typeface="Calibri"/>
            </a:endParaRPr>
          </a:p>
        </p:txBody>
      </p:sp>
      <p:pic>
        <p:nvPicPr>
          <p:cNvPr id="904" name="Picture 4" descr="Cyber security concept"/>
          <p:cNvPicPr/>
          <p:nvPr/>
        </p:nvPicPr>
        <p:blipFill>
          <a:blip r:embed="rId1"/>
          <a:stretch/>
        </p:blipFill>
        <p:spPr>
          <a:xfrm>
            <a:off x="7485840" y="917640"/>
            <a:ext cx="5663520" cy="5309280"/>
          </a:xfrm>
          <a:prstGeom prst="rect">
            <a:avLst/>
          </a:prstGeom>
          <a:noFill/>
          <a:ln w="0">
            <a:noFill/>
          </a:ln>
        </p:spPr>
      </p:pic>
      <p:pic>
        <p:nvPicPr>
          <p:cNvPr id="905" name="Graphic 19"/>
          <p:cNvPicPr/>
          <p:nvPr/>
        </p:nvPicPr>
        <p:blipFill>
          <a:blip r:embed="rId2">
            <a:extLst>
              <a:ext uri="{96DAC541-7B7A-43D3-8B79-37D633B846F1}">
                <asvg:svgBlip xmlns:asvg="http://schemas.microsoft.com/office/drawing/2016/SVG/main" r:embed="rId3"/>
              </a:ext>
            </a:extLst>
          </a:blip>
          <a:stretch/>
        </p:blipFill>
        <p:spPr>
          <a:xfrm>
            <a:off x="11395080" y="5297040"/>
            <a:ext cx="477000" cy="477000"/>
          </a:xfrm>
          <a:prstGeom prst="rect">
            <a:avLst/>
          </a:prstGeom>
          <a:noFill/>
          <a:ln w="0">
            <a:noFill/>
          </a:ln>
        </p:spPr>
      </p:pic>
    </p:spTree>
  </p:cSld>
  <p:transition spd="slow">
    <p:fade/>
  </p:transition>
  <p:timing>
    <p:tnLst>
      <p:par>
        <p:cTn id="66" dur="indefinite" restart="never" nodeType="tmRoot">
          <p:childTnLst>
            <p:seq>
              <p:cTn id="67" dur="indefinite" nodeType="mainSeq">
                <p:childTnLst>
                  <p:par>
                    <p:cTn id="68" fill="hold">
                      <p:stCondLst>
                        <p:cond delay="0"/>
                      </p:stCondLst>
                      <p:childTnLst>
                        <p:par>
                          <p:cTn id="69" fill="hold">
                            <p:stCondLst>
                              <p:cond delay="0"/>
                            </p:stCondLst>
                            <p:childTnLst>
                              <p:par>
                                <p:cTn id="70" presetID="8" presetClass="emph" fill="hold" nodeType="withEffect">
                                  <p:stCondLst>
                                    <p:cond delay="0"/>
                                  </p:stCondLst>
                                  <p:childTnLst>
                                    <p:animRot by="21600000">
                                      <p:cBhvr>
                                        <p:cTn id="71" dur="1000" fill="hold"/>
                                        <p:tgtEl>
                                          <p:spTgt spid="903"/>
                                        </p:tgtEl>
                                        <p:attrNameLst>
                                          <p:attrName>r</p:attrName>
                                        </p:attrNameLst>
                                      </p:cBhvr>
                                    </p:animRot>
                                  </p:childTnLst>
                                </p:cTn>
                              </p:par>
                            </p:childTnLst>
                          </p:cTn>
                        </p:par>
                        <p:par>
                          <p:cTn id="72" fill="hold">
                            <p:stCondLst>
                              <p:cond delay="1000"/>
                            </p:stCondLst>
                            <p:childTnLst>
                              <p:par>
                                <p:cTn id="73" presetID="22" presetClass="entr" fill="hold" nodeType="afterEffect" presetSubtype="1">
                                  <p:stCondLst>
                                    <p:cond delay="0"/>
                                  </p:stCondLst>
                                  <p:childTnLst>
                                    <p:set>
                                      <p:cBhvr>
                                        <p:cTn id="74" dur="1" fill="hold">
                                          <p:stCondLst>
                                            <p:cond delay="0"/>
                                          </p:stCondLst>
                                        </p:cTn>
                                        <p:tgtEl>
                                          <p:spTgt spid="895"/>
                                        </p:tgtEl>
                                        <p:attrNameLst>
                                          <p:attrName>style.visibility</p:attrName>
                                        </p:attrNameLst>
                                      </p:cBhvr>
                                      <p:to>
                                        <p:strVal val="visible"/>
                                      </p:to>
                                    </p:set>
                                    <p:animEffect transition="in" filter="wipe(up)">
                                      <p:cBhvr additive="repl">
                                        <p:cTn id="75" dur="500"/>
                                        <p:tgtEl>
                                          <p:spTgt spid="895"/>
                                        </p:tgtEl>
                                      </p:cBhvr>
                                    </p:animEffect>
                                  </p:childTnLst>
                                </p:cTn>
                              </p:par>
                            </p:childTnLst>
                          </p:cTn>
                        </p:par>
                        <p:par>
                          <p:cTn id="76" fill="hold">
                            <p:stCondLst>
                              <p:cond delay="1500"/>
                            </p:stCondLst>
                            <p:childTnLst>
                              <p:par>
                                <p:cTn id="77" presetID="22" presetClass="entr" fill="hold" nodeType="afterEffect" presetSubtype="1">
                                  <p:stCondLst>
                                    <p:cond delay="0"/>
                                  </p:stCondLst>
                                  <p:childTnLst>
                                    <p:set>
                                      <p:cBhvr>
                                        <p:cTn id="78" dur="1" fill="hold">
                                          <p:stCondLst>
                                            <p:cond delay="0"/>
                                          </p:stCondLst>
                                        </p:cTn>
                                        <p:tgtEl>
                                          <p:spTgt spid="897"/>
                                        </p:tgtEl>
                                        <p:attrNameLst>
                                          <p:attrName>style.visibility</p:attrName>
                                        </p:attrNameLst>
                                      </p:cBhvr>
                                      <p:to>
                                        <p:strVal val="visible"/>
                                      </p:to>
                                    </p:set>
                                    <p:animEffect transition="in" filter="wipe(up)">
                                      <p:cBhvr additive="repl">
                                        <p:cTn id="79" dur="1250"/>
                                        <p:tgtEl>
                                          <p:spTgt spid="897"/>
                                        </p:tgtEl>
                                      </p:cBhvr>
                                    </p:animEffect>
                                  </p:childTnLst>
                                </p:cTn>
                              </p:par>
                            </p:childTnLst>
                          </p:cTn>
                        </p:par>
                        <p:par>
                          <p:cTn id="80" fill="hold">
                            <p:stCondLst>
                              <p:cond delay="2750"/>
                            </p:stCondLst>
                            <p:childTnLst>
                              <p:par>
                                <p:cTn id="81" presetID="22" presetClass="entr" fill="hold" nodeType="afterEffect" presetSubtype="1">
                                  <p:stCondLst>
                                    <p:cond delay="250"/>
                                  </p:stCondLst>
                                  <p:childTnLst>
                                    <p:set>
                                      <p:cBhvr>
                                        <p:cTn id="82" dur="1" fill="hold">
                                          <p:stCondLst>
                                            <p:cond delay="0"/>
                                          </p:stCondLst>
                                        </p:cTn>
                                        <p:tgtEl>
                                          <p:spTgt spid="896"/>
                                        </p:tgtEl>
                                        <p:attrNameLst>
                                          <p:attrName>style.visibility</p:attrName>
                                        </p:attrNameLst>
                                      </p:cBhvr>
                                      <p:to>
                                        <p:strVal val="visible"/>
                                      </p:to>
                                    </p:set>
                                    <p:animEffect transition="in" filter="wipe(up)">
                                      <p:cBhvr additive="repl">
                                        <p:cTn id="83" dur="1250"/>
                                        <p:tgtEl>
                                          <p:spTgt spid="896"/>
                                        </p:tgtEl>
                                      </p:cBhvr>
                                    </p:animEffect>
                                  </p:childTnLst>
                                </p:cTn>
                              </p:par>
                              <p:par>
                                <p:cTn id="84" presetID="8" presetClass="emph" fill="hold" nodeType="withEffect">
                                  <p:stCondLst>
                                    <p:cond delay="0"/>
                                  </p:stCondLst>
                                  <p:childTnLst>
                                    <p:animRot by="21600000">
                                      <p:cBhvr>
                                        <p:cTn id="85" dur="2000" fill="hold"/>
                                        <p:tgtEl>
                                          <p:spTgt spid="90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lumMod val="40000"/>
            <a:lumOff val="60000"/>
          </a:schemeClr>
        </a:solidFill>
      </p:bgPr>
    </p:bg>
    <p:spTree>
      <p:nvGrpSpPr>
        <p:cNvPr id="1" name=""/>
        <p:cNvGrpSpPr/>
        <p:nvPr/>
      </p:nvGrpSpPr>
      <p:grpSpPr>
        <a:xfrm>
          <a:off x="0" y="0"/>
          <a:ext cx="0" cy="0"/>
          <a:chOff x="0" y="0"/>
          <a:chExt cx="0" cy="0"/>
        </a:xfrm>
      </p:grpSpPr>
      <p:sp>
        <p:nvSpPr>
          <p:cNvPr id="906" name="TextBox 9"/>
          <p:cNvSpPr/>
          <p:nvPr/>
        </p:nvSpPr>
        <p:spPr>
          <a:xfrm>
            <a:off x="1947960" y="1421640"/>
            <a:ext cx="4893840" cy="102420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rgbClr val="000000"/>
                </a:solidFill>
                <a:effectLst/>
                <a:uFillTx/>
                <a:latin typeface="Calibri"/>
                <a:ea typeface="Calibri"/>
              </a:rPr>
              <a:t>Digitalisation des processus métier</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Nous aidons les entreprises à repenser leurs modèles opérationnels grâce à des solutions numériques agiles et évolutives</a:t>
            </a:r>
            <a:endParaRPr lang="en-US" sz="1400" b="0" u="none" strike="noStrike">
              <a:solidFill>
                <a:srgbClr val="000000"/>
              </a:solidFill>
              <a:effectLst/>
              <a:uFillTx/>
              <a:latin typeface="Arial"/>
            </a:endParaRPr>
          </a:p>
        </p:txBody>
      </p:sp>
      <p:sp>
        <p:nvSpPr>
          <p:cNvPr id="907" name="TextBox 14"/>
          <p:cNvSpPr/>
          <p:nvPr/>
        </p:nvSpPr>
        <p:spPr>
          <a:xfrm>
            <a:off x="2025000" y="5429160"/>
            <a:ext cx="4816800" cy="81936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rgbClr val="000000"/>
                </a:solidFill>
                <a:effectLst/>
                <a:uFillTx/>
                <a:latin typeface="Calibri"/>
                <a:ea typeface="Calibri"/>
              </a:rPr>
              <a:t>Intégration de systèmes et interopérabilité</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Nous assurons l’intégration fluide de vos systèmes existants avec de nouvelles applications</a:t>
            </a:r>
            <a:endParaRPr lang="en-US" sz="1400" b="0" u="none" strike="noStrike">
              <a:solidFill>
                <a:srgbClr val="000000"/>
              </a:solidFill>
              <a:effectLst/>
              <a:uFillTx/>
              <a:latin typeface="Arial"/>
            </a:endParaRPr>
          </a:p>
        </p:txBody>
      </p:sp>
      <p:sp>
        <p:nvSpPr>
          <p:cNvPr id="908" name="TextBox 16"/>
          <p:cNvSpPr/>
          <p:nvPr/>
        </p:nvSpPr>
        <p:spPr>
          <a:xfrm>
            <a:off x="2559960" y="3530160"/>
            <a:ext cx="4480200" cy="81936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rgbClr val="000000"/>
                </a:solidFill>
                <a:effectLst/>
                <a:uFillTx/>
                <a:latin typeface="Calibri"/>
                <a:ea typeface="Calibri"/>
              </a:rPr>
              <a:t>Développement de logiciels sur mesure</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Notre équipe d’ingénieurs développe des solutions web, desktop et mobiles 100 % adaptées à vos besoins</a:t>
            </a:r>
            <a:endParaRPr lang="en-US" sz="1400" b="0" u="none" strike="noStrike">
              <a:solidFill>
                <a:srgbClr val="000000"/>
              </a:solidFill>
              <a:effectLst/>
              <a:uFillTx/>
              <a:latin typeface="Arial"/>
            </a:endParaRPr>
          </a:p>
        </p:txBody>
      </p:sp>
      <p:sp>
        <p:nvSpPr>
          <p:cNvPr id="909" name="Arc 1"/>
          <p:cNvSpPr/>
          <p:nvPr/>
        </p:nvSpPr>
        <p:spPr>
          <a:xfrm rot="1860000">
            <a:off x="-4337640" y="547200"/>
            <a:ext cx="6476400" cy="6860520"/>
          </a:xfrm>
          <a:prstGeom prst="arc">
            <a:avLst>
              <a:gd name="adj1" fmla="val 15237959"/>
              <a:gd name="adj2" fmla="val 1845941"/>
            </a:avLst>
          </a:prstGeom>
          <a:noFill/>
          <a:ln w="12700">
            <a:solidFill>
              <a:srgbClr val="000066"/>
            </a:solidFill>
          </a:ln>
        </p:spPr>
        <p:style>
          <a:lnRef idx="1">
            <a:schemeClr val="accent1"/>
          </a:lnRef>
          <a:fillRef idx="0">
            <a:schemeClr val="accent1"/>
          </a:fillRef>
          <a:effectRef idx="0">
            <a:schemeClr val="accent1"/>
          </a:effectRef>
          <a:fontRef idx="minor"/>
        </p:style>
        <p:txBody>
          <a:bodyPr lIns="90000" tIns="45000" rIns="90000" bIns="45000" anchor="ctr">
            <a:noAutofit/>
          </a:bodyPr>
          <a:p>
            <a:pPr/>
            <a:endParaRPr lang="fr-FR" sz="1800" b="0" u="none" strike="noStrike">
              <a:solidFill>
                <a:schemeClr val="dk1"/>
              </a:solidFill>
              <a:effectLst/>
              <a:uFillTx/>
              <a:latin typeface="Calibri"/>
            </a:endParaRPr>
          </a:p>
        </p:txBody>
      </p:sp>
      <p:sp>
        <p:nvSpPr>
          <p:cNvPr id="910" name="Oval 8"/>
          <p:cNvSpPr/>
          <p:nvPr/>
        </p:nvSpPr>
        <p:spPr>
          <a:xfrm>
            <a:off x="1268640" y="1495800"/>
            <a:ext cx="401760" cy="401760"/>
          </a:xfrm>
          <a:prstGeom prst="ellipse">
            <a:avLst/>
          </a:prstGeom>
          <a:solidFill>
            <a:srgbClr val="000066"/>
          </a:solidFill>
          <a:ln w="38100">
            <a:solidFill>
              <a:srgbClr val="000066"/>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sp>
        <p:nvSpPr>
          <p:cNvPr id="911" name="Oval 12"/>
          <p:cNvSpPr/>
          <p:nvPr/>
        </p:nvSpPr>
        <p:spPr>
          <a:xfrm>
            <a:off x="1505160" y="5486040"/>
            <a:ext cx="401760" cy="401760"/>
          </a:xfrm>
          <a:prstGeom prst="ellipse">
            <a:avLst/>
          </a:prstGeom>
          <a:solidFill>
            <a:srgbClr val="000066"/>
          </a:solidFill>
          <a:ln w="38100">
            <a:solidFill>
              <a:srgbClr val="000066"/>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sp>
        <p:nvSpPr>
          <p:cNvPr id="912" name="PlaceHolder 1"/>
          <p:cNvSpPr>
            <a:spLocks noGrp="1"/>
          </p:cNvSpPr>
          <p:nvPr>
            <p:ph type="title"/>
          </p:nvPr>
        </p:nvSpPr>
        <p:spPr>
          <a:xfrm>
            <a:off x="353160" y="162000"/>
            <a:ext cx="11838600" cy="755280"/>
          </a:xfrm>
          <a:prstGeom prst="rect">
            <a:avLst/>
          </a:prstGeom>
          <a:noFill/>
          <a:ln w="0">
            <a:noFill/>
          </a:ln>
        </p:spPr>
        <p:txBody>
          <a:bodyPr lIns="91440" tIns="45720" rIns="91440" bIns="45720" anchor="ctr">
            <a:noAutofit/>
          </a:bodyPr>
          <a:p>
            <a:pPr indent="0" algn="l" defTabSz="914400">
              <a:lnSpc>
                <a:spcPct val="90000"/>
              </a:lnSpc>
              <a:buNone/>
            </a:pPr>
            <a:r>
              <a:rPr lang="fr-FR" sz="3400" b="1" u="none" strike="noStrike">
                <a:solidFill>
                  <a:schemeClr val="dk1"/>
                </a:solidFill>
                <a:effectLst/>
                <a:uFillTx/>
                <a:latin typeface="Calibri"/>
                <a:ea typeface="Calibri"/>
              </a:rPr>
              <a:t>Digitalisation, Développement &amp; Intégration de Logiciels</a:t>
            </a:r>
            <a:endParaRPr lang="fr-FR" sz="3400" b="1" u="none" strike="noStrike">
              <a:solidFill>
                <a:schemeClr val="dk1"/>
              </a:solidFill>
              <a:effectLst/>
              <a:uFillTx/>
              <a:latin typeface="Arial"/>
            </a:endParaRPr>
          </a:p>
        </p:txBody>
      </p:sp>
      <p:sp>
        <p:nvSpPr>
          <p:cNvPr id="913" name="Oval 2"/>
          <p:cNvSpPr/>
          <p:nvPr/>
        </p:nvSpPr>
        <p:spPr>
          <a:xfrm>
            <a:off x="2018520" y="3579120"/>
            <a:ext cx="401760" cy="401760"/>
          </a:xfrm>
          <a:prstGeom prst="ellipse">
            <a:avLst/>
          </a:prstGeom>
          <a:solidFill>
            <a:srgbClr val="000066"/>
          </a:solidFill>
          <a:ln w="38100">
            <a:solidFill>
              <a:srgbClr val="000066"/>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pic>
        <p:nvPicPr>
          <p:cNvPr id="914" name="Graphic 19"/>
          <p:cNvPicPr/>
          <p:nvPr/>
        </p:nvPicPr>
        <p:blipFill>
          <a:blip r:embed="rId1">
            <a:extLst>
              <a:ext uri="{96DAC541-7B7A-43D3-8B79-37D633B846F1}">
                <asvg:svgBlip xmlns:asvg="http://schemas.microsoft.com/office/drawing/2016/SVG/main" r:embed="rId2"/>
              </a:ext>
            </a:extLst>
          </a:blip>
          <a:stretch/>
        </p:blipFill>
        <p:spPr>
          <a:xfrm>
            <a:off x="221760" y="3097800"/>
            <a:ext cx="1364040" cy="1364040"/>
          </a:xfrm>
          <a:prstGeom prst="rect">
            <a:avLst/>
          </a:prstGeom>
          <a:noFill/>
          <a:ln w="0">
            <a:noFill/>
          </a:ln>
        </p:spPr>
      </p:pic>
      <p:pic>
        <p:nvPicPr>
          <p:cNvPr id="915" name="Picture 59" descr="A group of people in a circle&#10;&#10;Description automatically generated"/>
          <p:cNvPicPr/>
          <p:nvPr/>
        </p:nvPicPr>
        <p:blipFill>
          <a:blip r:embed="rId3"/>
          <a:stretch/>
        </p:blipFill>
        <p:spPr>
          <a:xfrm>
            <a:off x="7119360" y="744840"/>
            <a:ext cx="5853960" cy="5853960"/>
          </a:xfrm>
          <a:prstGeom prst="rect">
            <a:avLst/>
          </a:prstGeom>
          <a:noFill/>
          <a:ln w="0">
            <a:noFill/>
          </a:ln>
        </p:spPr>
      </p:pic>
      <p:pic>
        <p:nvPicPr>
          <p:cNvPr id="916" name="Picture 2" descr="Standard quality control concept m"/>
          <p:cNvPicPr/>
          <p:nvPr/>
        </p:nvPicPr>
        <p:blipFill>
          <a:blip r:embed="rId4"/>
          <a:stretch/>
        </p:blipFill>
        <p:spPr>
          <a:xfrm>
            <a:off x="7187040" y="917640"/>
            <a:ext cx="5962320" cy="5309280"/>
          </a:xfrm>
          <a:prstGeom prst="rect">
            <a:avLst/>
          </a:prstGeom>
          <a:noFill/>
          <a:ln w="0">
            <a:noFill/>
          </a:ln>
          <a:effectLst>
            <a:outerShdw algn="tr" blurRad="50760" dir="8100000" dist="37674" rotWithShape="0">
              <a:srgbClr val="000000">
                <a:alpha val="40000"/>
              </a:srgbClr>
            </a:outerShdw>
          </a:effectLst>
        </p:spPr>
      </p:pic>
    </p:spTree>
  </p:cSld>
  <p:transition spd="slow">
    <p:fade/>
  </p:transition>
  <p:timing>
    <p:tnLst>
      <p:par>
        <p:cTn id="86" dur="indefinite" restart="never" nodeType="tmRoot">
          <p:childTnLst>
            <p:seq>
              <p:cTn id="87" dur="indefinite" nodeType="mainSeq">
                <p:childTnLst>
                  <p:par>
                    <p:cTn id="88" fill="hold">
                      <p:stCondLst>
                        <p:cond delay="0"/>
                      </p:stCondLst>
                      <p:childTnLst>
                        <p:par>
                          <p:cTn id="89" fill="hold">
                            <p:stCondLst>
                              <p:cond delay="0"/>
                            </p:stCondLst>
                            <p:childTnLst>
                              <p:par>
                                <p:cTn id="90" presetID="8" presetClass="emph" fill="hold" nodeType="withEffect">
                                  <p:stCondLst>
                                    <p:cond delay="0"/>
                                  </p:stCondLst>
                                  <p:childTnLst>
                                    <p:animRot by="21600000">
                                      <p:cBhvr>
                                        <p:cTn id="91" dur="1750" fill="hold"/>
                                        <p:tgtEl>
                                          <p:spTgt spid="914"/>
                                        </p:tgtEl>
                                        <p:attrNameLst>
                                          <p:attrName>r</p:attrName>
                                        </p:attrNameLst>
                                      </p:cBhvr>
                                    </p:animRot>
                                  </p:childTnLst>
                                </p:cTn>
                              </p:par>
                            </p:childTnLst>
                          </p:cTn>
                        </p:par>
                        <p:par>
                          <p:cTn id="92" fill="hold">
                            <p:stCondLst>
                              <p:cond delay="1750"/>
                            </p:stCondLst>
                            <p:childTnLst>
                              <p:par>
                                <p:cTn id="93" presetID="22" presetClass="entr" fill="hold" nodeType="afterEffect" presetSubtype="8">
                                  <p:stCondLst>
                                    <p:cond delay="0"/>
                                  </p:stCondLst>
                                  <p:childTnLst>
                                    <p:set>
                                      <p:cBhvr>
                                        <p:cTn id="94" dur="1" fill="hold">
                                          <p:stCondLst>
                                            <p:cond delay="0"/>
                                          </p:stCondLst>
                                        </p:cTn>
                                        <p:tgtEl>
                                          <p:spTgt spid="906"/>
                                        </p:tgtEl>
                                        <p:attrNameLst>
                                          <p:attrName>style.visibility</p:attrName>
                                        </p:attrNameLst>
                                      </p:cBhvr>
                                      <p:to>
                                        <p:strVal val="visible"/>
                                      </p:to>
                                    </p:set>
                                    <p:animEffect transition="in" filter="wipe(left)">
                                      <p:cBhvr additive="repl">
                                        <p:cTn id="95" dur="500"/>
                                        <p:tgtEl>
                                          <p:spTgt spid="906"/>
                                        </p:tgtEl>
                                      </p:cBhvr>
                                    </p:animEffect>
                                  </p:childTnLst>
                                </p:cTn>
                              </p:par>
                            </p:childTnLst>
                          </p:cTn>
                        </p:par>
                        <p:par>
                          <p:cTn id="96" fill="hold">
                            <p:stCondLst>
                              <p:cond delay="2250"/>
                            </p:stCondLst>
                            <p:childTnLst>
                              <p:par>
                                <p:cTn id="97" presetID="22" presetClass="entr" fill="hold" nodeType="afterEffect" presetSubtype="8">
                                  <p:stCondLst>
                                    <p:cond delay="0"/>
                                  </p:stCondLst>
                                  <p:childTnLst>
                                    <p:set>
                                      <p:cBhvr>
                                        <p:cTn id="98" dur="1" fill="hold">
                                          <p:stCondLst>
                                            <p:cond delay="0"/>
                                          </p:stCondLst>
                                        </p:cTn>
                                        <p:tgtEl>
                                          <p:spTgt spid="908"/>
                                        </p:tgtEl>
                                        <p:attrNameLst>
                                          <p:attrName>style.visibility</p:attrName>
                                        </p:attrNameLst>
                                      </p:cBhvr>
                                      <p:to>
                                        <p:strVal val="visible"/>
                                      </p:to>
                                    </p:set>
                                    <p:animEffect transition="in" filter="wipe(left)">
                                      <p:cBhvr additive="repl">
                                        <p:cTn id="99" dur="500"/>
                                        <p:tgtEl>
                                          <p:spTgt spid="908"/>
                                        </p:tgtEl>
                                      </p:cBhvr>
                                    </p:animEffect>
                                  </p:childTnLst>
                                </p:cTn>
                              </p:par>
                            </p:childTnLst>
                          </p:cTn>
                        </p:par>
                        <p:par>
                          <p:cTn id="100" fill="hold">
                            <p:stCondLst>
                              <p:cond delay="2750"/>
                            </p:stCondLst>
                            <p:childTnLst>
                              <p:par>
                                <p:cTn id="101" presetID="22" presetClass="entr" fill="hold" nodeType="afterEffect" presetSubtype="8">
                                  <p:stCondLst>
                                    <p:cond delay="0"/>
                                  </p:stCondLst>
                                  <p:childTnLst>
                                    <p:set>
                                      <p:cBhvr>
                                        <p:cTn id="102" dur="1" fill="hold">
                                          <p:stCondLst>
                                            <p:cond delay="0"/>
                                          </p:stCondLst>
                                        </p:cTn>
                                        <p:tgtEl>
                                          <p:spTgt spid="907"/>
                                        </p:tgtEl>
                                        <p:attrNameLst>
                                          <p:attrName>style.visibility</p:attrName>
                                        </p:attrNameLst>
                                      </p:cBhvr>
                                      <p:to>
                                        <p:strVal val="visible"/>
                                      </p:to>
                                    </p:set>
                                    <p:animEffect transition="in" filter="wipe(left)">
                                      <p:cBhvr additive="repl">
                                        <p:cTn id="103" dur="500"/>
                                        <p:tgtEl>
                                          <p:spTgt spid="907"/>
                                        </p:tgtEl>
                                      </p:cBhvr>
                                    </p:animEffect>
                                  </p:childTnLst>
                                </p:cTn>
                              </p:par>
                              <p:par>
                                <p:cTn id="104" presetID="32" presetClass="emph" fill="hold" nodeType="withEffect">
                                  <p:stCondLst>
                                    <p:cond delay="0"/>
                                  </p:stCondLst>
                                  <p:childTnLst>
                                    <p:animRot by="120000">
                                      <p:cBhvr>
                                        <p:cTn id="105" dur="175" fill="hold">
                                          <p:stCondLst>
                                            <p:cond delay="0"/>
                                          </p:stCondLst>
                                        </p:cTn>
                                        <p:tgtEl>
                                          <p:spTgt spid="915"/>
                                        </p:tgtEl>
                                        <p:attrNameLst>
                                          <p:attrName>r</p:attrName>
                                        </p:attrNameLst>
                                      </p:cBhvr>
                                    </p:animRot>
                                    <p:animRot by="-240000">
                                      <p:cBhvr>
                                        <p:cTn id="106" dur="350" fill="hold">
                                          <p:stCondLst>
                                            <p:cond delay="350"/>
                                          </p:stCondLst>
                                        </p:cTn>
                                        <p:tgtEl>
                                          <p:spTgt spid="915"/>
                                        </p:tgtEl>
                                        <p:attrNameLst>
                                          <p:attrName>r</p:attrName>
                                        </p:attrNameLst>
                                      </p:cBhvr>
                                    </p:animRot>
                                    <p:animRot by="240000">
                                      <p:cBhvr>
                                        <p:cTn id="107" dur="350" fill="hold">
                                          <p:stCondLst>
                                            <p:cond delay="700"/>
                                          </p:stCondLst>
                                        </p:cTn>
                                        <p:tgtEl>
                                          <p:spTgt spid="915"/>
                                        </p:tgtEl>
                                        <p:attrNameLst>
                                          <p:attrName>r</p:attrName>
                                        </p:attrNameLst>
                                      </p:cBhvr>
                                    </p:animRot>
                                    <p:animRot by="-240000">
                                      <p:cBhvr>
                                        <p:cTn id="108" dur="350" fill="hold">
                                          <p:stCondLst>
                                            <p:cond delay="1050"/>
                                          </p:stCondLst>
                                        </p:cTn>
                                        <p:tgtEl>
                                          <p:spTgt spid="915"/>
                                        </p:tgtEl>
                                        <p:attrNameLst>
                                          <p:attrName>r</p:attrName>
                                        </p:attrNameLst>
                                      </p:cBhvr>
                                    </p:animRot>
                                    <p:animRot by="120000">
                                      <p:cBhvr>
                                        <p:cTn id="109" dur="350" fill="hold">
                                          <p:stCondLst>
                                            <p:cond delay="1400"/>
                                          </p:stCondLst>
                                        </p:cTn>
                                        <p:tgtEl>
                                          <p:spTgt spid="91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lumMod val="40000"/>
            <a:lumOff val="60000"/>
          </a:schemeClr>
        </a:solidFill>
      </p:bgPr>
    </p:bg>
    <p:spTree>
      <p:nvGrpSpPr>
        <p:cNvPr id="1" name=""/>
        <p:cNvGrpSpPr/>
        <p:nvPr/>
      </p:nvGrpSpPr>
      <p:grpSpPr>
        <a:xfrm>
          <a:off x="0" y="0"/>
          <a:ext cx="0" cy="0"/>
          <a:chOff x="0" y="0"/>
          <a:chExt cx="0" cy="0"/>
        </a:xfrm>
      </p:grpSpPr>
      <p:sp>
        <p:nvSpPr>
          <p:cNvPr id="917" name="TextBox 9"/>
          <p:cNvSpPr/>
          <p:nvPr/>
        </p:nvSpPr>
        <p:spPr>
          <a:xfrm>
            <a:off x="1702800" y="1248480"/>
            <a:ext cx="5423040" cy="81936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rgbClr val="000000"/>
                </a:solidFill>
                <a:effectLst/>
                <a:uFillTx/>
                <a:latin typeface="Calibri"/>
                <a:ea typeface="Calibri"/>
              </a:rPr>
              <a:t>La montée en compétence de votre équipe IT  </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Formations et séminaires de haut niveau dans nos domaines de compétences, animé par une équipe d’experts certifiés</a:t>
            </a:r>
            <a:endParaRPr lang="en-US" sz="1400" b="0" u="none" strike="noStrike">
              <a:solidFill>
                <a:srgbClr val="000000"/>
              </a:solidFill>
              <a:effectLst/>
              <a:uFillTx/>
              <a:latin typeface="Arial"/>
            </a:endParaRPr>
          </a:p>
        </p:txBody>
      </p:sp>
      <p:sp>
        <p:nvSpPr>
          <p:cNvPr id="918" name="TextBox 14"/>
          <p:cNvSpPr/>
          <p:nvPr/>
        </p:nvSpPr>
        <p:spPr>
          <a:xfrm>
            <a:off x="2054880" y="5477760"/>
            <a:ext cx="4718520" cy="81936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rgbClr val="000000"/>
                </a:solidFill>
                <a:effectLst/>
                <a:uFillTx/>
                <a:latin typeface="Calibri"/>
                <a:ea typeface="Calibri"/>
              </a:rPr>
              <a:t>Externalisation de la gestion du SI</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Vous vous concentrez sur votre cœur de métier, nous gérons l’IT</a:t>
            </a:r>
            <a:endParaRPr lang="en-US" sz="1400" b="0" u="none" strike="noStrike">
              <a:solidFill>
                <a:srgbClr val="000000"/>
              </a:solidFill>
              <a:effectLst/>
              <a:uFillTx/>
              <a:latin typeface="Arial"/>
            </a:endParaRPr>
          </a:p>
        </p:txBody>
      </p:sp>
      <p:sp>
        <p:nvSpPr>
          <p:cNvPr id="919" name="TextBox 16"/>
          <p:cNvSpPr/>
          <p:nvPr/>
        </p:nvSpPr>
        <p:spPr>
          <a:xfrm>
            <a:off x="2559960" y="3222720"/>
            <a:ext cx="3966480" cy="1024200"/>
          </a:xfrm>
          <a:prstGeom prst="rect">
            <a:avLst/>
          </a:prstGeom>
          <a:noFill/>
          <a:ln w="0">
            <a:noFill/>
          </a:ln>
        </p:spPr>
        <p:style>
          <a:lnRef idx="0"/>
          <a:fillRef idx="0"/>
          <a:effectRef idx="0"/>
          <a:fontRef idx="minor"/>
        </p:style>
        <p:txBody>
          <a:bodyPr anchor="t">
            <a:spAutoFit/>
          </a:bodyPr>
          <a:p>
            <a:pPr defTabSz="457200">
              <a:lnSpc>
                <a:spcPct val="95000"/>
              </a:lnSpc>
              <a:spcAft>
                <a:spcPts val="201"/>
              </a:spcAft>
            </a:pPr>
            <a:r>
              <a:rPr lang="fr-FR" sz="2000" b="1" u="none" strike="noStrike">
                <a:solidFill>
                  <a:schemeClr val="dk1"/>
                </a:solidFill>
                <a:effectLst/>
                <a:uFillTx/>
                <a:latin typeface="Calibri"/>
                <a:ea typeface="Calibri"/>
              </a:rPr>
              <a:t>Support technique </a:t>
            </a:r>
            <a:endParaRPr lang="en-US" sz="2000" b="0" u="none" strike="noStrike">
              <a:solidFill>
                <a:srgbClr val="000000"/>
              </a:solidFill>
              <a:effectLst/>
              <a:uFillTx/>
              <a:latin typeface="Arial"/>
            </a:endParaRPr>
          </a:p>
          <a:p>
            <a:pPr marL="285840" indent="-285840" defTabSz="457200">
              <a:lnSpc>
                <a:spcPct val="95000"/>
              </a:lnSpc>
              <a:spcAft>
                <a:spcPts val="201"/>
              </a:spcAft>
              <a:buClr>
                <a:srgbClr val="595959"/>
              </a:buClr>
              <a:buFont typeface="Arial"/>
              <a:buChar char="•"/>
            </a:pPr>
            <a:r>
              <a:rPr lang="fr-FR" sz="1400" b="0" u="none" strike="noStrike">
                <a:solidFill>
                  <a:schemeClr val="dk2">
                    <a:lumMod val="50000"/>
                  </a:schemeClr>
                </a:solidFill>
                <a:effectLst/>
                <a:uFillTx/>
                <a:latin typeface="Calibri"/>
                <a:ea typeface="Calibri"/>
              </a:rPr>
              <a:t>Nous accompagnons les entreprises dans la maintenance évolutive, préventive et curative de leur SI</a:t>
            </a:r>
            <a:endParaRPr lang="en-US" sz="1400" b="0" u="none" strike="noStrike">
              <a:solidFill>
                <a:srgbClr val="000000"/>
              </a:solidFill>
              <a:effectLst/>
              <a:uFillTx/>
              <a:latin typeface="Arial"/>
            </a:endParaRPr>
          </a:p>
        </p:txBody>
      </p:sp>
      <p:sp>
        <p:nvSpPr>
          <p:cNvPr id="920" name="Arc 1"/>
          <p:cNvSpPr/>
          <p:nvPr/>
        </p:nvSpPr>
        <p:spPr>
          <a:xfrm rot="1860000">
            <a:off x="-4337640" y="547200"/>
            <a:ext cx="6476400" cy="6860520"/>
          </a:xfrm>
          <a:prstGeom prst="arc">
            <a:avLst>
              <a:gd name="adj1" fmla="val 15237959"/>
              <a:gd name="adj2" fmla="val 1845941"/>
            </a:avLst>
          </a:prstGeom>
          <a:noFill/>
          <a:ln w="12700">
            <a:solidFill>
              <a:srgbClr val="EC8C00"/>
            </a:solidFill>
          </a:ln>
        </p:spPr>
        <p:style>
          <a:lnRef idx="1">
            <a:schemeClr val="accent1"/>
          </a:lnRef>
          <a:fillRef idx="0">
            <a:schemeClr val="accent1"/>
          </a:fillRef>
          <a:effectRef idx="0">
            <a:schemeClr val="accent1"/>
          </a:effectRef>
          <a:fontRef idx="minor"/>
        </p:style>
        <p:txBody>
          <a:bodyPr lIns="90000" tIns="45000" rIns="90000" bIns="45000" anchor="ctr">
            <a:noAutofit/>
          </a:bodyPr>
          <a:p>
            <a:pPr/>
            <a:endParaRPr lang="fr-FR" sz="1800" b="0" u="none" strike="noStrike">
              <a:solidFill>
                <a:schemeClr val="dk1"/>
              </a:solidFill>
              <a:effectLst/>
              <a:uFillTx/>
              <a:latin typeface="Calibri"/>
            </a:endParaRPr>
          </a:p>
        </p:txBody>
      </p:sp>
      <p:sp>
        <p:nvSpPr>
          <p:cNvPr id="921" name="Oval 8"/>
          <p:cNvSpPr/>
          <p:nvPr/>
        </p:nvSpPr>
        <p:spPr>
          <a:xfrm>
            <a:off x="1126800" y="1338120"/>
            <a:ext cx="401760" cy="401760"/>
          </a:xfrm>
          <a:prstGeom prst="ellipse">
            <a:avLst/>
          </a:prstGeom>
          <a:solidFill>
            <a:srgbClr val="EC8C00"/>
          </a:solidFill>
          <a:ln w="38100">
            <a:solidFill>
              <a:srgbClr val="EC8C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sp>
        <p:nvSpPr>
          <p:cNvPr id="922" name="Oval 12"/>
          <p:cNvSpPr/>
          <p:nvPr/>
        </p:nvSpPr>
        <p:spPr>
          <a:xfrm>
            <a:off x="1505160" y="5486040"/>
            <a:ext cx="401760" cy="401760"/>
          </a:xfrm>
          <a:prstGeom prst="ellipse">
            <a:avLst/>
          </a:prstGeom>
          <a:solidFill>
            <a:srgbClr val="EC8C00"/>
          </a:solidFill>
          <a:ln w="38100">
            <a:solidFill>
              <a:srgbClr val="EC8C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sp>
        <p:nvSpPr>
          <p:cNvPr id="923" name="PlaceHolder 1"/>
          <p:cNvSpPr>
            <a:spLocks noGrp="1"/>
          </p:cNvSpPr>
          <p:nvPr>
            <p:ph type="title"/>
          </p:nvPr>
        </p:nvSpPr>
        <p:spPr>
          <a:xfrm>
            <a:off x="353160" y="162000"/>
            <a:ext cx="11838600" cy="755280"/>
          </a:xfrm>
          <a:prstGeom prst="rect">
            <a:avLst/>
          </a:prstGeom>
          <a:noFill/>
          <a:ln w="0">
            <a:noFill/>
          </a:ln>
        </p:spPr>
        <p:txBody>
          <a:bodyPr lIns="91440" tIns="45720" rIns="91440" bIns="45720" anchor="ctr">
            <a:noAutofit/>
          </a:bodyPr>
          <a:p>
            <a:pPr indent="0" algn="l" defTabSz="914400">
              <a:lnSpc>
                <a:spcPct val="90000"/>
              </a:lnSpc>
              <a:buNone/>
            </a:pPr>
            <a:r>
              <a:rPr lang="fr-FR" sz="3600" b="1" u="none" strike="noStrike">
                <a:solidFill>
                  <a:schemeClr val="dk1"/>
                </a:solidFill>
                <a:effectLst/>
                <a:uFillTx/>
                <a:latin typeface="Calibri"/>
                <a:ea typeface="Calibri"/>
              </a:rPr>
              <a:t>Formatio</a:t>
            </a:r>
            <a:r>
              <a:rPr lang="fr-FR" sz="3600" b="1" u="none" strike="noStrike">
                <a:solidFill>
                  <a:schemeClr val="dk1"/>
                </a:solidFill>
                <a:effectLst/>
                <a:uFillTx/>
                <a:latin typeface="Calibri"/>
                <a:ea typeface="Calibri"/>
              </a:rPr>
              <a:t>n, </a:t>
            </a:r>
            <a:r>
              <a:rPr lang="fr-FR" sz="3600" b="1" u="none" strike="noStrike">
                <a:solidFill>
                  <a:schemeClr val="dk1"/>
                </a:solidFill>
                <a:effectLst/>
                <a:uFillTx/>
                <a:latin typeface="Calibri"/>
                <a:ea typeface="Calibri"/>
              </a:rPr>
              <a:t>Infogéran</a:t>
            </a:r>
            <a:r>
              <a:rPr lang="fr-FR" sz="3600" b="1" u="none" strike="noStrike">
                <a:solidFill>
                  <a:schemeClr val="dk1"/>
                </a:solidFill>
                <a:effectLst/>
                <a:uFillTx/>
                <a:latin typeface="Calibri"/>
                <a:ea typeface="Calibri"/>
              </a:rPr>
              <a:t>ce et </a:t>
            </a:r>
            <a:r>
              <a:rPr lang="fr-FR" sz="3600" b="1" u="none" strike="noStrike">
                <a:solidFill>
                  <a:schemeClr val="dk1"/>
                </a:solidFill>
                <a:effectLst/>
                <a:uFillTx/>
                <a:latin typeface="Calibri"/>
                <a:ea typeface="Calibri"/>
              </a:rPr>
              <a:t>Support</a:t>
            </a:r>
            <a:endParaRPr lang="fr-FR" sz="3600" b="1" u="none" strike="noStrike">
              <a:solidFill>
                <a:schemeClr val="dk1"/>
              </a:solidFill>
              <a:effectLst/>
              <a:uFillTx/>
              <a:latin typeface="Arial"/>
            </a:endParaRPr>
          </a:p>
        </p:txBody>
      </p:sp>
      <p:sp>
        <p:nvSpPr>
          <p:cNvPr id="924" name="Oval 2"/>
          <p:cNvSpPr/>
          <p:nvPr/>
        </p:nvSpPr>
        <p:spPr>
          <a:xfrm>
            <a:off x="1987200" y="3263760"/>
            <a:ext cx="401760" cy="401760"/>
          </a:xfrm>
          <a:prstGeom prst="ellipse">
            <a:avLst/>
          </a:prstGeom>
          <a:solidFill>
            <a:srgbClr val="EC8C00"/>
          </a:solidFill>
          <a:ln w="38100">
            <a:solidFill>
              <a:srgbClr val="EC8C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chemeClr val="lt1">
                  <a:alpha val="64000"/>
                </a:schemeClr>
              </a:solidFill>
              <a:effectLst/>
              <a:uFillTx/>
              <a:latin typeface="Calibri"/>
            </a:endParaRPr>
          </a:p>
        </p:txBody>
      </p:sp>
      <p:pic>
        <p:nvPicPr>
          <p:cNvPr id="925" name="Picture 2" descr="Team leader supervising IT workers in server room maintaining databases"/>
          <p:cNvPicPr/>
          <p:nvPr/>
        </p:nvPicPr>
        <p:blipFill>
          <a:blip r:embed="rId1"/>
          <a:stretch/>
        </p:blipFill>
        <p:spPr>
          <a:xfrm>
            <a:off x="6806880" y="917640"/>
            <a:ext cx="5962320" cy="5309280"/>
          </a:xfrm>
          <a:prstGeom prst="rect">
            <a:avLst/>
          </a:prstGeom>
          <a:noFill/>
          <a:ln w="0">
            <a:noFill/>
          </a:ln>
        </p:spPr>
      </p:pic>
      <p:pic>
        <p:nvPicPr>
          <p:cNvPr id="926" name="Picture 59" descr="A group of people in a circle&#10;&#10;Description automatically generated"/>
          <p:cNvPicPr/>
          <p:nvPr/>
        </p:nvPicPr>
        <p:blipFill>
          <a:blip r:embed="rId2"/>
          <a:stretch/>
        </p:blipFill>
        <p:spPr>
          <a:xfrm>
            <a:off x="456480" y="3237120"/>
            <a:ext cx="1048320" cy="1048320"/>
          </a:xfrm>
          <a:prstGeom prst="rect">
            <a:avLst/>
          </a:prstGeom>
          <a:noFill/>
          <a:ln w="0">
            <a:noFill/>
          </a:ln>
        </p:spPr>
      </p:pic>
    </p:spTree>
  </p:cSld>
  <p:transition spd="slow">
    <p:fade/>
  </p:transition>
  <p:timing>
    <p:tnLst>
      <p:par>
        <p:cTn id="110" dur="indefinite" restart="never" nodeType="tmRoot">
          <p:childTnLst>
            <p:seq>
              <p:cTn id="111" dur="indefinite" nodeType="mainSeq">
                <p:childTnLst>
                  <p:par>
                    <p:cTn id="112" fill="hold">
                      <p:stCondLst>
                        <p:cond delay="0"/>
                      </p:stCondLst>
                      <p:childTnLst>
                        <p:par>
                          <p:cTn id="113" fill="hold">
                            <p:stCondLst>
                              <p:cond delay="0"/>
                            </p:stCondLst>
                            <p:childTnLst>
                              <p:par>
                                <p:cTn id="114" presetID="32" presetClass="emph" fill="hold" nodeType="withEffect">
                                  <p:stCondLst>
                                    <p:cond delay="0"/>
                                  </p:stCondLst>
                                  <p:childTnLst>
                                    <p:animRot by="120000">
                                      <p:cBhvr>
                                        <p:cTn id="115" dur="175" fill="hold">
                                          <p:stCondLst>
                                            <p:cond delay="0"/>
                                          </p:stCondLst>
                                        </p:cTn>
                                        <p:tgtEl>
                                          <p:spTgt spid="926"/>
                                        </p:tgtEl>
                                        <p:attrNameLst>
                                          <p:attrName>r</p:attrName>
                                        </p:attrNameLst>
                                      </p:cBhvr>
                                    </p:animRot>
                                    <p:animRot by="-240000">
                                      <p:cBhvr>
                                        <p:cTn id="116" dur="350" fill="hold">
                                          <p:stCondLst>
                                            <p:cond delay="350"/>
                                          </p:stCondLst>
                                        </p:cTn>
                                        <p:tgtEl>
                                          <p:spTgt spid="926"/>
                                        </p:tgtEl>
                                        <p:attrNameLst>
                                          <p:attrName>r</p:attrName>
                                        </p:attrNameLst>
                                      </p:cBhvr>
                                    </p:animRot>
                                    <p:animRot by="240000">
                                      <p:cBhvr>
                                        <p:cTn id="117" dur="350" fill="hold">
                                          <p:stCondLst>
                                            <p:cond delay="700"/>
                                          </p:stCondLst>
                                        </p:cTn>
                                        <p:tgtEl>
                                          <p:spTgt spid="926"/>
                                        </p:tgtEl>
                                        <p:attrNameLst>
                                          <p:attrName>r</p:attrName>
                                        </p:attrNameLst>
                                      </p:cBhvr>
                                    </p:animRot>
                                    <p:animRot by="-240000">
                                      <p:cBhvr>
                                        <p:cTn id="118" dur="350" fill="hold">
                                          <p:stCondLst>
                                            <p:cond delay="1050"/>
                                          </p:stCondLst>
                                        </p:cTn>
                                        <p:tgtEl>
                                          <p:spTgt spid="926"/>
                                        </p:tgtEl>
                                        <p:attrNameLst>
                                          <p:attrName>r</p:attrName>
                                        </p:attrNameLst>
                                      </p:cBhvr>
                                    </p:animRot>
                                    <p:animRot by="120000">
                                      <p:cBhvr>
                                        <p:cTn id="119" dur="350" fill="hold">
                                          <p:stCondLst>
                                            <p:cond delay="1400"/>
                                          </p:stCondLst>
                                        </p:cTn>
                                        <p:tgtEl>
                                          <p:spTgt spid="926"/>
                                        </p:tgtEl>
                                        <p:attrNameLst>
                                          <p:attrName>r</p:attrName>
                                        </p:attrNameLst>
                                      </p:cBhvr>
                                    </p:animRot>
                                  </p:childTnLst>
                                </p:cTn>
                              </p:par>
                              <p:par>
                                <p:cTn id="120" presetID="22" presetClass="entr" fill="hold" nodeType="withEffect" presetSubtype="8">
                                  <p:stCondLst>
                                    <p:cond delay="0"/>
                                  </p:stCondLst>
                                  <p:childTnLst>
                                    <p:set>
                                      <p:cBhvr>
                                        <p:cTn id="121" dur="1" fill="hold">
                                          <p:stCondLst>
                                            <p:cond delay="0"/>
                                          </p:stCondLst>
                                        </p:cTn>
                                        <p:tgtEl>
                                          <p:spTgt spid="917"/>
                                        </p:tgtEl>
                                        <p:attrNameLst>
                                          <p:attrName>style.visibility</p:attrName>
                                        </p:attrNameLst>
                                      </p:cBhvr>
                                      <p:to>
                                        <p:strVal val="visible"/>
                                      </p:to>
                                    </p:set>
                                    <p:animEffect transition="in" filter="wipe(left)">
                                      <p:cBhvr additive="repl">
                                        <p:cTn id="122" dur="500"/>
                                        <p:tgtEl>
                                          <p:spTgt spid="917"/>
                                        </p:tgtEl>
                                      </p:cBhvr>
                                    </p:animEffect>
                                  </p:childTnLst>
                                </p:cTn>
                              </p:par>
                              <p:par>
                                <p:cTn id="123" presetID="22" presetClass="entr" fill="hold" nodeType="withEffect" presetSubtype="8">
                                  <p:stCondLst>
                                    <p:cond delay="500"/>
                                  </p:stCondLst>
                                  <p:childTnLst>
                                    <p:set>
                                      <p:cBhvr>
                                        <p:cTn id="124" dur="1" fill="hold">
                                          <p:stCondLst>
                                            <p:cond delay="0"/>
                                          </p:stCondLst>
                                        </p:cTn>
                                        <p:tgtEl>
                                          <p:spTgt spid="919"/>
                                        </p:tgtEl>
                                        <p:attrNameLst>
                                          <p:attrName>style.visibility</p:attrName>
                                        </p:attrNameLst>
                                      </p:cBhvr>
                                      <p:to>
                                        <p:strVal val="visible"/>
                                      </p:to>
                                    </p:set>
                                    <p:animEffect transition="in" filter="wipe(left)">
                                      <p:cBhvr additive="repl">
                                        <p:cTn id="125" dur="500"/>
                                        <p:tgtEl>
                                          <p:spTgt spid="919"/>
                                        </p:tgtEl>
                                      </p:cBhvr>
                                    </p:animEffect>
                                  </p:childTnLst>
                                </p:cTn>
                              </p:par>
                              <p:par>
                                <p:cTn id="126" presetID="22" presetClass="entr" fill="hold" nodeType="withEffect" presetSubtype="8">
                                  <p:stCondLst>
                                    <p:cond delay="1000"/>
                                  </p:stCondLst>
                                  <p:childTnLst>
                                    <p:set>
                                      <p:cBhvr>
                                        <p:cTn id="127" dur="1" fill="hold">
                                          <p:stCondLst>
                                            <p:cond delay="0"/>
                                          </p:stCondLst>
                                        </p:cTn>
                                        <p:tgtEl>
                                          <p:spTgt spid="918"/>
                                        </p:tgtEl>
                                        <p:attrNameLst>
                                          <p:attrName>style.visibility</p:attrName>
                                        </p:attrNameLst>
                                      </p:cBhvr>
                                      <p:to>
                                        <p:strVal val="visible"/>
                                      </p:to>
                                    </p:set>
                                    <p:animEffect transition="in" filter="wipe(left)">
                                      <p:cBhvr additive="repl">
                                        <p:cTn id="128" dur="500"/>
                                        <p:tgtEl>
                                          <p:spTgt spid="9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27" name="Ellipse 7"/>
          <p:cNvSpPr/>
          <p:nvPr/>
        </p:nvSpPr>
        <p:spPr>
          <a:xfrm>
            <a:off x="4439160" y="61200"/>
            <a:ext cx="2394720" cy="2835360"/>
          </a:xfrm>
          <a:prstGeom prst="ellipse">
            <a:avLst/>
          </a:prstGeom>
          <a:solidFill>
            <a:srgbClr val="000066"/>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28" name="Rectangle : coins arrondis 5"/>
          <p:cNvSpPr/>
          <p:nvPr/>
        </p:nvSpPr>
        <p:spPr>
          <a:xfrm>
            <a:off x="4439160" y="982080"/>
            <a:ext cx="2394720" cy="5728680"/>
          </a:xfrm>
          <a:prstGeom prst="roundRect">
            <a:avLst>
              <a:gd name="adj" fmla="val 16667"/>
            </a:avLst>
          </a:prstGeom>
          <a:solidFill>
            <a:srgbClr val="FFFFFF"/>
          </a:solidFill>
          <a:ln>
            <a:solidFill>
              <a:srgbClr val="FFFFFF"/>
            </a:solidFill>
          </a:ln>
          <a:effectLst>
            <a:glow rad="63360">
              <a:srgbClr val="808080">
                <a:alpha val="40000"/>
              </a:srgbClr>
            </a:glow>
          </a:effectLst>
        </p:spPr>
        <p:style>
          <a:lnRef idx="2">
            <a:schemeClr val="dk1"/>
          </a:lnRef>
          <a:fillRef idx="1">
            <a:schemeClr val="lt1"/>
          </a:fillRef>
          <a:effectRef idx="0">
            <a:schemeClr val="dk1"/>
          </a:effectRef>
          <a:fontRef idx="minor"/>
        </p:style>
        <p:txBody>
          <a:bodyPr lIns="90000" tIns="45000" rIns="90000" bIns="45000" anchor="ctr">
            <a:noAutofit/>
          </a:bodyPr>
          <a:p>
            <a:pPr/>
            <a:endParaRPr lang="fr-FR" sz="1800" b="0" u="none" strike="noStrike">
              <a:solidFill>
                <a:srgbClr val="000000"/>
              </a:solidFill>
              <a:effectLst/>
              <a:uFillTx/>
              <a:latin typeface="Calibri"/>
            </a:endParaRPr>
          </a:p>
        </p:txBody>
      </p:sp>
      <p:sp>
        <p:nvSpPr>
          <p:cNvPr id="929" name="Rectangle : coins arrondis 6"/>
          <p:cNvSpPr/>
          <p:nvPr/>
        </p:nvSpPr>
        <p:spPr>
          <a:xfrm>
            <a:off x="238320" y="1463040"/>
            <a:ext cx="4125240" cy="5263200"/>
          </a:xfrm>
          <a:prstGeom prst="roundRect">
            <a:avLst>
              <a:gd name="adj" fmla="val 16667"/>
            </a:avLst>
          </a:prstGeom>
          <a:solidFill>
            <a:srgbClr val="FFFFFF"/>
          </a:solidFill>
          <a:ln>
            <a:solidFill>
              <a:srgbClr val="FFFFFF"/>
            </a:solidFill>
          </a:ln>
          <a:effectLst>
            <a:glow rad="63360">
              <a:srgbClr val="808080">
                <a:alpha val="40000"/>
              </a:srgbClr>
            </a:glow>
          </a:effectLst>
        </p:spPr>
        <p:style>
          <a:lnRef idx="2">
            <a:schemeClr val="dk1"/>
          </a:lnRef>
          <a:fillRef idx="1">
            <a:schemeClr val="lt1"/>
          </a:fillRef>
          <a:effectRef idx="0">
            <a:schemeClr val="dk1"/>
          </a:effectRef>
          <a:fontRef idx="minor"/>
        </p:style>
        <p:txBody>
          <a:bodyPr lIns="90000" tIns="45000" rIns="90000" bIns="45000" anchor="ctr">
            <a:noAutofit/>
          </a:bodyPr>
          <a:p>
            <a:pPr/>
            <a:endParaRPr lang="fr-FR" sz="1800" b="1" u="none" strike="noStrike">
              <a:solidFill>
                <a:srgbClr val="000000"/>
              </a:solidFill>
              <a:effectLst/>
              <a:uFillTx/>
              <a:latin typeface="Calibri"/>
            </a:endParaRPr>
          </a:p>
        </p:txBody>
      </p:sp>
      <p:sp>
        <p:nvSpPr>
          <p:cNvPr id="930" name="Rectangle 26"/>
          <p:cNvSpPr/>
          <p:nvPr/>
        </p:nvSpPr>
        <p:spPr>
          <a:xfrm>
            <a:off x="6521040" y="1189080"/>
            <a:ext cx="109800" cy="129240"/>
          </a:xfrm>
          <a:prstGeom prst="rect">
            <a:avLst/>
          </a:prstGeom>
          <a:solidFill>
            <a:srgbClr val="15608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31" name="Rectangle 27"/>
          <p:cNvSpPr/>
          <p:nvPr/>
        </p:nvSpPr>
        <p:spPr>
          <a:xfrm>
            <a:off x="6133680" y="1189080"/>
            <a:ext cx="109800" cy="129240"/>
          </a:xfrm>
          <a:prstGeom prst="rect">
            <a:avLst/>
          </a:prstGeom>
          <a:solidFill>
            <a:srgbClr val="15608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32" name="Rectangle 28"/>
          <p:cNvSpPr/>
          <p:nvPr/>
        </p:nvSpPr>
        <p:spPr>
          <a:xfrm>
            <a:off x="5358600" y="1189080"/>
            <a:ext cx="109800" cy="129240"/>
          </a:xfrm>
          <a:prstGeom prst="rect">
            <a:avLst/>
          </a:prstGeom>
          <a:solidFill>
            <a:srgbClr val="15608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33" name="Rectangle 29"/>
          <p:cNvSpPr/>
          <p:nvPr/>
        </p:nvSpPr>
        <p:spPr>
          <a:xfrm>
            <a:off x="4971240" y="1189080"/>
            <a:ext cx="109800" cy="129240"/>
          </a:xfrm>
          <a:prstGeom prst="rect">
            <a:avLst/>
          </a:prstGeom>
          <a:solidFill>
            <a:srgbClr val="15608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34" name="Rectangle 30"/>
          <p:cNvSpPr/>
          <p:nvPr/>
        </p:nvSpPr>
        <p:spPr>
          <a:xfrm>
            <a:off x="4583880" y="1189080"/>
            <a:ext cx="109800" cy="129240"/>
          </a:xfrm>
          <a:prstGeom prst="rect">
            <a:avLst/>
          </a:prstGeom>
          <a:solidFill>
            <a:srgbClr val="15608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1" u="none" strike="noStrike">
              <a:solidFill>
                <a:srgbClr val="FFFFFF"/>
              </a:solidFill>
              <a:effectLst/>
              <a:uFillTx/>
              <a:latin typeface="Calibri"/>
            </a:endParaRPr>
          </a:p>
        </p:txBody>
      </p:sp>
      <p:sp>
        <p:nvSpPr>
          <p:cNvPr id="935" name="Rectangle 31"/>
          <p:cNvSpPr/>
          <p:nvPr/>
        </p:nvSpPr>
        <p:spPr>
          <a:xfrm>
            <a:off x="5746320" y="1189080"/>
            <a:ext cx="109800" cy="129240"/>
          </a:xfrm>
          <a:prstGeom prst="rect">
            <a:avLst/>
          </a:prstGeom>
          <a:solidFill>
            <a:srgbClr val="15608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36" name="Ellipse 70"/>
          <p:cNvSpPr/>
          <p:nvPr/>
        </p:nvSpPr>
        <p:spPr>
          <a:xfrm>
            <a:off x="6985080" y="61200"/>
            <a:ext cx="2394720" cy="2835360"/>
          </a:xfrm>
          <a:prstGeom prst="ellipse">
            <a:avLst/>
          </a:prstGeom>
          <a:solidFill>
            <a:srgbClr val="42200A"/>
          </a:solidFill>
          <a:ln>
            <a:solidFill>
              <a:srgbClr val="42200A"/>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37" name="Rectangle : coins arrondis 71"/>
          <p:cNvSpPr/>
          <p:nvPr/>
        </p:nvSpPr>
        <p:spPr>
          <a:xfrm>
            <a:off x="6990480" y="982080"/>
            <a:ext cx="2394720" cy="5728680"/>
          </a:xfrm>
          <a:prstGeom prst="roundRect">
            <a:avLst>
              <a:gd name="adj" fmla="val 16667"/>
            </a:avLst>
          </a:prstGeom>
          <a:solidFill>
            <a:srgbClr val="FFFFFF"/>
          </a:solidFill>
          <a:ln>
            <a:solidFill>
              <a:srgbClr val="FFFFFF"/>
            </a:solidFill>
          </a:ln>
          <a:effectLst>
            <a:glow rad="63360">
              <a:srgbClr val="808080">
                <a:alpha val="40000"/>
              </a:srgbClr>
            </a:glow>
          </a:effectLst>
        </p:spPr>
        <p:style>
          <a:lnRef idx="2">
            <a:schemeClr val="dk1"/>
          </a:lnRef>
          <a:fillRef idx="1">
            <a:schemeClr val="lt1"/>
          </a:fillRef>
          <a:effectRef idx="0">
            <a:schemeClr val="dk1"/>
          </a:effectRef>
          <a:fontRef idx="minor"/>
        </p:style>
        <p:txBody>
          <a:bodyPr lIns="90000" tIns="45000" rIns="90000" bIns="45000" anchor="ctr">
            <a:noAutofit/>
          </a:bodyPr>
          <a:p>
            <a:pPr/>
            <a:endParaRPr lang="fr-FR" sz="1800" b="0" u="none" strike="noStrike">
              <a:solidFill>
                <a:srgbClr val="000000"/>
              </a:solidFill>
              <a:effectLst/>
              <a:uFillTx/>
              <a:latin typeface="Calibri"/>
            </a:endParaRPr>
          </a:p>
        </p:txBody>
      </p:sp>
      <p:sp>
        <p:nvSpPr>
          <p:cNvPr id="938" name="Rectangle 72"/>
          <p:cNvSpPr/>
          <p:nvPr/>
        </p:nvSpPr>
        <p:spPr>
          <a:xfrm>
            <a:off x="9066960" y="1189080"/>
            <a:ext cx="109800" cy="129240"/>
          </a:xfrm>
          <a:prstGeom prst="rect">
            <a:avLst/>
          </a:prstGeom>
          <a:solidFill>
            <a:srgbClr val="4220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39" name="Rectangle 73"/>
          <p:cNvSpPr/>
          <p:nvPr/>
        </p:nvSpPr>
        <p:spPr>
          <a:xfrm>
            <a:off x="8679600" y="1189080"/>
            <a:ext cx="109800" cy="129240"/>
          </a:xfrm>
          <a:prstGeom prst="rect">
            <a:avLst/>
          </a:prstGeom>
          <a:solidFill>
            <a:srgbClr val="4220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40" name="Rectangle 74"/>
          <p:cNvSpPr/>
          <p:nvPr/>
        </p:nvSpPr>
        <p:spPr>
          <a:xfrm>
            <a:off x="7904520" y="1189080"/>
            <a:ext cx="109800" cy="129240"/>
          </a:xfrm>
          <a:prstGeom prst="rect">
            <a:avLst/>
          </a:prstGeom>
          <a:solidFill>
            <a:srgbClr val="4220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41" name="Rectangle 75"/>
          <p:cNvSpPr/>
          <p:nvPr/>
        </p:nvSpPr>
        <p:spPr>
          <a:xfrm>
            <a:off x="7517160" y="1189080"/>
            <a:ext cx="109800" cy="129240"/>
          </a:xfrm>
          <a:prstGeom prst="rect">
            <a:avLst/>
          </a:prstGeom>
          <a:solidFill>
            <a:srgbClr val="4220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42" name="Rectangle 76"/>
          <p:cNvSpPr/>
          <p:nvPr/>
        </p:nvSpPr>
        <p:spPr>
          <a:xfrm>
            <a:off x="7129800" y="1189080"/>
            <a:ext cx="109800" cy="129240"/>
          </a:xfrm>
          <a:prstGeom prst="rect">
            <a:avLst/>
          </a:prstGeom>
          <a:solidFill>
            <a:srgbClr val="4220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43" name="Rectangle 77"/>
          <p:cNvSpPr/>
          <p:nvPr/>
        </p:nvSpPr>
        <p:spPr>
          <a:xfrm>
            <a:off x="8292240" y="1189080"/>
            <a:ext cx="109800" cy="129240"/>
          </a:xfrm>
          <a:prstGeom prst="rect">
            <a:avLst/>
          </a:prstGeom>
          <a:solidFill>
            <a:srgbClr val="4220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44" name="Ellipse 78"/>
          <p:cNvSpPr/>
          <p:nvPr/>
        </p:nvSpPr>
        <p:spPr>
          <a:xfrm>
            <a:off x="9531000" y="61200"/>
            <a:ext cx="2394720" cy="2835360"/>
          </a:xfrm>
          <a:prstGeom prst="ellipse">
            <a:avLst/>
          </a:prstGeom>
          <a:solidFill>
            <a:srgbClr val="F7941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45" name="Rectangle : coins arrondis 79"/>
          <p:cNvSpPr/>
          <p:nvPr/>
        </p:nvSpPr>
        <p:spPr>
          <a:xfrm>
            <a:off x="9531000" y="982080"/>
            <a:ext cx="2394720" cy="5728680"/>
          </a:xfrm>
          <a:prstGeom prst="roundRect">
            <a:avLst>
              <a:gd name="adj" fmla="val 16667"/>
            </a:avLst>
          </a:prstGeom>
          <a:solidFill>
            <a:srgbClr val="FFFFFF"/>
          </a:solidFill>
          <a:ln>
            <a:solidFill>
              <a:srgbClr val="FFFFFF"/>
            </a:solidFill>
          </a:ln>
          <a:effectLst>
            <a:glow rad="63360">
              <a:srgbClr val="808080">
                <a:alpha val="40000"/>
              </a:srgbClr>
            </a:glow>
          </a:effectLst>
        </p:spPr>
        <p:style>
          <a:lnRef idx="2">
            <a:schemeClr val="dk1"/>
          </a:lnRef>
          <a:fillRef idx="1">
            <a:schemeClr val="lt1"/>
          </a:fillRef>
          <a:effectRef idx="0">
            <a:schemeClr val="dk1"/>
          </a:effectRef>
          <a:fontRef idx="minor"/>
        </p:style>
        <p:txBody>
          <a:bodyPr lIns="90000" tIns="45000" rIns="90000" bIns="45000" anchor="ctr">
            <a:noAutofit/>
          </a:bodyPr>
          <a:p>
            <a:pPr/>
            <a:endParaRPr lang="fr-FR" sz="1800" b="0" u="none" strike="noStrike">
              <a:solidFill>
                <a:srgbClr val="000000"/>
              </a:solidFill>
              <a:effectLst/>
              <a:uFillTx/>
              <a:latin typeface="Calibri"/>
            </a:endParaRPr>
          </a:p>
        </p:txBody>
      </p:sp>
      <p:sp>
        <p:nvSpPr>
          <p:cNvPr id="946" name="Rectangle 80"/>
          <p:cNvSpPr/>
          <p:nvPr/>
        </p:nvSpPr>
        <p:spPr>
          <a:xfrm>
            <a:off x="11612880" y="1189080"/>
            <a:ext cx="109800" cy="129240"/>
          </a:xfrm>
          <a:prstGeom prst="rect">
            <a:avLst/>
          </a:prstGeom>
          <a:solidFill>
            <a:srgbClr val="B66606"/>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47" name="Rectangle 81"/>
          <p:cNvSpPr/>
          <p:nvPr/>
        </p:nvSpPr>
        <p:spPr>
          <a:xfrm>
            <a:off x="11225520" y="1189080"/>
            <a:ext cx="109800" cy="129240"/>
          </a:xfrm>
          <a:prstGeom prst="rect">
            <a:avLst/>
          </a:prstGeom>
          <a:solidFill>
            <a:srgbClr val="B66606"/>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48" name="Rectangle 82"/>
          <p:cNvSpPr/>
          <p:nvPr/>
        </p:nvSpPr>
        <p:spPr>
          <a:xfrm>
            <a:off x="10450800" y="1189080"/>
            <a:ext cx="109800" cy="129240"/>
          </a:xfrm>
          <a:prstGeom prst="rect">
            <a:avLst/>
          </a:prstGeom>
          <a:solidFill>
            <a:srgbClr val="B66606"/>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49" name="Rectangle 83"/>
          <p:cNvSpPr/>
          <p:nvPr/>
        </p:nvSpPr>
        <p:spPr>
          <a:xfrm>
            <a:off x="10063080" y="1189080"/>
            <a:ext cx="109800" cy="129240"/>
          </a:xfrm>
          <a:prstGeom prst="rect">
            <a:avLst/>
          </a:prstGeom>
          <a:solidFill>
            <a:srgbClr val="B66606"/>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50" name="Rectangle 84"/>
          <p:cNvSpPr/>
          <p:nvPr/>
        </p:nvSpPr>
        <p:spPr>
          <a:xfrm>
            <a:off x="9675720" y="1189080"/>
            <a:ext cx="109800" cy="129240"/>
          </a:xfrm>
          <a:prstGeom prst="rect">
            <a:avLst/>
          </a:prstGeom>
          <a:solidFill>
            <a:srgbClr val="B66606"/>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sp>
        <p:nvSpPr>
          <p:cNvPr id="951" name="Rectangle 85"/>
          <p:cNvSpPr/>
          <p:nvPr/>
        </p:nvSpPr>
        <p:spPr>
          <a:xfrm>
            <a:off x="10838160" y="1189080"/>
            <a:ext cx="109800" cy="129240"/>
          </a:xfrm>
          <a:prstGeom prst="rect">
            <a:avLst/>
          </a:prstGeom>
          <a:solidFill>
            <a:srgbClr val="B66606"/>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cxnSp>
        <p:nvCxnSpPr>
          <p:cNvPr id="952" name="Connecteur droit 92"/>
          <p:cNvCxnSpPr/>
          <p:nvPr/>
        </p:nvCxnSpPr>
        <p:spPr>
          <a:xfrm>
            <a:off x="376560" y="6434640"/>
            <a:ext cx="3861360" cy="360"/>
          </a:xfrm>
          <a:prstGeom prst="straightConnector1">
            <a:avLst/>
          </a:prstGeom>
          <a:ln>
            <a:solidFill>
              <a:srgbClr val="E8E8E8">
                <a:lumMod val="90000"/>
              </a:srgbClr>
            </a:solidFill>
          </a:ln>
        </p:spPr>
      </p:cxnSp>
      <p:cxnSp>
        <p:nvCxnSpPr>
          <p:cNvPr id="953" name="Connecteur droit 93"/>
          <p:cNvCxnSpPr/>
          <p:nvPr/>
        </p:nvCxnSpPr>
        <p:spPr>
          <a:xfrm>
            <a:off x="223200" y="2547000"/>
            <a:ext cx="4151880" cy="360"/>
          </a:xfrm>
          <a:prstGeom prst="straightConnector1">
            <a:avLst/>
          </a:prstGeom>
          <a:ln>
            <a:solidFill>
              <a:srgbClr val="E8E8E8">
                <a:lumMod val="90000"/>
              </a:srgbClr>
            </a:solidFill>
          </a:ln>
        </p:spPr>
      </p:cxnSp>
      <p:cxnSp>
        <p:nvCxnSpPr>
          <p:cNvPr id="954" name="Connecteur droit 94"/>
          <p:cNvCxnSpPr/>
          <p:nvPr/>
        </p:nvCxnSpPr>
        <p:spPr>
          <a:xfrm>
            <a:off x="213840" y="2875680"/>
            <a:ext cx="4151880" cy="360"/>
          </a:xfrm>
          <a:prstGeom prst="straightConnector1">
            <a:avLst/>
          </a:prstGeom>
          <a:ln>
            <a:solidFill>
              <a:srgbClr val="E8E8E8">
                <a:lumMod val="90000"/>
              </a:srgbClr>
            </a:solidFill>
          </a:ln>
        </p:spPr>
      </p:cxnSp>
      <p:cxnSp>
        <p:nvCxnSpPr>
          <p:cNvPr id="955" name="Connecteur droit 95"/>
          <p:cNvCxnSpPr/>
          <p:nvPr/>
        </p:nvCxnSpPr>
        <p:spPr>
          <a:xfrm>
            <a:off x="298440" y="6177960"/>
            <a:ext cx="4068720" cy="360"/>
          </a:xfrm>
          <a:prstGeom prst="straightConnector1">
            <a:avLst/>
          </a:prstGeom>
          <a:ln>
            <a:solidFill>
              <a:srgbClr val="E8E8E8">
                <a:lumMod val="90000"/>
              </a:srgbClr>
            </a:solidFill>
          </a:ln>
        </p:spPr>
      </p:cxnSp>
      <p:cxnSp>
        <p:nvCxnSpPr>
          <p:cNvPr id="956" name="Connecteur droit 96"/>
          <p:cNvCxnSpPr/>
          <p:nvPr/>
        </p:nvCxnSpPr>
        <p:spPr>
          <a:xfrm>
            <a:off x="236520" y="2208600"/>
            <a:ext cx="4126320" cy="360"/>
          </a:xfrm>
          <a:prstGeom prst="straightConnector1">
            <a:avLst/>
          </a:prstGeom>
          <a:ln>
            <a:solidFill>
              <a:srgbClr val="E8E8E8">
                <a:lumMod val="90000"/>
              </a:srgbClr>
            </a:solidFill>
          </a:ln>
        </p:spPr>
      </p:cxnSp>
      <p:cxnSp>
        <p:nvCxnSpPr>
          <p:cNvPr id="957" name="Connecteur droit 97"/>
          <p:cNvCxnSpPr/>
          <p:nvPr/>
        </p:nvCxnSpPr>
        <p:spPr>
          <a:xfrm>
            <a:off x="234000" y="3876120"/>
            <a:ext cx="4125960" cy="360"/>
          </a:xfrm>
          <a:prstGeom prst="straightConnector1">
            <a:avLst/>
          </a:prstGeom>
          <a:ln>
            <a:solidFill>
              <a:srgbClr val="E8E8E8">
                <a:lumMod val="90000"/>
              </a:srgbClr>
            </a:solidFill>
          </a:ln>
        </p:spPr>
      </p:cxnSp>
      <p:cxnSp>
        <p:nvCxnSpPr>
          <p:cNvPr id="958" name="Connecteur droit 99"/>
          <p:cNvCxnSpPr/>
          <p:nvPr/>
        </p:nvCxnSpPr>
        <p:spPr>
          <a:xfrm>
            <a:off x="222120" y="4191120"/>
            <a:ext cx="4125960" cy="360"/>
          </a:xfrm>
          <a:prstGeom prst="straightConnector1">
            <a:avLst/>
          </a:prstGeom>
          <a:ln>
            <a:solidFill>
              <a:srgbClr val="E8E8E8">
                <a:lumMod val="90000"/>
              </a:srgbClr>
            </a:solidFill>
          </a:ln>
        </p:spPr>
      </p:cxnSp>
      <p:cxnSp>
        <p:nvCxnSpPr>
          <p:cNvPr id="959" name="Connecteur droit 100"/>
          <p:cNvCxnSpPr/>
          <p:nvPr/>
        </p:nvCxnSpPr>
        <p:spPr>
          <a:xfrm>
            <a:off x="241200" y="3210840"/>
            <a:ext cx="4125960" cy="360"/>
          </a:xfrm>
          <a:prstGeom prst="straightConnector1">
            <a:avLst/>
          </a:prstGeom>
          <a:ln>
            <a:solidFill>
              <a:srgbClr val="E8E8E8">
                <a:lumMod val="90000"/>
              </a:srgbClr>
            </a:solidFill>
          </a:ln>
        </p:spPr>
      </p:cxnSp>
      <p:cxnSp>
        <p:nvCxnSpPr>
          <p:cNvPr id="960" name="Connecteur droit 101"/>
          <p:cNvCxnSpPr/>
          <p:nvPr/>
        </p:nvCxnSpPr>
        <p:spPr>
          <a:xfrm>
            <a:off x="226440" y="3543120"/>
            <a:ext cx="4126320" cy="360"/>
          </a:xfrm>
          <a:prstGeom prst="straightConnector1">
            <a:avLst/>
          </a:prstGeom>
          <a:ln>
            <a:solidFill>
              <a:srgbClr val="E8E8E8">
                <a:lumMod val="90000"/>
              </a:srgbClr>
            </a:solidFill>
          </a:ln>
        </p:spPr>
      </p:cxnSp>
      <p:cxnSp>
        <p:nvCxnSpPr>
          <p:cNvPr id="961" name="Connecteur droit 107"/>
          <p:cNvCxnSpPr/>
          <p:nvPr/>
        </p:nvCxnSpPr>
        <p:spPr>
          <a:xfrm>
            <a:off x="4439160" y="1876320"/>
            <a:ext cx="2395440" cy="360"/>
          </a:xfrm>
          <a:prstGeom prst="straightConnector1">
            <a:avLst/>
          </a:prstGeom>
          <a:ln>
            <a:solidFill>
              <a:srgbClr val="E8E8E8">
                <a:lumMod val="90000"/>
              </a:srgbClr>
            </a:solidFill>
          </a:ln>
        </p:spPr>
      </p:cxnSp>
      <p:cxnSp>
        <p:nvCxnSpPr>
          <p:cNvPr id="962" name="Connecteur droit 108"/>
          <p:cNvCxnSpPr/>
          <p:nvPr/>
        </p:nvCxnSpPr>
        <p:spPr>
          <a:xfrm>
            <a:off x="4439160" y="2531160"/>
            <a:ext cx="2395440" cy="360"/>
          </a:xfrm>
          <a:prstGeom prst="straightConnector1">
            <a:avLst/>
          </a:prstGeom>
          <a:ln>
            <a:solidFill>
              <a:srgbClr val="E8E8E8">
                <a:lumMod val="90000"/>
              </a:srgbClr>
            </a:solidFill>
          </a:ln>
        </p:spPr>
      </p:cxnSp>
      <p:cxnSp>
        <p:nvCxnSpPr>
          <p:cNvPr id="963" name="Connecteur droit 109"/>
          <p:cNvCxnSpPr/>
          <p:nvPr/>
        </p:nvCxnSpPr>
        <p:spPr>
          <a:xfrm>
            <a:off x="4439160" y="3194640"/>
            <a:ext cx="2395080" cy="360"/>
          </a:xfrm>
          <a:prstGeom prst="straightConnector1">
            <a:avLst/>
          </a:prstGeom>
          <a:ln>
            <a:solidFill>
              <a:srgbClr val="E8E8E8">
                <a:lumMod val="90000"/>
              </a:srgbClr>
            </a:solidFill>
          </a:ln>
        </p:spPr>
      </p:cxnSp>
      <p:cxnSp>
        <p:nvCxnSpPr>
          <p:cNvPr id="964" name="Connecteur droit 110"/>
          <p:cNvCxnSpPr/>
          <p:nvPr/>
        </p:nvCxnSpPr>
        <p:spPr>
          <a:xfrm>
            <a:off x="4439160" y="3527280"/>
            <a:ext cx="2395080" cy="360"/>
          </a:xfrm>
          <a:prstGeom prst="straightConnector1">
            <a:avLst/>
          </a:prstGeom>
          <a:ln>
            <a:solidFill>
              <a:srgbClr val="E8E8E8">
                <a:lumMod val="90000"/>
              </a:srgbClr>
            </a:solidFill>
          </a:ln>
        </p:spPr>
      </p:cxnSp>
      <p:cxnSp>
        <p:nvCxnSpPr>
          <p:cNvPr id="965" name="Connecteur droit 111"/>
          <p:cNvCxnSpPr/>
          <p:nvPr/>
        </p:nvCxnSpPr>
        <p:spPr>
          <a:xfrm>
            <a:off x="4419000" y="3859920"/>
            <a:ext cx="2395440" cy="360"/>
          </a:xfrm>
          <a:prstGeom prst="straightConnector1">
            <a:avLst/>
          </a:prstGeom>
          <a:ln>
            <a:solidFill>
              <a:srgbClr val="E8E8E8">
                <a:lumMod val="90000"/>
              </a:srgbClr>
            </a:solidFill>
          </a:ln>
        </p:spPr>
      </p:cxnSp>
      <p:cxnSp>
        <p:nvCxnSpPr>
          <p:cNvPr id="966" name="Connecteur droit 112"/>
          <p:cNvCxnSpPr/>
          <p:nvPr/>
        </p:nvCxnSpPr>
        <p:spPr>
          <a:xfrm>
            <a:off x="4427640" y="4175280"/>
            <a:ext cx="2395440" cy="360"/>
          </a:xfrm>
          <a:prstGeom prst="straightConnector1">
            <a:avLst/>
          </a:prstGeom>
          <a:ln>
            <a:solidFill>
              <a:srgbClr val="E8E8E8">
                <a:lumMod val="90000"/>
              </a:srgbClr>
            </a:solidFill>
          </a:ln>
        </p:spPr>
      </p:cxnSp>
      <p:cxnSp>
        <p:nvCxnSpPr>
          <p:cNvPr id="967" name="Connecteur droit 113"/>
          <p:cNvCxnSpPr/>
          <p:nvPr/>
        </p:nvCxnSpPr>
        <p:spPr>
          <a:xfrm>
            <a:off x="4439160" y="4510080"/>
            <a:ext cx="2395440" cy="360"/>
          </a:xfrm>
          <a:prstGeom prst="straightConnector1">
            <a:avLst/>
          </a:prstGeom>
          <a:ln>
            <a:solidFill>
              <a:srgbClr val="E8E8E8">
                <a:lumMod val="90000"/>
              </a:srgbClr>
            </a:solidFill>
          </a:ln>
        </p:spPr>
      </p:cxnSp>
      <p:cxnSp>
        <p:nvCxnSpPr>
          <p:cNvPr id="968" name="Connecteur droit 114"/>
          <p:cNvCxnSpPr/>
          <p:nvPr/>
        </p:nvCxnSpPr>
        <p:spPr>
          <a:xfrm>
            <a:off x="4439160" y="4848120"/>
            <a:ext cx="2395440" cy="360"/>
          </a:xfrm>
          <a:prstGeom prst="straightConnector1">
            <a:avLst/>
          </a:prstGeom>
          <a:ln>
            <a:solidFill>
              <a:srgbClr val="E8E8E8">
                <a:lumMod val="90000"/>
              </a:srgbClr>
            </a:solidFill>
          </a:ln>
        </p:spPr>
      </p:cxnSp>
      <p:cxnSp>
        <p:nvCxnSpPr>
          <p:cNvPr id="969" name="Connecteur droit 115"/>
          <p:cNvCxnSpPr/>
          <p:nvPr/>
        </p:nvCxnSpPr>
        <p:spPr>
          <a:xfrm>
            <a:off x="4443480" y="5206320"/>
            <a:ext cx="2395080" cy="360"/>
          </a:xfrm>
          <a:prstGeom prst="straightConnector1">
            <a:avLst/>
          </a:prstGeom>
          <a:ln>
            <a:solidFill>
              <a:srgbClr val="E8E8E8">
                <a:lumMod val="90000"/>
              </a:srgbClr>
            </a:solidFill>
          </a:ln>
        </p:spPr>
      </p:cxnSp>
      <p:cxnSp>
        <p:nvCxnSpPr>
          <p:cNvPr id="970" name="Connecteur droit 116"/>
          <p:cNvCxnSpPr/>
          <p:nvPr/>
        </p:nvCxnSpPr>
        <p:spPr>
          <a:xfrm>
            <a:off x="4439160" y="5536800"/>
            <a:ext cx="2395440" cy="360"/>
          </a:xfrm>
          <a:prstGeom prst="straightConnector1">
            <a:avLst/>
          </a:prstGeom>
          <a:ln>
            <a:solidFill>
              <a:srgbClr val="E8E8E8">
                <a:lumMod val="90000"/>
              </a:srgbClr>
            </a:solidFill>
          </a:ln>
        </p:spPr>
      </p:cxnSp>
      <p:cxnSp>
        <p:nvCxnSpPr>
          <p:cNvPr id="971" name="Connecteur droit 117"/>
          <p:cNvCxnSpPr/>
          <p:nvPr/>
        </p:nvCxnSpPr>
        <p:spPr>
          <a:xfrm>
            <a:off x="4439160" y="5832720"/>
            <a:ext cx="2395440" cy="360"/>
          </a:xfrm>
          <a:prstGeom prst="straightConnector1">
            <a:avLst/>
          </a:prstGeom>
          <a:ln>
            <a:solidFill>
              <a:srgbClr val="E8E8E8">
                <a:lumMod val="90000"/>
              </a:srgbClr>
            </a:solidFill>
          </a:ln>
        </p:spPr>
      </p:cxnSp>
      <p:sp>
        <p:nvSpPr>
          <p:cNvPr id="972" name="Rectangle : coins arrondis 145"/>
          <p:cNvSpPr/>
          <p:nvPr/>
        </p:nvSpPr>
        <p:spPr>
          <a:xfrm>
            <a:off x="4475880" y="435240"/>
            <a:ext cx="2316240" cy="502920"/>
          </a:xfrm>
          <a:prstGeom prst="roundRect">
            <a:avLst>
              <a:gd name="adj" fmla="val 16667"/>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fr-FR" sz="2000" b="1" u="none" strike="noStrike">
                <a:solidFill>
                  <a:srgbClr val="FFFFFF"/>
                </a:solidFill>
                <a:effectLst/>
                <a:uFillTx/>
                <a:latin typeface="Calibri"/>
                <a:ea typeface="Calibri"/>
              </a:rPr>
              <a:t>FOUNDATION</a:t>
            </a:r>
            <a:endParaRPr lang="en-US" sz="2000" b="0" u="none" strike="noStrike">
              <a:solidFill>
                <a:srgbClr val="000000"/>
              </a:solidFill>
              <a:effectLst/>
              <a:uFillTx/>
              <a:latin typeface="Arial"/>
            </a:endParaRPr>
          </a:p>
        </p:txBody>
      </p:sp>
      <p:sp>
        <p:nvSpPr>
          <p:cNvPr id="973" name="Rectangle : coins arrondis 146"/>
          <p:cNvSpPr/>
          <p:nvPr/>
        </p:nvSpPr>
        <p:spPr>
          <a:xfrm>
            <a:off x="7098120" y="422280"/>
            <a:ext cx="2180160" cy="489600"/>
          </a:xfrm>
          <a:prstGeom prst="roundRect">
            <a:avLst>
              <a:gd name="adj" fmla="val 16667"/>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fr-FR" sz="2100" b="1" u="none" strike="noStrike">
                <a:solidFill>
                  <a:srgbClr val="FFFFFF"/>
                </a:solidFill>
                <a:effectLst/>
                <a:uFillTx/>
                <a:latin typeface="Calibri"/>
                <a:ea typeface="Calibri"/>
              </a:rPr>
              <a:t>ADVANCED</a:t>
            </a:r>
            <a:endParaRPr lang="en-US" sz="2100" b="0" u="none" strike="noStrike">
              <a:solidFill>
                <a:srgbClr val="000000"/>
              </a:solidFill>
              <a:effectLst/>
              <a:uFillTx/>
              <a:latin typeface="Arial"/>
            </a:endParaRPr>
          </a:p>
        </p:txBody>
      </p:sp>
      <p:sp>
        <p:nvSpPr>
          <p:cNvPr id="974" name="Rectangle : coins arrondis 147"/>
          <p:cNvSpPr/>
          <p:nvPr/>
        </p:nvSpPr>
        <p:spPr>
          <a:xfrm>
            <a:off x="9803160" y="394560"/>
            <a:ext cx="1864080" cy="489600"/>
          </a:xfrm>
          <a:prstGeom prst="roundRect">
            <a:avLst>
              <a:gd name="adj" fmla="val 16667"/>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fr-FR" sz="2100" b="1" u="none" strike="noStrike">
                <a:solidFill>
                  <a:srgbClr val="FFFFFF"/>
                </a:solidFill>
                <a:effectLst/>
                <a:uFillTx/>
                <a:latin typeface="Calibri"/>
                <a:ea typeface="Calibri"/>
              </a:rPr>
              <a:t>PREMIUM</a:t>
            </a:r>
            <a:endParaRPr lang="en-US" sz="2100" b="0" u="none" strike="noStrike">
              <a:solidFill>
                <a:srgbClr val="000000"/>
              </a:solidFill>
              <a:effectLst/>
              <a:uFillTx/>
              <a:latin typeface="Arial"/>
            </a:endParaRPr>
          </a:p>
        </p:txBody>
      </p:sp>
      <p:sp>
        <p:nvSpPr>
          <p:cNvPr id="975" name="Rectangle : coins arrondis 181"/>
          <p:cNvSpPr/>
          <p:nvPr/>
        </p:nvSpPr>
        <p:spPr>
          <a:xfrm>
            <a:off x="466920" y="220680"/>
            <a:ext cx="4095000" cy="1037160"/>
          </a:xfrm>
          <a:prstGeom prst="roundRect">
            <a:avLst>
              <a:gd name="adj" fmla="val 16667"/>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fr-FR" sz="3200" b="1" u="none" strike="noStrike">
                <a:solidFill>
                  <a:srgbClr val="F7941D"/>
                </a:solidFill>
                <a:effectLst/>
                <a:uFillTx/>
                <a:latin typeface="Calibri"/>
                <a:ea typeface="Calibri"/>
              </a:rPr>
              <a:t>SERVICE</a:t>
            </a:r>
            <a:r>
              <a:rPr lang="fr-FR" sz="3200" b="0" u="none" strike="noStrike">
                <a:solidFill>
                  <a:schemeClr val="dk1"/>
                </a:solidFill>
                <a:effectLst/>
                <a:uFillTx/>
                <a:latin typeface="Calibri"/>
                <a:ea typeface="Calibri"/>
              </a:rPr>
              <a:t> </a:t>
            </a:r>
            <a:r>
              <a:rPr lang="fr-FR" sz="3200" b="1" u="none" strike="noStrike">
                <a:solidFill>
                  <a:srgbClr val="000066"/>
                </a:solidFill>
                <a:effectLst/>
                <a:uFillTx/>
                <a:latin typeface="Calibri"/>
                <a:ea typeface="Calibri"/>
              </a:rPr>
              <a:t>PACKAGING</a:t>
            </a:r>
            <a:endParaRPr lang="en-US" sz="3200" b="0" u="none" strike="noStrike">
              <a:solidFill>
                <a:srgbClr val="000000"/>
              </a:solidFill>
              <a:effectLst/>
              <a:uFillTx/>
              <a:latin typeface="Arial"/>
            </a:endParaRPr>
          </a:p>
        </p:txBody>
      </p:sp>
      <p:sp>
        <p:nvSpPr>
          <p:cNvPr id="976" name="Rectangle 232"/>
          <p:cNvSpPr/>
          <p:nvPr/>
        </p:nvSpPr>
        <p:spPr>
          <a:xfrm>
            <a:off x="235440" y="2245320"/>
            <a:ext cx="4131000" cy="2696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Gestion des licences et des actifs (ITAM)</a:t>
            </a:r>
            <a:endParaRPr lang="en-US" sz="1400" b="0" u="none" strike="noStrike">
              <a:solidFill>
                <a:srgbClr val="000000"/>
              </a:solidFill>
              <a:effectLst/>
              <a:uFillTx/>
              <a:latin typeface="Arial"/>
            </a:endParaRPr>
          </a:p>
        </p:txBody>
      </p:sp>
      <p:sp>
        <p:nvSpPr>
          <p:cNvPr id="977" name="Rectangle 233"/>
          <p:cNvSpPr/>
          <p:nvPr/>
        </p:nvSpPr>
        <p:spPr>
          <a:xfrm>
            <a:off x="231480" y="2560680"/>
            <a:ext cx="4132080" cy="2966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Gestion des systèmes</a:t>
            </a:r>
            <a:endParaRPr lang="en-US" sz="1400" b="0" u="none" strike="noStrike">
              <a:solidFill>
                <a:srgbClr val="000000"/>
              </a:solidFill>
              <a:effectLst/>
              <a:uFillTx/>
              <a:latin typeface="Arial"/>
            </a:endParaRPr>
          </a:p>
        </p:txBody>
      </p:sp>
      <p:sp>
        <p:nvSpPr>
          <p:cNvPr id="978" name="Rectangle 234"/>
          <p:cNvSpPr/>
          <p:nvPr/>
        </p:nvSpPr>
        <p:spPr>
          <a:xfrm>
            <a:off x="284760" y="6184800"/>
            <a:ext cx="3984120" cy="222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pPr>
            <a:r>
              <a:rPr lang="fr-FR" sz="1400" b="1" u="none" strike="noStrike">
                <a:solidFill>
                  <a:schemeClr val="dk1"/>
                </a:solidFill>
                <a:effectLst/>
                <a:uFillTx/>
                <a:latin typeface="Calibri"/>
                <a:ea typeface="Calibri"/>
              </a:rPr>
              <a:t>Accompagnement stratégique et opérationnel</a:t>
            </a:r>
            <a:endParaRPr lang="en-US" sz="1400" b="0" u="none" strike="noStrike">
              <a:solidFill>
                <a:srgbClr val="000000"/>
              </a:solidFill>
              <a:effectLst/>
              <a:uFillTx/>
              <a:latin typeface="Arial"/>
            </a:endParaRPr>
          </a:p>
        </p:txBody>
      </p:sp>
      <p:sp>
        <p:nvSpPr>
          <p:cNvPr id="979" name="Rectangle 235"/>
          <p:cNvSpPr/>
          <p:nvPr/>
        </p:nvSpPr>
        <p:spPr>
          <a:xfrm>
            <a:off x="237600" y="2918880"/>
            <a:ext cx="4125240" cy="2696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Support technique niveau 2</a:t>
            </a:r>
            <a:endParaRPr lang="en-US" sz="1400" b="0" u="none" strike="noStrike">
              <a:solidFill>
                <a:srgbClr val="000000"/>
              </a:solidFill>
              <a:effectLst/>
              <a:uFillTx/>
              <a:latin typeface="Arial"/>
            </a:endParaRPr>
          </a:p>
        </p:txBody>
      </p:sp>
      <p:sp>
        <p:nvSpPr>
          <p:cNvPr id="980" name="Rectangle 236"/>
          <p:cNvSpPr/>
          <p:nvPr/>
        </p:nvSpPr>
        <p:spPr>
          <a:xfrm>
            <a:off x="235440" y="3228120"/>
            <a:ext cx="4125240" cy="2876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Gestion de services cloud</a:t>
            </a:r>
            <a:endParaRPr lang="en-US" sz="1400" b="0" u="none" strike="noStrike">
              <a:solidFill>
                <a:srgbClr val="000000"/>
              </a:solidFill>
              <a:effectLst/>
              <a:uFillTx/>
              <a:latin typeface="Arial"/>
            </a:endParaRPr>
          </a:p>
        </p:txBody>
      </p:sp>
      <p:sp>
        <p:nvSpPr>
          <p:cNvPr id="981" name="Rectangle 237"/>
          <p:cNvSpPr/>
          <p:nvPr/>
        </p:nvSpPr>
        <p:spPr>
          <a:xfrm>
            <a:off x="236160" y="3575520"/>
            <a:ext cx="4107240" cy="2696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Protection anti-virus &amp; anti-malwares</a:t>
            </a:r>
            <a:endParaRPr lang="en-US" sz="1400" b="0" u="none" strike="noStrike">
              <a:solidFill>
                <a:srgbClr val="000000"/>
              </a:solidFill>
              <a:effectLst/>
              <a:uFillTx/>
              <a:latin typeface="Arial"/>
            </a:endParaRPr>
          </a:p>
        </p:txBody>
      </p:sp>
      <p:sp>
        <p:nvSpPr>
          <p:cNvPr id="982" name="Rectangle 238"/>
          <p:cNvSpPr/>
          <p:nvPr/>
        </p:nvSpPr>
        <p:spPr>
          <a:xfrm>
            <a:off x="271440" y="1917000"/>
            <a:ext cx="4095000" cy="271800"/>
          </a:xfrm>
          <a:custGeom>
            <a:avLst/>
            <a:gdLst>
              <a:gd name="textAreaLeft" fmla="*/ 0 w 4095000"/>
              <a:gd name="textAreaRight" fmla="*/ 4095360 w 4095000"/>
              <a:gd name="textAreaTop" fmla="*/ 0 h 271800"/>
              <a:gd name="textAreaBottom" fmla="*/ 272160 h 271800"/>
              <a:gd name="GluePoint1X" fmla="*/ 0 w 4117525"/>
              <a:gd name="GluePoint1Y" fmla="*/ 0 h 273288"/>
              <a:gd name="GluePoint2X" fmla="*/ 4073075 w 4117525"/>
              <a:gd name="GluePoint2Y" fmla="*/ 0 h 273288"/>
              <a:gd name="GluePoint3X" fmla="*/ 4117525 w 4117525"/>
              <a:gd name="GluePoint3Y" fmla="*/ 273288 h 273288"/>
              <a:gd name="GluePoint4X" fmla="*/ 0 w 4117525"/>
              <a:gd name="GluePoint4Y" fmla="*/ 273288 h 273288"/>
              <a:gd name="GluePoint5X" fmla="*/ 0 w 4117525"/>
              <a:gd name="GluePoint5Y" fmla="*/ 0 h 273288"/>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117525" h="273288">
                <a:moveTo>
                  <a:pt x="0" y="0"/>
                </a:moveTo>
                <a:lnTo>
                  <a:pt x="4073075" y="0"/>
                </a:lnTo>
                <a:lnTo>
                  <a:pt x="4117525" y="273288"/>
                </a:lnTo>
                <a:lnTo>
                  <a:pt x="0" y="273288"/>
                </a:lnTo>
                <a:lnTo>
                  <a:pt x="0"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Mise à jour &amp; Patching</a:t>
            </a:r>
            <a:endParaRPr lang="en-US" sz="1400" b="0" u="none" strike="noStrike">
              <a:solidFill>
                <a:srgbClr val="000000"/>
              </a:solidFill>
              <a:effectLst/>
              <a:uFillTx/>
              <a:latin typeface="Arial"/>
            </a:endParaRPr>
          </a:p>
        </p:txBody>
      </p:sp>
      <p:sp>
        <p:nvSpPr>
          <p:cNvPr id="983" name="Rectangle 239"/>
          <p:cNvSpPr/>
          <p:nvPr/>
        </p:nvSpPr>
        <p:spPr>
          <a:xfrm>
            <a:off x="365760" y="1596600"/>
            <a:ext cx="3900960" cy="2696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Maintenance préventive &amp; curative</a:t>
            </a:r>
            <a:endParaRPr lang="en-US" sz="1400" b="0" u="none" strike="noStrike">
              <a:solidFill>
                <a:srgbClr val="000000"/>
              </a:solidFill>
              <a:effectLst/>
              <a:uFillTx/>
              <a:latin typeface="Arial"/>
            </a:endParaRPr>
          </a:p>
        </p:txBody>
      </p:sp>
      <p:sp>
        <p:nvSpPr>
          <p:cNvPr id="984" name="Rectangle 240"/>
          <p:cNvSpPr/>
          <p:nvPr/>
        </p:nvSpPr>
        <p:spPr>
          <a:xfrm>
            <a:off x="240120" y="3895920"/>
            <a:ext cx="4107240" cy="2696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Protection avancée EDR/</a:t>
            </a:r>
            <a:r>
              <a:rPr lang="fr-FR" sz="1600" b="1" u="none" strike="noStrike">
                <a:solidFill>
                  <a:srgbClr val="000000"/>
                </a:solidFill>
                <a:effectLst/>
                <a:uFillTx/>
                <a:latin typeface="Calibri"/>
                <a:ea typeface="Calibri"/>
              </a:rPr>
              <a:t>XDR</a:t>
            </a:r>
            <a:endParaRPr lang="en-US" sz="1600" b="0" u="none" strike="noStrike">
              <a:solidFill>
                <a:srgbClr val="000000"/>
              </a:solidFill>
              <a:effectLst/>
              <a:uFillTx/>
              <a:latin typeface="Arial"/>
            </a:endParaRPr>
          </a:p>
        </p:txBody>
      </p:sp>
      <p:sp>
        <p:nvSpPr>
          <p:cNvPr id="985" name="Rectangle 241"/>
          <p:cNvSpPr/>
          <p:nvPr/>
        </p:nvSpPr>
        <p:spPr>
          <a:xfrm>
            <a:off x="232200" y="4233960"/>
            <a:ext cx="4107240" cy="2696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Sécurité réseau</a:t>
            </a:r>
            <a:endParaRPr lang="en-US" sz="1400" b="0" u="none" strike="noStrike">
              <a:solidFill>
                <a:srgbClr val="000000"/>
              </a:solidFill>
              <a:effectLst/>
              <a:uFillTx/>
              <a:latin typeface="Arial"/>
            </a:endParaRPr>
          </a:p>
        </p:txBody>
      </p:sp>
      <p:pic>
        <p:nvPicPr>
          <p:cNvPr id="986" name="Graphique 167" descr="Badge croix contour"/>
          <p:cNvPicPr/>
          <p:nvPr/>
        </p:nvPicPr>
        <p:blipFill>
          <a:blip r:embed="rId1">
            <a:extLst>
              <a:ext uri="{96DAC541-7B7A-43D3-8B79-37D633B846F1}">
                <asvg:svgBlip xmlns:asvg="http://schemas.microsoft.com/office/drawing/2016/SVG/main" r:embed="rId2"/>
              </a:ext>
            </a:extLst>
          </a:blip>
          <a:stretch/>
        </p:blipFill>
        <p:spPr>
          <a:xfrm>
            <a:off x="5524920" y="4867920"/>
            <a:ext cx="215280" cy="215280"/>
          </a:xfrm>
          <a:prstGeom prst="rect">
            <a:avLst/>
          </a:prstGeom>
          <a:noFill/>
          <a:ln w="0">
            <a:noFill/>
          </a:ln>
        </p:spPr>
      </p:pic>
      <p:cxnSp>
        <p:nvCxnSpPr>
          <p:cNvPr id="987" name="Connecteur droit 266"/>
          <p:cNvCxnSpPr/>
          <p:nvPr/>
        </p:nvCxnSpPr>
        <p:spPr>
          <a:xfrm>
            <a:off x="266040" y="1892520"/>
            <a:ext cx="4047840" cy="360"/>
          </a:xfrm>
          <a:prstGeom prst="straightConnector1">
            <a:avLst/>
          </a:prstGeom>
          <a:ln>
            <a:solidFill>
              <a:srgbClr val="E8E8E8">
                <a:lumMod val="90000"/>
              </a:srgbClr>
            </a:solidFill>
          </a:ln>
        </p:spPr>
      </p:cxnSp>
      <p:cxnSp>
        <p:nvCxnSpPr>
          <p:cNvPr id="988" name="Connecteur droit 268"/>
          <p:cNvCxnSpPr/>
          <p:nvPr/>
        </p:nvCxnSpPr>
        <p:spPr>
          <a:xfrm>
            <a:off x="4439160" y="2204640"/>
            <a:ext cx="2395440" cy="360"/>
          </a:xfrm>
          <a:prstGeom prst="straightConnector1">
            <a:avLst/>
          </a:prstGeom>
          <a:ln>
            <a:solidFill>
              <a:srgbClr val="E8E8E8">
                <a:lumMod val="90000"/>
              </a:srgbClr>
            </a:solidFill>
          </a:ln>
        </p:spPr>
      </p:cxnSp>
      <p:sp>
        <p:nvSpPr>
          <p:cNvPr id="989" name="Rectangle 271"/>
          <p:cNvSpPr/>
          <p:nvPr/>
        </p:nvSpPr>
        <p:spPr>
          <a:xfrm>
            <a:off x="1045800" y="6455880"/>
            <a:ext cx="2539440" cy="2768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pPr>
            <a:r>
              <a:rPr lang="fr-FR" sz="1400" b="1" u="none" strike="noStrike">
                <a:solidFill>
                  <a:schemeClr val="dk1"/>
                </a:solidFill>
                <a:effectLst/>
                <a:uFillTx/>
                <a:latin typeface="Calibri"/>
                <a:ea typeface="Calibri"/>
              </a:rPr>
              <a:t>Audit de vulnérabilité annuel</a:t>
            </a:r>
            <a:endParaRPr lang="en-US" sz="1400" b="0" u="none" strike="noStrike">
              <a:solidFill>
                <a:srgbClr val="000000"/>
              </a:solidFill>
              <a:effectLst/>
              <a:uFillTx/>
              <a:latin typeface="Arial"/>
            </a:endParaRPr>
          </a:p>
        </p:txBody>
      </p:sp>
      <p:pic>
        <p:nvPicPr>
          <p:cNvPr id="990" name="Graphique 272" descr="Badge Tick1 contour"/>
          <p:cNvPicPr/>
          <p:nvPr/>
        </p:nvPicPr>
        <p:blipFill>
          <a:blip r:embed="rId3">
            <a:extLst>
              <a:ext uri="{96DAC541-7B7A-43D3-8B79-37D633B846F1}">
                <asvg:svgBlip xmlns:asvg="http://schemas.microsoft.com/office/drawing/2016/SVG/main" r:embed="rId4"/>
              </a:ext>
            </a:extLst>
          </a:blip>
          <a:stretch/>
        </p:blipFill>
        <p:spPr>
          <a:xfrm>
            <a:off x="5522400" y="1577520"/>
            <a:ext cx="220320" cy="220320"/>
          </a:xfrm>
          <a:prstGeom prst="rect">
            <a:avLst/>
          </a:prstGeom>
          <a:noFill/>
          <a:ln w="0">
            <a:noFill/>
          </a:ln>
        </p:spPr>
      </p:pic>
      <p:pic>
        <p:nvPicPr>
          <p:cNvPr id="991" name="Graphic 46"/>
          <p:cNvPicPr/>
          <p:nvPr/>
        </p:nvPicPr>
        <p:blipFill>
          <a:blip r:embed="rId5">
            <a:extLst>
              <a:ext uri="{96DAC541-7B7A-43D3-8B79-37D633B846F1}">
                <asvg:svgBlip xmlns:asvg="http://schemas.microsoft.com/office/drawing/2016/SVG/main" r:embed="rId6"/>
              </a:ext>
            </a:extLst>
          </a:blip>
          <a:stretch/>
        </p:blipFill>
        <p:spPr>
          <a:xfrm rot="5400000">
            <a:off x="-239760" y="533520"/>
            <a:ext cx="1210320" cy="116280"/>
          </a:xfrm>
          <a:prstGeom prst="rect">
            <a:avLst/>
          </a:prstGeom>
          <a:noFill/>
          <a:ln w="0">
            <a:noFill/>
          </a:ln>
        </p:spPr>
      </p:pic>
      <p:sp>
        <p:nvSpPr>
          <p:cNvPr id="992" name="Rectangle 282"/>
          <p:cNvSpPr/>
          <p:nvPr/>
        </p:nvSpPr>
        <p:spPr>
          <a:xfrm>
            <a:off x="248400" y="4559760"/>
            <a:ext cx="4107240" cy="2696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Supervision proactive &amp; Alerting</a:t>
            </a:r>
            <a:endParaRPr lang="en-US" sz="1400" b="0" u="none" strike="noStrike">
              <a:solidFill>
                <a:srgbClr val="000000"/>
              </a:solidFill>
              <a:effectLst/>
              <a:uFillTx/>
              <a:latin typeface="Arial"/>
            </a:endParaRPr>
          </a:p>
        </p:txBody>
      </p:sp>
      <p:sp>
        <p:nvSpPr>
          <p:cNvPr id="993" name="Rectangle 283"/>
          <p:cNvSpPr/>
          <p:nvPr/>
        </p:nvSpPr>
        <p:spPr>
          <a:xfrm>
            <a:off x="248400" y="5240160"/>
            <a:ext cx="4107240" cy="2696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Gestion des identités &amp; accès privilégiés</a:t>
            </a:r>
            <a:endParaRPr lang="en-US" sz="1400" b="0" u="none" strike="noStrike">
              <a:solidFill>
                <a:srgbClr val="000000"/>
              </a:solidFill>
              <a:effectLst/>
              <a:uFillTx/>
              <a:latin typeface="Arial"/>
            </a:endParaRPr>
          </a:p>
        </p:txBody>
      </p:sp>
      <p:sp>
        <p:nvSpPr>
          <p:cNvPr id="994" name="Rectangle 284"/>
          <p:cNvSpPr/>
          <p:nvPr/>
        </p:nvSpPr>
        <p:spPr>
          <a:xfrm>
            <a:off x="238680" y="4904640"/>
            <a:ext cx="4107240" cy="2696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Sauvegarde et restauration de données</a:t>
            </a:r>
            <a:endParaRPr lang="en-US" sz="1400" b="0" u="none" strike="noStrike">
              <a:solidFill>
                <a:srgbClr val="000000"/>
              </a:solidFill>
              <a:effectLst/>
              <a:uFillTx/>
              <a:latin typeface="Arial"/>
            </a:endParaRPr>
          </a:p>
        </p:txBody>
      </p:sp>
      <p:cxnSp>
        <p:nvCxnSpPr>
          <p:cNvPr id="995" name="Connecteur droit 285"/>
          <p:cNvCxnSpPr/>
          <p:nvPr/>
        </p:nvCxnSpPr>
        <p:spPr>
          <a:xfrm>
            <a:off x="226800" y="4525920"/>
            <a:ext cx="4125960" cy="360"/>
          </a:xfrm>
          <a:prstGeom prst="straightConnector1">
            <a:avLst/>
          </a:prstGeom>
          <a:ln>
            <a:solidFill>
              <a:srgbClr val="E8E8E8">
                <a:lumMod val="90000"/>
              </a:srgbClr>
            </a:solidFill>
          </a:ln>
        </p:spPr>
      </p:cxnSp>
      <p:cxnSp>
        <p:nvCxnSpPr>
          <p:cNvPr id="996" name="Connecteur droit 286"/>
          <p:cNvCxnSpPr/>
          <p:nvPr/>
        </p:nvCxnSpPr>
        <p:spPr>
          <a:xfrm>
            <a:off x="230400" y="4863240"/>
            <a:ext cx="4125960" cy="360"/>
          </a:xfrm>
          <a:prstGeom prst="straightConnector1">
            <a:avLst/>
          </a:prstGeom>
          <a:ln>
            <a:solidFill>
              <a:srgbClr val="E8E8E8">
                <a:lumMod val="90000"/>
              </a:srgbClr>
            </a:solidFill>
          </a:ln>
        </p:spPr>
      </p:cxnSp>
      <p:cxnSp>
        <p:nvCxnSpPr>
          <p:cNvPr id="997" name="Connecteur droit 289"/>
          <p:cNvCxnSpPr/>
          <p:nvPr/>
        </p:nvCxnSpPr>
        <p:spPr>
          <a:xfrm>
            <a:off x="234000" y="5206680"/>
            <a:ext cx="4125960" cy="360"/>
          </a:xfrm>
          <a:prstGeom prst="straightConnector1">
            <a:avLst/>
          </a:prstGeom>
          <a:ln>
            <a:solidFill>
              <a:srgbClr val="E8E8E8">
                <a:lumMod val="90000"/>
              </a:srgbClr>
            </a:solidFill>
          </a:ln>
        </p:spPr>
      </p:cxnSp>
      <p:sp>
        <p:nvSpPr>
          <p:cNvPr id="998" name="Rectangle 290"/>
          <p:cNvSpPr/>
          <p:nvPr/>
        </p:nvSpPr>
        <p:spPr>
          <a:xfrm>
            <a:off x="248400" y="5580360"/>
            <a:ext cx="4107240" cy="26964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Support technique niveau 3</a:t>
            </a:r>
            <a:endParaRPr lang="en-US" sz="1400" b="0" u="none" strike="noStrike">
              <a:solidFill>
                <a:srgbClr val="000000"/>
              </a:solidFill>
              <a:effectLst/>
              <a:uFillTx/>
              <a:latin typeface="Arial"/>
            </a:endParaRPr>
          </a:p>
        </p:txBody>
      </p:sp>
      <p:cxnSp>
        <p:nvCxnSpPr>
          <p:cNvPr id="999" name="Connecteur droit 291"/>
          <p:cNvCxnSpPr/>
          <p:nvPr/>
        </p:nvCxnSpPr>
        <p:spPr>
          <a:xfrm>
            <a:off x="237600" y="5538240"/>
            <a:ext cx="4125960" cy="360"/>
          </a:xfrm>
          <a:prstGeom prst="straightConnector1">
            <a:avLst/>
          </a:prstGeom>
          <a:ln>
            <a:solidFill>
              <a:srgbClr val="E8E8E8">
                <a:lumMod val="90000"/>
              </a:srgbClr>
            </a:solidFill>
          </a:ln>
        </p:spPr>
      </p:cxnSp>
      <p:sp>
        <p:nvSpPr>
          <p:cNvPr id="1000" name="Rectangle 292"/>
          <p:cNvSpPr/>
          <p:nvPr/>
        </p:nvSpPr>
        <p:spPr>
          <a:xfrm>
            <a:off x="236520" y="5887800"/>
            <a:ext cx="4128480" cy="276120"/>
          </a:xfrm>
          <a:custGeom>
            <a:avLst/>
            <a:gdLst>
              <a:gd name="textAreaLeft" fmla="*/ 0 w 4128480"/>
              <a:gd name="textAreaRight" fmla="*/ 4128840 w 4128480"/>
              <a:gd name="textAreaTop" fmla="*/ 0 h 276120"/>
              <a:gd name="textAreaBottom" fmla="*/ 276480 h 276120"/>
              <a:gd name="GluePoint1X" fmla="*/ 0 w 4073148"/>
              <a:gd name="GluePoint1Y" fmla="*/ 0 h 276350"/>
              <a:gd name="GluePoint2X" fmla="*/ 4073148 w 4073148"/>
              <a:gd name="GluePoint2Y" fmla="*/ 0 h 276350"/>
              <a:gd name="GluePoint3X" fmla="*/ 4019172 w 4073148"/>
              <a:gd name="GluePoint3Y" fmla="*/ 276350 h 276350"/>
              <a:gd name="GluePoint4X" fmla="*/ 53245 w 4073148"/>
              <a:gd name="GluePoint4Y" fmla="*/ 276350 h 276350"/>
              <a:gd name="GluePoint5X" fmla="*/ 0 w 4073148"/>
              <a:gd name="GluePoint5Y" fmla="*/ 0 h 27635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073148" h="276350">
                <a:moveTo>
                  <a:pt x="0" y="0"/>
                </a:moveTo>
                <a:lnTo>
                  <a:pt x="4073148" y="0"/>
                </a:lnTo>
                <a:lnTo>
                  <a:pt x="4019172" y="276350"/>
                </a:lnTo>
                <a:lnTo>
                  <a:pt x="53245" y="276350"/>
                </a:lnTo>
                <a:lnTo>
                  <a:pt x="0"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00000"/>
              </a:lnSpc>
              <a:tabLst>
                <a:tab pos="0" algn="l"/>
              </a:tabLst>
            </a:pPr>
            <a:r>
              <a:rPr lang="fr-FR" sz="1400" b="1" u="none" strike="noStrike">
                <a:solidFill>
                  <a:srgbClr val="000000"/>
                </a:solidFill>
                <a:effectLst/>
                <a:uFillTx/>
                <a:latin typeface="Calibri"/>
                <a:ea typeface="Calibri"/>
              </a:rPr>
              <a:t>Plan de Continuité &amp; reprise d’Activité </a:t>
            </a:r>
            <a:endParaRPr lang="en-US" sz="1400" b="0" u="none" strike="noStrike">
              <a:solidFill>
                <a:srgbClr val="000000"/>
              </a:solidFill>
              <a:effectLst/>
              <a:uFillTx/>
              <a:latin typeface="Arial"/>
            </a:endParaRPr>
          </a:p>
        </p:txBody>
      </p:sp>
      <p:cxnSp>
        <p:nvCxnSpPr>
          <p:cNvPr id="1001" name="Connecteur droit 293"/>
          <p:cNvCxnSpPr/>
          <p:nvPr/>
        </p:nvCxnSpPr>
        <p:spPr>
          <a:xfrm>
            <a:off x="241200" y="5852880"/>
            <a:ext cx="4125960" cy="360"/>
          </a:xfrm>
          <a:prstGeom prst="straightConnector1">
            <a:avLst/>
          </a:prstGeom>
          <a:ln>
            <a:solidFill>
              <a:srgbClr val="E8E8E8">
                <a:lumMod val="90000"/>
              </a:srgbClr>
            </a:solidFill>
          </a:ln>
        </p:spPr>
      </p:cxnSp>
      <p:sp>
        <p:nvSpPr>
          <p:cNvPr id="1002" name="Rectangle 358"/>
          <p:cNvSpPr/>
          <p:nvPr/>
        </p:nvSpPr>
        <p:spPr>
          <a:xfrm>
            <a:off x="4439160" y="1907280"/>
            <a:ext cx="2394720" cy="2696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sp>
        <p:nvSpPr>
          <p:cNvPr id="1003" name="Rectangle 360"/>
          <p:cNvSpPr/>
          <p:nvPr/>
        </p:nvSpPr>
        <p:spPr>
          <a:xfrm>
            <a:off x="4439160" y="2553480"/>
            <a:ext cx="2394720" cy="2696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04" name="Graphique 196" descr="Badge Tick1 contour"/>
          <p:cNvPicPr/>
          <p:nvPr/>
        </p:nvPicPr>
        <p:blipFill>
          <a:blip r:embed="rId7">
            <a:extLst>
              <a:ext uri="{96DAC541-7B7A-43D3-8B79-37D633B846F1}">
                <asvg:svgBlip xmlns:asvg="http://schemas.microsoft.com/office/drawing/2016/SVG/main" r:embed="rId8"/>
              </a:ext>
            </a:extLst>
          </a:blip>
          <a:stretch/>
        </p:blipFill>
        <p:spPr>
          <a:xfrm>
            <a:off x="5522400" y="2238840"/>
            <a:ext cx="220320" cy="220320"/>
          </a:xfrm>
          <a:prstGeom prst="rect">
            <a:avLst/>
          </a:prstGeom>
          <a:noFill/>
          <a:ln w="0">
            <a:noFill/>
          </a:ln>
        </p:spPr>
      </p:pic>
      <p:cxnSp>
        <p:nvCxnSpPr>
          <p:cNvPr id="1005" name="Connecteur droit 361"/>
          <p:cNvCxnSpPr/>
          <p:nvPr/>
        </p:nvCxnSpPr>
        <p:spPr>
          <a:xfrm>
            <a:off x="4447440" y="2844360"/>
            <a:ext cx="2395440" cy="360"/>
          </a:xfrm>
          <a:prstGeom prst="straightConnector1">
            <a:avLst/>
          </a:prstGeom>
          <a:ln>
            <a:solidFill>
              <a:srgbClr val="E8E8E8">
                <a:lumMod val="90000"/>
              </a:srgbClr>
            </a:solidFill>
          </a:ln>
        </p:spPr>
      </p:cxnSp>
      <p:cxnSp>
        <p:nvCxnSpPr>
          <p:cNvPr id="1006" name="Connecteur droit 365"/>
          <p:cNvCxnSpPr/>
          <p:nvPr/>
        </p:nvCxnSpPr>
        <p:spPr>
          <a:xfrm>
            <a:off x="4439160" y="6162120"/>
            <a:ext cx="2395080" cy="360"/>
          </a:xfrm>
          <a:prstGeom prst="straightConnector1">
            <a:avLst/>
          </a:prstGeom>
          <a:ln>
            <a:solidFill>
              <a:srgbClr val="E8E8E8">
                <a:lumMod val="90000"/>
              </a:srgbClr>
            </a:solidFill>
          </a:ln>
        </p:spPr>
      </p:cxnSp>
      <p:cxnSp>
        <p:nvCxnSpPr>
          <p:cNvPr id="1007" name="Connecteur droit 366"/>
          <p:cNvCxnSpPr/>
          <p:nvPr/>
        </p:nvCxnSpPr>
        <p:spPr>
          <a:xfrm>
            <a:off x="4458240" y="6418800"/>
            <a:ext cx="2395440" cy="360"/>
          </a:xfrm>
          <a:prstGeom prst="straightConnector1">
            <a:avLst/>
          </a:prstGeom>
          <a:ln>
            <a:solidFill>
              <a:srgbClr val="E8E8E8">
                <a:lumMod val="90000"/>
              </a:srgbClr>
            </a:solidFill>
          </a:ln>
        </p:spPr>
      </p:cxnSp>
      <p:sp>
        <p:nvSpPr>
          <p:cNvPr id="1008" name="Rectangle 367"/>
          <p:cNvSpPr/>
          <p:nvPr/>
        </p:nvSpPr>
        <p:spPr>
          <a:xfrm>
            <a:off x="4443480" y="3213000"/>
            <a:ext cx="2400840" cy="29916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sp>
        <p:nvSpPr>
          <p:cNvPr id="1009" name="Rectangle 368"/>
          <p:cNvSpPr/>
          <p:nvPr/>
        </p:nvSpPr>
        <p:spPr>
          <a:xfrm>
            <a:off x="4435200" y="3884040"/>
            <a:ext cx="2394720" cy="2696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10" name="Graphique 369" descr="Badge Tick1 contour"/>
          <p:cNvPicPr/>
          <p:nvPr/>
        </p:nvPicPr>
        <p:blipFill>
          <a:blip r:embed="rId9">
            <a:extLst>
              <a:ext uri="{96DAC541-7B7A-43D3-8B79-37D633B846F1}">
                <asvg:svgBlip xmlns:asvg="http://schemas.microsoft.com/office/drawing/2016/SVG/main" r:embed="rId10"/>
              </a:ext>
            </a:extLst>
          </a:blip>
          <a:stretch/>
        </p:blipFill>
        <p:spPr>
          <a:xfrm>
            <a:off x="5522400" y="1908000"/>
            <a:ext cx="220320" cy="220320"/>
          </a:xfrm>
          <a:prstGeom prst="rect">
            <a:avLst/>
          </a:prstGeom>
          <a:noFill/>
          <a:ln w="0">
            <a:noFill/>
          </a:ln>
        </p:spPr>
      </p:pic>
      <p:pic>
        <p:nvPicPr>
          <p:cNvPr id="1011" name="Graphique 370" descr="Badge Tick1 contour"/>
          <p:cNvPicPr/>
          <p:nvPr/>
        </p:nvPicPr>
        <p:blipFill>
          <a:blip r:embed="rId11">
            <a:extLst>
              <a:ext uri="{96DAC541-7B7A-43D3-8B79-37D633B846F1}">
                <asvg:svgBlip xmlns:asvg="http://schemas.microsoft.com/office/drawing/2016/SVG/main" r:embed="rId12"/>
              </a:ext>
            </a:extLst>
          </a:blip>
          <a:stretch/>
        </p:blipFill>
        <p:spPr>
          <a:xfrm>
            <a:off x="5522400" y="2899800"/>
            <a:ext cx="220320" cy="220320"/>
          </a:xfrm>
          <a:prstGeom prst="rect">
            <a:avLst/>
          </a:prstGeom>
          <a:noFill/>
          <a:ln w="0">
            <a:noFill/>
          </a:ln>
        </p:spPr>
      </p:pic>
      <p:pic>
        <p:nvPicPr>
          <p:cNvPr id="1012" name="Graphique 193" descr="Badge Tick1 contour"/>
          <p:cNvPicPr/>
          <p:nvPr/>
        </p:nvPicPr>
        <p:blipFill>
          <a:blip r:embed="rId13">
            <a:extLst>
              <a:ext uri="{96DAC541-7B7A-43D3-8B79-37D633B846F1}">
                <asvg:svgBlip xmlns:asvg="http://schemas.microsoft.com/office/drawing/2016/SVG/main" r:embed="rId14"/>
              </a:ext>
            </a:extLst>
          </a:blip>
          <a:stretch/>
        </p:blipFill>
        <p:spPr>
          <a:xfrm>
            <a:off x="5522400" y="3230280"/>
            <a:ext cx="220320" cy="220320"/>
          </a:xfrm>
          <a:prstGeom prst="rect">
            <a:avLst/>
          </a:prstGeom>
          <a:noFill/>
          <a:ln w="0">
            <a:noFill/>
          </a:ln>
        </p:spPr>
      </p:pic>
      <p:pic>
        <p:nvPicPr>
          <p:cNvPr id="1013" name="Graphique 371" descr="Badge croix contour"/>
          <p:cNvPicPr/>
          <p:nvPr/>
        </p:nvPicPr>
        <p:blipFill>
          <a:blip r:embed="rId15">
            <a:extLst>
              <a:ext uri="{96DAC541-7B7A-43D3-8B79-37D633B846F1}">
                <asvg:svgBlip xmlns:asvg="http://schemas.microsoft.com/office/drawing/2016/SVG/main" r:embed="rId16"/>
              </a:ext>
            </a:extLst>
          </a:blip>
          <a:stretch/>
        </p:blipFill>
        <p:spPr>
          <a:xfrm>
            <a:off x="5524920" y="4217040"/>
            <a:ext cx="215280" cy="215280"/>
          </a:xfrm>
          <a:prstGeom prst="rect">
            <a:avLst/>
          </a:prstGeom>
          <a:noFill/>
          <a:ln w="0">
            <a:noFill/>
          </a:ln>
        </p:spPr>
      </p:pic>
      <p:pic>
        <p:nvPicPr>
          <p:cNvPr id="1014" name="Graphique 372" descr="Badge croix contour"/>
          <p:cNvPicPr/>
          <p:nvPr/>
        </p:nvPicPr>
        <p:blipFill>
          <a:blip r:embed="rId17">
            <a:extLst>
              <a:ext uri="{96DAC541-7B7A-43D3-8B79-37D633B846F1}">
                <asvg:svgBlip xmlns:asvg="http://schemas.microsoft.com/office/drawing/2016/SVG/main" r:embed="rId18"/>
              </a:ext>
            </a:extLst>
          </a:blip>
          <a:stretch/>
        </p:blipFill>
        <p:spPr>
          <a:xfrm>
            <a:off x="5524920" y="3891600"/>
            <a:ext cx="215280" cy="215280"/>
          </a:xfrm>
          <a:prstGeom prst="rect">
            <a:avLst/>
          </a:prstGeom>
          <a:noFill/>
          <a:ln w="0">
            <a:noFill/>
          </a:ln>
        </p:spPr>
      </p:pic>
      <p:pic>
        <p:nvPicPr>
          <p:cNvPr id="1015" name="Graphique 373" descr="Badge croix contour"/>
          <p:cNvPicPr/>
          <p:nvPr/>
        </p:nvPicPr>
        <p:blipFill>
          <a:blip r:embed="rId19">
            <a:extLst>
              <a:ext uri="{96DAC541-7B7A-43D3-8B79-37D633B846F1}">
                <asvg:svgBlip xmlns:asvg="http://schemas.microsoft.com/office/drawing/2016/SVG/main" r:embed="rId20"/>
              </a:ext>
            </a:extLst>
          </a:blip>
          <a:stretch/>
        </p:blipFill>
        <p:spPr>
          <a:xfrm>
            <a:off x="5524920" y="6170040"/>
            <a:ext cx="215280" cy="215280"/>
          </a:xfrm>
          <a:prstGeom prst="rect">
            <a:avLst/>
          </a:prstGeom>
          <a:noFill/>
          <a:ln w="0">
            <a:noFill/>
          </a:ln>
        </p:spPr>
      </p:pic>
      <p:pic>
        <p:nvPicPr>
          <p:cNvPr id="1016" name="Graphique 374" descr="Badge croix contour"/>
          <p:cNvPicPr/>
          <p:nvPr/>
        </p:nvPicPr>
        <p:blipFill>
          <a:blip r:embed="rId21">
            <a:extLst>
              <a:ext uri="{96DAC541-7B7A-43D3-8B79-37D633B846F1}">
                <asvg:svgBlip xmlns:asvg="http://schemas.microsoft.com/office/drawing/2016/SVG/main" r:embed="rId22"/>
              </a:ext>
            </a:extLst>
          </a:blip>
          <a:stretch/>
        </p:blipFill>
        <p:spPr>
          <a:xfrm>
            <a:off x="5524920" y="6495480"/>
            <a:ext cx="215280" cy="215280"/>
          </a:xfrm>
          <a:prstGeom prst="rect">
            <a:avLst/>
          </a:prstGeom>
          <a:noFill/>
          <a:ln w="0">
            <a:noFill/>
          </a:ln>
        </p:spPr>
      </p:pic>
      <p:pic>
        <p:nvPicPr>
          <p:cNvPr id="1017" name="Graphique 375" descr="Badge Tick1 contour"/>
          <p:cNvPicPr/>
          <p:nvPr/>
        </p:nvPicPr>
        <p:blipFill>
          <a:blip r:embed="rId23">
            <a:extLst>
              <a:ext uri="{96DAC541-7B7A-43D3-8B79-37D633B846F1}">
                <asvg:svgBlip xmlns:asvg="http://schemas.microsoft.com/office/drawing/2016/SVG/main" r:embed="rId24"/>
              </a:ext>
            </a:extLst>
          </a:blip>
          <a:stretch/>
        </p:blipFill>
        <p:spPr>
          <a:xfrm>
            <a:off x="5522400" y="3561120"/>
            <a:ext cx="220320" cy="220320"/>
          </a:xfrm>
          <a:prstGeom prst="rect">
            <a:avLst/>
          </a:prstGeom>
          <a:noFill/>
          <a:ln w="0">
            <a:noFill/>
          </a:ln>
        </p:spPr>
      </p:pic>
      <p:pic>
        <p:nvPicPr>
          <p:cNvPr id="1018" name="Graphique 376" descr="Badge Tick1 contour"/>
          <p:cNvPicPr/>
          <p:nvPr/>
        </p:nvPicPr>
        <p:blipFill>
          <a:blip r:embed="rId25">
            <a:extLst>
              <a:ext uri="{96DAC541-7B7A-43D3-8B79-37D633B846F1}">
                <asvg:svgBlip xmlns:asvg="http://schemas.microsoft.com/office/drawing/2016/SVG/main" r:embed="rId26"/>
              </a:ext>
            </a:extLst>
          </a:blip>
          <a:stretch/>
        </p:blipFill>
        <p:spPr>
          <a:xfrm>
            <a:off x="5522400" y="2569320"/>
            <a:ext cx="220320" cy="220320"/>
          </a:xfrm>
          <a:prstGeom prst="rect">
            <a:avLst/>
          </a:prstGeom>
          <a:noFill/>
          <a:ln w="0">
            <a:noFill/>
          </a:ln>
        </p:spPr>
      </p:pic>
      <p:cxnSp>
        <p:nvCxnSpPr>
          <p:cNvPr id="1019" name="Connecteur droit 377"/>
          <p:cNvCxnSpPr/>
          <p:nvPr/>
        </p:nvCxnSpPr>
        <p:spPr>
          <a:xfrm>
            <a:off x="7004160" y="1863720"/>
            <a:ext cx="2395440" cy="360"/>
          </a:xfrm>
          <a:prstGeom prst="straightConnector1">
            <a:avLst/>
          </a:prstGeom>
          <a:ln>
            <a:solidFill>
              <a:srgbClr val="E8E8E8">
                <a:lumMod val="90000"/>
              </a:srgbClr>
            </a:solidFill>
          </a:ln>
        </p:spPr>
      </p:cxnSp>
      <p:cxnSp>
        <p:nvCxnSpPr>
          <p:cNvPr id="1020" name="Connecteur droit 378"/>
          <p:cNvCxnSpPr/>
          <p:nvPr/>
        </p:nvCxnSpPr>
        <p:spPr>
          <a:xfrm>
            <a:off x="7004160" y="2531160"/>
            <a:ext cx="2395440" cy="360"/>
          </a:xfrm>
          <a:prstGeom prst="straightConnector1">
            <a:avLst/>
          </a:prstGeom>
          <a:ln>
            <a:solidFill>
              <a:srgbClr val="E8E8E8">
                <a:lumMod val="90000"/>
              </a:srgbClr>
            </a:solidFill>
          </a:ln>
        </p:spPr>
      </p:cxnSp>
      <p:cxnSp>
        <p:nvCxnSpPr>
          <p:cNvPr id="1021" name="Connecteur droit 379"/>
          <p:cNvCxnSpPr/>
          <p:nvPr/>
        </p:nvCxnSpPr>
        <p:spPr>
          <a:xfrm>
            <a:off x="7004160" y="3195000"/>
            <a:ext cx="2395440" cy="360"/>
          </a:xfrm>
          <a:prstGeom prst="straightConnector1">
            <a:avLst/>
          </a:prstGeom>
          <a:ln>
            <a:solidFill>
              <a:srgbClr val="E8E8E8">
                <a:lumMod val="90000"/>
              </a:srgbClr>
            </a:solidFill>
          </a:ln>
        </p:spPr>
      </p:cxnSp>
      <p:cxnSp>
        <p:nvCxnSpPr>
          <p:cNvPr id="1022" name="Connecteur droit 380"/>
          <p:cNvCxnSpPr/>
          <p:nvPr/>
        </p:nvCxnSpPr>
        <p:spPr>
          <a:xfrm>
            <a:off x="7004160" y="3527280"/>
            <a:ext cx="2395440" cy="360"/>
          </a:xfrm>
          <a:prstGeom prst="straightConnector1">
            <a:avLst/>
          </a:prstGeom>
          <a:ln>
            <a:solidFill>
              <a:srgbClr val="E8E8E8">
                <a:lumMod val="90000"/>
              </a:srgbClr>
            </a:solidFill>
          </a:ln>
        </p:spPr>
      </p:cxnSp>
      <p:cxnSp>
        <p:nvCxnSpPr>
          <p:cNvPr id="1023" name="Connecteur droit 381"/>
          <p:cNvCxnSpPr/>
          <p:nvPr/>
        </p:nvCxnSpPr>
        <p:spPr>
          <a:xfrm>
            <a:off x="6984360" y="3859920"/>
            <a:ext cx="2395440" cy="360"/>
          </a:xfrm>
          <a:prstGeom prst="straightConnector1">
            <a:avLst/>
          </a:prstGeom>
          <a:ln>
            <a:solidFill>
              <a:srgbClr val="E8E8E8">
                <a:lumMod val="90000"/>
              </a:srgbClr>
            </a:solidFill>
          </a:ln>
        </p:spPr>
      </p:cxnSp>
      <p:cxnSp>
        <p:nvCxnSpPr>
          <p:cNvPr id="1024" name="Connecteur droit 382"/>
          <p:cNvCxnSpPr/>
          <p:nvPr/>
        </p:nvCxnSpPr>
        <p:spPr>
          <a:xfrm>
            <a:off x="6993000" y="4175280"/>
            <a:ext cx="2395080" cy="360"/>
          </a:xfrm>
          <a:prstGeom prst="straightConnector1">
            <a:avLst/>
          </a:prstGeom>
          <a:ln>
            <a:solidFill>
              <a:srgbClr val="E8E8E8">
                <a:lumMod val="90000"/>
              </a:srgbClr>
            </a:solidFill>
          </a:ln>
        </p:spPr>
      </p:cxnSp>
      <p:cxnSp>
        <p:nvCxnSpPr>
          <p:cNvPr id="1025" name="Connecteur droit 383"/>
          <p:cNvCxnSpPr/>
          <p:nvPr/>
        </p:nvCxnSpPr>
        <p:spPr>
          <a:xfrm>
            <a:off x="7004160" y="4510080"/>
            <a:ext cx="2395440" cy="360"/>
          </a:xfrm>
          <a:prstGeom prst="straightConnector1">
            <a:avLst/>
          </a:prstGeom>
          <a:ln>
            <a:solidFill>
              <a:srgbClr val="E8E8E8">
                <a:lumMod val="90000"/>
              </a:srgbClr>
            </a:solidFill>
          </a:ln>
        </p:spPr>
      </p:cxnSp>
      <p:cxnSp>
        <p:nvCxnSpPr>
          <p:cNvPr id="1026" name="Connecteur droit 384"/>
          <p:cNvCxnSpPr/>
          <p:nvPr/>
        </p:nvCxnSpPr>
        <p:spPr>
          <a:xfrm>
            <a:off x="7004160" y="4848120"/>
            <a:ext cx="2395440" cy="360"/>
          </a:xfrm>
          <a:prstGeom prst="straightConnector1">
            <a:avLst/>
          </a:prstGeom>
          <a:ln>
            <a:solidFill>
              <a:srgbClr val="E8E8E8">
                <a:lumMod val="90000"/>
              </a:srgbClr>
            </a:solidFill>
          </a:ln>
        </p:spPr>
      </p:cxnSp>
      <p:cxnSp>
        <p:nvCxnSpPr>
          <p:cNvPr id="1027" name="Connecteur droit 385"/>
          <p:cNvCxnSpPr/>
          <p:nvPr/>
        </p:nvCxnSpPr>
        <p:spPr>
          <a:xfrm>
            <a:off x="7008480" y="5187240"/>
            <a:ext cx="2395440" cy="360"/>
          </a:xfrm>
          <a:prstGeom prst="straightConnector1">
            <a:avLst/>
          </a:prstGeom>
          <a:ln>
            <a:solidFill>
              <a:srgbClr val="E8E8E8">
                <a:lumMod val="90000"/>
              </a:srgbClr>
            </a:solidFill>
          </a:ln>
        </p:spPr>
      </p:cxnSp>
      <p:cxnSp>
        <p:nvCxnSpPr>
          <p:cNvPr id="1028" name="Connecteur droit 386"/>
          <p:cNvCxnSpPr/>
          <p:nvPr/>
        </p:nvCxnSpPr>
        <p:spPr>
          <a:xfrm>
            <a:off x="7004160" y="5515920"/>
            <a:ext cx="2395440" cy="360"/>
          </a:xfrm>
          <a:prstGeom prst="straightConnector1">
            <a:avLst/>
          </a:prstGeom>
          <a:ln>
            <a:solidFill>
              <a:srgbClr val="E8E8E8">
                <a:lumMod val="90000"/>
              </a:srgbClr>
            </a:solidFill>
          </a:ln>
        </p:spPr>
      </p:cxnSp>
      <p:cxnSp>
        <p:nvCxnSpPr>
          <p:cNvPr id="1029" name="Connecteur droit 387"/>
          <p:cNvCxnSpPr/>
          <p:nvPr/>
        </p:nvCxnSpPr>
        <p:spPr>
          <a:xfrm>
            <a:off x="7004160" y="5832720"/>
            <a:ext cx="2395440" cy="360"/>
          </a:xfrm>
          <a:prstGeom prst="straightConnector1">
            <a:avLst/>
          </a:prstGeom>
          <a:ln>
            <a:solidFill>
              <a:srgbClr val="E8E8E8">
                <a:lumMod val="90000"/>
              </a:srgbClr>
            </a:solidFill>
          </a:ln>
        </p:spPr>
      </p:cxnSp>
      <p:pic>
        <p:nvPicPr>
          <p:cNvPr id="1030" name="Graphique 389" descr="Badge croix contour"/>
          <p:cNvPicPr/>
          <p:nvPr/>
        </p:nvPicPr>
        <p:blipFill>
          <a:blip r:embed="rId27">
            <a:extLst>
              <a:ext uri="{96DAC541-7B7A-43D3-8B79-37D633B846F1}">
                <asvg:svgBlip xmlns:asvg="http://schemas.microsoft.com/office/drawing/2016/SVG/main" r:embed="rId28"/>
              </a:ext>
            </a:extLst>
          </a:blip>
          <a:stretch/>
        </p:blipFill>
        <p:spPr>
          <a:xfrm>
            <a:off x="8071920" y="5524200"/>
            <a:ext cx="215280" cy="215280"/>
          </a:xfrm>
          <a:prstGeom prst="rect">
            <a:avLst/>
          </a:prstGeom>
          <a:noFill/>
          <a:ln w="0">
            <a:noFill/>
          </a:ln>
        </p:spPr>
      </p:pic>
      <p:cxnSp>
        <p:nvCxnSpPr>
          <p:cNvPr id="1031" name="Connecteur droit 393"/>
          <p:cNvCxnSpPr/>
          <p:nvPr/>
        </p:nvCxnSpPr>
        <p:spPr>
          <a:xfrm>
            <a:off x="7004160" y="2175120"/>
            <a:ext cx="2395440" cy="360"/>
          </a:xfrm>
          <a:prstGeom prst="straightConnector1">
            <a:avLst/>
          </a:prstGeom>
          <a:ln>
            <a:solidFill>
              <a:srgbClr val="E8E8E8">
                <a:lumMod val="90000"/>
              </a:srgbClr>
            </a:solidFill>
          </a:ln>
        </p:spPr>
      </p:cxnSp>
      <p:pic>
        <p:nvPicPr>
          <p:cNvPr id="1032" name="Graphique 394" descr="Badge Tick1 contour"/>
          <p:cNvPicPr/>
          <p:nvPr/>
        </p:nvPicPr>
        <p:blipFill>
          <a:blip r:embed="rId29">
            <a:extLst>
              <a:ext uri="{96DAC541-7B7A-43D3-8B79-37D633B846F1}">
                <asvg:svgBlip xmlns:asvg="http://schemas.microsoft.com/office/drawing/2016/SVG/main" r:embed="rId30"/>
              </a:ext>
            </a:extLst>
          </a:blip>
          <a:stretch/>
        </p:blipFill>
        <p:spPr>
          <a:xfrm>
            <a:off x="8069400" y="1577520"/>
            <a:ext cx="220320" cy="220320"/>
          </a:xfrm>
          <a:prstGeom prst="rect">
            <a:avLst/>
          </a:prstGeom>
          <a:noFill/>
          <a:ln w="0">
            <a:noFill/>
          </a:ln>
        </p:spPr>
      </p:pic>
      <p:sp>
        <p:nvSpPr>
          <p:cNvPr id="1033" name="Rectangle 395"/>
          <p:cNvSpPr/>
          <p:nvPr/>
        </p:nvSpPr>
        <p:spPr>
          <a:xfrm>
            <a:off x="7004520" y="1890360"/>
            <a:ext cx="2394720" cy="2696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sp>
        <p:nvSpPr>
          <p:cNvPr id="1034" name="Rectangle 396"/>
          <p:cNvSpPr/>
          <p:nvPr/>
        </p:nvSpPr>
        <p:spPr>
          <a:xfrm>
            <a:off x="7004520" y="2553480"/>
            <a:ext cx="2394720" cy="2696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35" name="Graphique 397" descr="Badge Tick1 contour"/>
          <p:cNvPicPr/>
          <p:nvPr/>
        </p:nvPicPr>
        <p:blipFill>
          <a:blip r:embed="rId31">
            <a:extLst>
              <a:ext uri="{96DAC541-7B7A-43D3-8B79-37D633B846F1}">
                <asvg:svgBlip xmlns:asvg="http://schemas.microsoft.com/office/drawing/2016/SVG/main" r:embed="rId32"/>
              </a:ext>
            </a:extLst>
          </a:blip>
          <a:stretch/>
        </p:blipFill>
        <p:spPr>
          <a:xfrm>
            <a:off x="8069400" y="2235240"/>
            <a:ext cx="220320" cy="220320"/>
          </a:xfrm>
          <a:prstGeom prst="rect">
            <a:avLst/>
          </a:prstGeom>
          <a:noFill/>
          <a:ln w="0">
            <a:noFill/>
          </a:ln>
        </p:spPr>
      </p:pic>
      <p:cxnSp>
        <p:nvCxnSpPr>
          <p:cNvPr id="1036" name="Connecteur droit 398"/>
          <p:cNvCxnSpPr/>
          <p:nvPr/>
        </p:nvCxnSpPr>
        <p:spPr>
          <a:xfrm>
            <a:off x="7012800" y="2844360"/>
            <a:ext cx="2395440" cy="360"/>
          </a:xfrm>
          <a:prstGeom prst="straightConnector1">
            <a:avLst/>
          </a:prstGeom>
          <a:ln>
            <a:solidFill>
              <a:srgbClr val="E8E8E8">
                <a:lumMod val="90000"/>
              </a:srgbClr>
            </a:solidFill>
          </a:ln>
        </p:spPr>
      </p:cxnSp>
      <p:cxnSp>
        <p:nvCxnSpPr>
          <p:cNvPr id="1037" name="Connecteur droit 399"/>
          <p:cNvCxnSpPr/>
          <p:nvPr/>
        </p:nvCxnSpPr>
        <p:spPr>
          <a:xfrm>
            <a:off x="7004160" y="6162120"/>
            <a:ext cx="2395440" cy="360"/>
          </a:xfrm>
          <a:prstGeom prst="straightConnector1">
            <a:avLst/>
          </a:prstGeom>
          <a:ln>
            <a:solidFill>
              <a:srgbClr val="E8E8E8">
                <a:lumMod val="90000"/>
              </a:srgbClr>
            </a:solidFill>
          </a:ln>
        </p:spPr>
      </p:cxnSp>
      <p:cxnSp>
        <p:nvCxnSpPr>
          <p:cNvPr id="1038" name="Connecteur droit 400"/>
          <p:cNvCxnSpPr/>
          <p:nvPr/>
        </p:nvCxnSpPr>
        <p:spPr>
          <a:xfrm>
            <a:off x="7023600" y="6418800"/>
            <a:ext cx="2395440" cy="360"/>
          </a:xfrm>
          <a:prstGeom prst="straightConnector1">
            <a:avLst/>
          </a:prstGeom>
          <a:ln>
            <a:solidFill>
              <a:srgbClr val="E8E8E8">
                <a:lumMod val="90000"/>
              </a:srgbClr>
            </a:solidFill>
          </a:ln>
        </p:spPr>
      </p:cxnSp>
      <p:sp>
        <p:nvSpPr>
          <p:cNvPr id="1039" name="Rectangle 401"/>
          <p:cNvSpPr/>
          <p:nvPr/>
        </p:nvSpPr>
        <p:spPr>
          <a:xfrm>
            <a:off x="7008840" y="3213000"/>
            <a:ext cx="2400840" cy="29916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sp>
        <p:nvSpPr>
          <p:cNvPr id="1040" name="Rectangle 402"/>
          <p:cNvSpPr/>
          <p:nvPr/>
        </p:nvSpPr>
        <p:spPr>
          <a:xfrm>
            <a:off x="7000200" y="3884040"/>
            <a:ext cx="2394720" cy="2696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41" name="Graphique 403" descr="Badge Tick1 contour"/>
          <p:cNvPicPr/>
          <p:nvPr/>
        </p:nvPicPr>
        <p:blipFill>
          <a:blip r:embed="rId33">
            <a:extLst>
              <a:ext uri="{96DAC541-7B7A-43D3-8B79-37D633B846F1}">
                <asvg:svgBlip xmlns:asvg="http://schemas.microsoft.com/office/drawing/2016/SVG/main" r:embed="rId34"/>
              </a:ext>
            </a:extLst>
          </a:blip>
          <a:stretch/>
        </p:blipFill>
        <p:spPr>
          <a:xfrm>
            <a:off x="8069400" y="1906560"/>
            <a:ext cx="220320" cy="220320"/>
          </a:xfrm>
          <a:prstGeom prst="rect">
            <a:avLst/>
          </a:prstGeom>
          <a:noFill/>
          <a:ln w="0">
            <a:noFill/>
          </a:ln>
        </p:spPr>
      </p:pic>
      <p:pic>
        <p:nvPicPr>
          <p:cNvPr id="1042" name="Graphique 404" descr="Badge Tick1 contour"/>
          <p:cNvPicPr/>
          <p:nvPr/>
        </p:nvPicPr>
        <p:blipFill>
          <a:blip r:embed="rId35">
            <a:extLst>
              <a:ext uri="{96DAC541-7B7A-43D3-8B79-37D633B846F1}">
                <asvg:svgBlip xmlns:asvg="http://schemas.microsoft.com/office/drawing/2016/SVG/main" r:embed="rId36"/>
              </a:ext>
            </a:extLst>
          </a:blip>
          <a:stretch/>
        </p:blipFill>
        <p:spPr>
          <a:xfrm>
            <a:off x="8069400" y="2892960"/>
            <a:ext cx="220320" cy="220320"/>
          </a:xfrm>
          <a:prstGeom prst="rect">
            <a:avLst/>
          </a:prstGeom>
          <a:noFill/>
          <a:ln w="0">
            <a:noFill/>
          </a:ln>
        </p:spPr>
      </p:pic>
      <p:pic>
        <p:nvPicPr>
          <p:cNvPr id="1043" name="Graphique 405" descr="Badge Tick1 contour"/>
          <p:cNvPicPr/>
          <p:nvPr/>
        </p:nvPicPr>
        <p:blipFill>
          <a:blip r:embed="rId37">
            <a:extLst>
              <a:ext uri="{96DAC541-7B7A-43D3-8B79-37D633B846F1}">
                <asvg:svgBlip xmlns:asvg="http://schemas.microsoft.com/office/drawing/2016/SVG/main" r:embed="rId38"/>
              </a:ext>
            </a:extLst>
          </a:blip>
          <a:stretch/>
        </p:blipFill>
        <p:spPr>
          <a:xfrm>
            <a:off x="8069400" y="3222000"/>
            <a:ext cx="220320" cy="220320"/>
          </a:xfrm>
          <a:prstGeom prst="rect">
            <a:avLst/>
          </a:prstGeom>
          <a:noFill/>
          <a:ln w="0">
            <a:noFill/>
          </a:ln>
        </p:spPr>
      </p:pic>
      <p:pic>
        <p:nvPicPr>
          <p:cNvPr id="1044" name="Graphique 408" descr="Badge croix contour"/>
          <p:cNvPicPr/>
          <p:nvPr/>
        </p:nvPicPr>
        <p:blipFill>
          <a:blip r:embed="rId39">
            <a:extLst>
              <a:ext uri="{96DAC541-7B7A-43D3-8B79-37D633B846F1}">
                <asvg:svgBlip xmlns:asvg="http://schemas.microsoft.com/office/drawing/2016/SVG/main" r:embed="rId40"/>
              </a:ext>
            </a:extLst>
          </a:blip>
          <a:stretch/>
        </p:blipFill>
        <p:spPr>
          <a:xfrm>
            <a:off x="8071920" y="6171480"/>
            <a:ext cx="215280" cy="215280"/>
          </a:xfrm>
          <a:prstGeom prst="rect">
            <a:avLst/>
          </a:prstGeom>
          <a:noFill/>
          <a:ln w="0">
            <a:noFill/>
          </a:ln>
        </p:spPr>
      </p:pic>
      <p:pic>
        <p:nvPicPr>
          <p:cNvPr id="1045" name="Graphique 409" descr="Badge croix contour"/>
          <p:cNvPicPr/>
          <p:nvPr/>
        </p:nvPicPr>
        <p:blipFill>
          <a:blip r:embed="rId41">
            <a:extLst>
              <a:ext uri="{96DAC541-7B7A-43D3-8B79-37D633B846F1}">
                <asvg:svgBlip xmlns:asvg="http://schemas.microsoft.com/office/drawing/2016/SVG/main" r:embed="rId42"/>
              </a:ext>
            </a:extLst>
          </a:blip>
          <a:stretch/>
        </p:blipFill>
        <p:spPr>
          <a:xfrm>
            <a:off x="8071920" y="6495480"/>
            <a:ext cx="215280" cy="215280"/>
          </a:xfrm>
          <a:prstGeom prst="rect">
            <a:avLst/>
          </a:prstGeom>
          <a:noFill/>
          <a:ln w="0">
            <a:noFill/>
          </a:ln>
        </p:spPr>
      </p:pic>
      <p:pic>
        <p:nvPicPr>
          <p:cNvPr id="1046" name="Graphique 410" descr="Badge Tick1 contour"/>
          <p:cNvPicPr/>
          <p:nvPr/>
        </p:nvPicPr>
        <p:blipFill>
          <a:blip r:embed="rId43">
            <a:extLst>
              <a:ext uri="{96DAC541-7B7A-43D3-8B79-37D633B846F1}">
                <asvg:svgBlip xmlns:asvg="http://schemas.microsoft.com/office/drawing/2016/SVG/main" r:embed="rId44"/>
              </a:ext>
            </a:extLst>
          </a:blip>
          <a:stretch/>
        </p:blipFill>
        <p:spPr>
          <a:xfrm>
            <a:off x="8069400" y="3550680"/>
            <a:ext cx="220320" cy="220320"/>
          </a:xfrm>
          <a:prstGeom prst="rect">
            <a:avLst/>
          </a:prstGeom>
          <a:noFill/>
          <a:ln w="0">
            <a:noFill/>
          </a:ln>
        </p:spPr>
      </p:pic>
      <p:pic>
        <p:nvPicPr>
          <p:cNvPr id="1047" name="Graphique 411" descr="Badge Tick1 contour"/>
          <p:cNvPicPr/>
          <p:nvPr/>
        </p:nvPicPr>
        <p:blipFill>
          <a:blip r:embed="rId45">
            <a:extLst>
              <a:ext uri="{96DAC541-7B7A-43D3-8B79-37D633B846F1}">
                <asvg:svgBlip xmlns:asvg="http://schemas.microsoft.com/office/drawing/2016/SVG/main" r:embed="rId46"/>
              </a:ext>
            </a:extLst>
          </a:blip>
          <a:stretch/>
        </p:blipFill>
        <p:spPr>
          <a:xfrm>
            <a:off x="8069400" y="2564280"/>
            <a:ext cx="220320" cy="220320"/>
          </a:xfrm>
          <a:prstGeom prst="rect">
            <a:avLst/>
          </a:prstGeom>
          <a:noFill/>
          <a:ln w="0">
            <a:noFill/>
          </a:ln>
        </p:spPr>
      </p:pic>
      <p:cxnSp>
        <p:nvCxnSpPr>
          <p:cNvPr id="1048" name="Connecteur droit 412"/>
          <p:cNvCxnSpPr/>
          <p:nvPr/>
        </p:nvCxnSpPr>
        <p:spPr>
          <a:xfrm>
            <a:off x="9531360" y="1863720"/>
            <a:ext cx="2395440" cy="360"/>
          </a:xfrm>
          <a:prstGeom prst="straightConnector1">
            <a:avLst/>
          </a:prstGeom>
          <a:ln>
            <a:solidFill>
              <a:srgbClr val="E8E8E8">
                <a:lumMod val="90000"/>
              </a:srgbClr>
            </a:solidFill>
          </a:ln>
        </p:spPr>
      </p:cxnSp>
      <p:cxnSp>
        <p:nvCxnSpPr>
          <p:cNvPr id="1049" name="Connecteur droit 413"/>
          <p:cNvCxnSpPr/>
          <p:nvPr/>
        </p:nvCxnSpPr>
        <p:spPr>
          <a:xfrm>
            <a:off x="9531360" y="2531160"/>
            <a:ext cx="2395440" cy="360"/>
          </a:xfrm>
          <a:prstGeom prst="straightConnector1">
            <a:avLst/>
          </a:prstGeom>
          <a:ln>
            <a:solidFill>
              <a:srgbClr val="E8E8E8">
                <a:lumMod val="90000"/>
              </a:srgbClr>
            </a:solidFill>
          </a:ln>
        </p:spPr>
      </p:cxnSp>
      <p:cxnSp>
        <p:nvCxnSpPr>
          <p:cNvPr id="1050" name="Connecteur droit 414"/>
          <p:cNvCxnSpPr/>
          <p:nvPr/>
        </p:nvCxnSpPr>
        <p:spPr>
          <a:xfrm>
            <a:off x="9531360" y="3195000"/>
            <a:ext cx="2395440" cy="360"/>
          </a:xfrm>
          <a:prstGeom prst="straightConnector1">
            <a:avLst/>
          </a:prstGeom>
          <a:ln>
            <a:solidFill>
              <a:srgbClr val="E8E8E8">
                <a:lumMod val="90000"/>
              </a:srgbClr>
            </a:solidFill>
          </a:ln>
        </p:spPr>
      </p:cxnSp>
      <p:cxnSp>
        <p:nvCxnSpPr>
          <p:cNvPr id="1051" name="Connecteur droit 415"/>
          <p:cNvCxnSpPr/>
          <p:nvPr/>
        </p:nvCxnSpPr>
        <p:spPr>
          <a:xfrm>
            <a:off x="9531360" y="3527280"/>
            <a:ext cx="2395440" cy="360"/>
          </a:xfrm>
          <a:prstGeom prst="straightConnector1">
            <a:avLst/>
          </a:prstGeom>
          <a:ln>
            <a:solidFill>
              <a:srgbClr val="E8E8E8">
                <a:lumMod val="90000"/>
              </a:srgbClr>
            </a:solidFill>
          </a:ln>
        </p:spPr>
      </p:cxnSp>
      <p:cxnSp>
        <p:nvCxnSpPr>
          <p:cNvPr id="1052" name="Connecteur droit 416"/>
          <p:cNvCxnSpPr/>
          <p:nvPr/>
        </p:nvCxnSpPr>
        <p:spPr>
          <a:xfrm>
            <a:off x="9511560" y="3859920"/>
            <a:ext cx="2395080" cy="360"/>
          </a:xfrm>
          <a:prstGeom prst="straightConnector1">
            <a:avLst/>
          </a:prstGeom>
          <a:ln>
            <a:solidFill>
              <a:srgbClr val="E8E8E8">
                <a:lumMod val="90000"/>
              </a:srgbClr>
            </a:solidFill>
          </a:ln>
        </p:spPr>
      </p:cxnSp>
      <p:cxnSp>
        <p:nvCxnSpPr>
          <p:cNvPr id="1053" name="Connecteur droit 417"/>
          <p:cNvCxnSpPr/>
          <p:nvPr/>
        </p:nvCxnSpPr>
        <p:spPr>
          <a:xfrm>
            <a:off x="9519840" y="4175640"/>
            <a:ext cx="2395440" cy="360"/>
          </a:xfrm>
          <a:prstGeom prst="straightConnector1">
            <a:avLst/>
          </a:prstGeom>
          <a:ln>
            <a:solidFill>
              <a:srgbClr val="E8E8E8">
                <a:lumMod val="90000"/>
              </a:srgbClr>
            </a:solidFill>
          </a:ln>
        </p:spPr>
      </p:cxnSp>
      <p:cxnSp>
        <p:nvCxnSpPr>
          <p:cNvPr id="1054" name="Connecteur droit 418"/>
          <p:cNvCxnSpPr/>
          <p:nvPr/>
        </p:nvCxnSpPr>
        <p:spPr>
          <a:xfrm>
            <a:off x="9531360" y="4510080"/>
            <a:ext cx="2395440" cy="360"/>
          </a:xfrm>
          <a:prstGeom prst="straightConnector1">
            <a:avLst/>
          </a:prstGeom>
          <a:ln>
            <a:solidFill>
              <a:srgbClr val="E8E8E8">
                <a:lumMod val="90000"/>
              </a:srgbClr>
            </a:solidFill>
          </a:ln>
        </p:spPr>
      </p:cxnSp>
      <p:cxnSp>
        <p:nvCxnSpPr>
          <p:cNvPr id="1055" name="Connecteur droit 419"/>
          <p:cNvCxnSpPr/>
          <p:nvPr/>
        </p:nvCxnSpPr>
        <p:spPr>
          <a:xfrm>
            <a:off x="9531360" y="4848120"/>
            <a:ext cx="2395440" cy="360"/>
          </a:xfrm>
          <a:prstGeom prst="straightConnector1">
            <a:avLst/>
          </a:prstGeom>
          <a:ln>
            <a:solidFill>
              <a:srgbClr val="E8E8E8">
                <a:lumMod val="90000"/>
              </a:srgbClr>
            </a:solidFill>
          </a:ln>
        </p:spPr>
      </p:cxnSp>
      <p:cxnSp>
        <p:nvCxnSpPr>
          <p:cNvPr id="1056" name="Connecteur droit 420"/>
          <p:cNvCxnSpPr/>
          <p:nvPr/>
        </p:nvCxnSpPr>
        <p:spPr>
          <a:xfrm>
            <a:off x="9535680" y="5187240"/>
            <a:ext cx="2395440" cy="360"/>
          </a:xfrm>
          <a:prstGeom prst="straightConnector1">
            <a:avLst/>
          </a:prstGeom>
          <a:ln>
            <a:solidFill>
              <a:srgbClr val="E8E8E8">
                <a:lumMod val="90000"/>
              </a:srgbClr>
            </a:solidFill>
          </a:ln>
        </p:spPr>
      </p:cxnSp>
      <p:cxnSp>
        <p:nvCxnSpPr>
          <p:cNvPr id="1057" name="Connecteur droit 421"/>
          <p:cNvCxnSpPr/>
          <p:nvPr/>
        </p:nvCxnSpPr>
        <p:spPr>
          <a:xfrm>
            <a:off x="9531360" y="5515920"/>
            <a:ext cx="2395440" cy="360"/>
          </a:xfrm>
          <a:prstGeom prst="straightConnector1">
            <a:avLst/>
          </a:prstGeom>
          <a:ln>
            <a:solidFill>
              <a:srgbClr val="E8E8E8">
                <a:lumMod val="90000"/>
              </a:srgbClr>
            </a:solidFill>
          </a:ln>
        </p:spPr>
      </p:cxnSp>
      <p:cxnSp>
        <p:nvCxnSpPr>
          <p:cNvPr id="1058" name="Connecteur droit 422"/>
          <p:cNvCxnSpPr/>
          <p:nvPr/>
        </p:nvCxnSpPr>
        <p:spPr>
          <a:xfrm>
            <a:off x="9531360" y="5832720"/>
            <a:ext cx="2395440" cy="360"/>
          </a:xfrm>
          <a:prstGeom prst="straightConnector1">
            <a:avLst/>
          </a:prstGeom>
          <a:ln>
            <a:solidFill>
              <a:srgbClr val="E8E8E8">
                <a:lumMod val="90000"/>
              </a:srgbClr>
            </a:solidFill>
          </a:ln>
        </p:spPr>
      </p:cxnSp>
      <p:cxnSp>
        <p:nvCxnSpPr>
          <p:cNvPr id="1059" name="Connecteur droit 428"/>
          <p:cNvCxnSpPr/>
          <p:nvPr/>
        </p:nvCxnSpPr>
        <p:spPr>
          <a:xfrm>
            <a:off x="9531360" y="2175120"/>
            <a:ext cx="2395440" cy="360"/>
          </a:xfrm>
          <a:prstGeom prst="straightConnector1">
            <a:avLst/>
          </a:prstGeom>
          <a:ln>
            <a:solidFill>
              <a:srgbClr val="E8E8E8">
                <a:lumMod val="90000"/>
              </a:srgbClr>
            </a:solidFill>
          </a:ln>
        </p:spPr>
      </p:cxnSp>
      <p:pic>
        <p:nvPicPr>
          <p:cNvPr id="1060" name="Graphique 429" descr="Badge Tick1 contour"/>
          <p:cNvPicPr/>
          <p:nvPr/>
        </p:nvPicPr>
        <p:blipFill>
          <a:blip r:embed="rId47">
            <a:extLst>
              <a:ext uri="{96DAC541-7B7A-43D3-8B79-37D633B846F1}">
                <asvg:svgBlip xmlns:asvg="http://schemas.microsoft.com/office/drawing/2016/SVG/main" r:embed="rId48"/>
              </a:ext>
            </a:extLst>
          </a:blip>
          <a:stretch/>
        </p:blipFill>
        <p:spPr>
          <a:xfrm>
            <a:off x="10607760" y="1577520"/>
            <a:ext cx="220320" cy="220320"/>
          </a:xfrm>
          <a:prstGeom prst="rect">
            <a:avLst/>
          </a:prstGeom>
          <a:noFill/>
          <a:ln w="0">
            <a:noFill/>
          </a:ln>
        </p:spPr>
      </p:pic>
      <p:sp>
        <p:nvSpPr>
          <p:cNvPr id="1061" name="Rectangle 430"/>
          <p:cNvSpPr/>
          <p:nvPr/>
        </p:nvSpPr>
        <p:spPr>
          <a:xfrm>
            <a:off x="9531720" y="1890720"/>
            <a:ext cx="2394720" cy="2696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sp>
        <p:nvSpPr>
          <p:cNvPr id="1062" name="Rectangle 431"/>
          <p:cNvSpPr/>
          <p:nvPr/>
        </p:nvSpPr>
        <p:spPr>
          <a:xfrm>
            <a:off x="9531720" y="2553480"/>
            <a:ext cx="2394720" cy="2696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63" name="Graphique 432" descr="Badge Tick1 contour"/>
          <p:cNvPicPr/>
          <p:nvPr/>
        </p:nvPicPr>
        <p:blipFill>
          <a:blip r:embed="rId49">
            <a:extLst>
              <a:ext uri="{96DAC541-7B7A-43D3-8B79-37D633B846F1}">
                <asvg:svgBlip xmlns:asvg="http://schemas.microsoft.com/office/drawing/2016/SVG/main" r:embed="rId50"/>
              </a:ext>
            </a:extLst>
          </a:blip>
          <a:stretch/>
        </p:blipFill>
        <p:spPr>
          <a:xfrm>
            <a:off x="10607760" y="2230560"/>
            <a:ext cx="220320" cy="220320"/>
          </a:xfrm>
          <a:prstGeom prst="rect">
            <a:avLst/>
          </a:prstGeom>
          <a:noFill/>
          <a:ln w="0">
            <a:noFill/>
          </a:ln>
        </p:spPr>
      </p:pic>
      <p:cxnSp>
        <p:nvCxnSpPr>
          <p:cNvPr id="1064" name="Connecteur droit 433"/>
          <p:cNvCxnSpPr/>
          <p:nvPr/>
        </p:nvCxnSpPr>
        <p:spPr>
          <a:xfrm>
            <a:off x="9540000" y="2844360"/>
            <a:ext cx="2395080" cy="360"/>
          </a:xfrm>
          <a:prstGeom prst="straightConnector1">
            <a:avLst/>
          </a:prstGeom>
          <a:ln>
            <a:solidFill>
              <a:srgbClr val="E8E8E8">
                <a:lumMod val="90000"/>
              </a:srgbClr>
            </a:solidFill>
          </a:ln>
        </p:spPr>
      </p:cxnSp>
      <p:cxnSp>
        <p:nvCxnSpPr>
          <p:cNvPr id="1065" name="Connecteur droit 434"/>
          <p:cNvCxnSpPr/>
          <p:nvPr/>
        </p:nvCxnSpPr>
        <p:spPr>
          <a:xfrm>
            <a:off x="9531360" y="6162120"/>
            <a:ext cx="2395440" cy="360"/>
          </a:xfrm>
          <a:prstGeom prst="straightConnector1">
            <a:avLst/>
          </a:prstGeom>
          <a:ln>
            <a:solidFill>
              <a:srgbClr val="E8E8E8">
                <a:lumMod val="90000"/>
              </a:srgbClr>
            </a:solidFill>
          </a:ln>
        </p:spPr>
      </p:cxnSp>
      <p:cxnSp>
        <p:nvCxnSpPr>
          <p:cNvPr id="1066" name="Connecteur droit 435"/>
          <p:cNvCxnSpPr/>
          <p:nvPr/>
        </p:nvCxnSpPr>
        <p:spPr>
          <a:xfrm>
            <a:off x="9550800" y="6418800"/>
            <a:ext cx="2395080" cy="360"/>
          </a:xfrm>
          <a:prstGeom prst="straightConnector1">
            <a:avLst/>
          </a:prstGeom>
          <a:ln>
            <a:solidFill>
              <a:srgbClr val="E8E8E8">
                <a:lumMod val="90000"/>
              </a:srgbClr>
            </a:solidFill>
          </a:ln>
        </p:spPr>
      </p:cxnSp>
      <p:sp>
        <p:nvSpPr>
          <p:cNvPr id="1067" name="Rectangle 436"/>
          <p:cNvSpPr/>
          <p:nvPr/>
        </p:nvSpPr>
        <p:spPr>
          <a:xfrm>
            <a:off x="9535680" y="3213000"/>
            <a:ext cx="2400840" cy="29916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sp>
        <p:nvSpPr>
          <p:cNvPr id="1068" name="Rectangle 437"/>
          <p:cNvSpPr/>
          <p:nvPr/>
        </p:nvSpPr>
        <p:spPr>
          <a:xfrm>
            <a:off x="9527400" y="3884040"/>
            <a:ext cx="2394720" cy="2696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69" name="Graphique 438" descr="Badge Tick1 contour"/>
          <p:cNvPicPr/>
          <p:nvPr/>
        </p:nvPicPr>
        <p:blipFill>
          <a:blip r:embed="rId51">
            <a:extLst>
              <a:ext uri="{96DAC541-7B7A-43D3-8B79-37D633B846F1}">
                <asvg:svgBlip xmlns:asvg="http://schemas.microsoft.com/office/drawing/2016/SVG/main" r:embed="rId52"/>
              </a:ext>
            </a:extLst>
          </a:blip>
          <a:stretch/>
        </p:blipFill>
        <p:spPr>
          <a:xfrm>
            <a:off x="10607760" y="1904040"/>
            <a:ext cx="220320" cy="220320"/>
          </a:xfrm>
          <a:prstGeom prst="rect">
            <a:avLst/>
          </a:prstGeom>
          <a:noFill/>
          <a:ln w="0">
            <a:noFill/>
          </a:ln>
        </p:spPr>
      </p:pic>
      <p:pic>
        <p:nvPicPr>
          <p:cNvPr id="1070" name="Graphique 439" descr="Badge Tick1 contour"/>
          <p:cNvPicPr/>
          <p:nvPr/>
        </p:nvPicPr>
        <p:blipFill>
          <a:blip r:embed="rId53">
            <a:extLst>
              <a:ext uri="{96DAC541-7B7A-43D3-8B79-37D633B846F1}">
                <asvg:svgBlip xmlns:asvg="http://schemas.microsoft.com/office/drawing/2016/SVG/main" r:embed="rId54"/>
              </a:ext>
            </a:extLst>
          </a:blip>
          <a:stretch/>
        </p:blipFill>
        <p:spPr>
          <a:xfrm>
            <a:off x="10607760" y="2883600"/>
            <a:ext cx="220320" cy="220320"/>
          </a:xfrm>
          <a:prstGeom prst="rect">
            <a:avLst/>
          </a:prstGeom>
          <a:noFill/>
          <a:ln w="0">
            <a:noFill/>
          </a:ln>
        </p:spPr>
      </p:pic>
      <p:pic>
        <p:nvPicPr>
          <p:cNvPr id="1071" name="Graphique 440" descr="Badge Tick1 contour"/>
          <p:cNvPicPr/>
          <p:nvPr/>
        </p:nvPicPr>
        <p:blipFill>
          <a:blip r:embed="rId55">
            <a:extLst>
              <a:ext uri="{96DAC541-7B7A-43D3-8B79-37D633B846F1}">
                <asvg:svgBlip xmlns:asvg="http://schemas.microsoft.com/office/drawing/2016/SVG/main" r:embed="rId56"/>
              </a:ext>
            </a:extLst>
          </a:blip>
          <a:stretch/>
        </p:blipFill>
        <p:spPr>
          <a:xfrm>
            <a:off x="10607760" y="3210120"/>
            <a:ext cx="220320" cy="220320"/>
          </a:xfrm>
          <a:prstGeom prst="rect">
            <a:avLst/>
          </a:prstGeom>
          <a:noFill/>
          <a:ln w="0">
            <a:noFill/>
          </a:ln>
        </p:spPr>
      </p:pic>
      <p:pic>
        <p:nvPicPr>
          <p:cNvPr id="1072" name="Graphique 445" descr="Badge Tick1 contour"/>
          <p:cNvPicPr/>
          <p:nvPr/>
        </p:nvPicPr>
        <p:blipFill>
          <a:blip r:embed="rId57">
            <a:extLst>
              <a:ext uri="{96DAC541-7B7A-43D3-8B79-37D633B846F1}">
                <asvg:svgBlip xmlns:asvg="http://schemas.microsoft.com/office/drawing/2016/SVG/main" r:embed="rId58"/>
              </a:ext>
            </a:extLst>
          </a:blip>
          <a:stretch/>
        </p:blipFill>
        <p:spPr>
          <a:xfrm>
            <a:off x="10607760" y="3536640"/>
            <a:ext cx="220320" cy="220320"/>
          </a:xfrm>
          <a:prstGeom prst="rect">
            <a:avLst/>
          </a:prstGeom>
          <a:noFill/>
          <a:ln w="0">
            <a:noFill/>
          </a:ln>
        </p:spPr>
      </p:pic>
      <p:pic>
        <p:nvPicPr>
          <p:cNvPr id="1073" name="Graphique 446" descr="Badge Tick1 contour"/>
          <p:cNvPicPr/>
          <p:nvPr/>
        </p:nvPicPr>
        <p:blipFill>
          <a:blip r:embed="rId59">
            <a:extLst>
              <a:ext uri="{96DAC541-7B7A-43D3-8B79-37D633B846F1}">
                <asvg:svgBlip xmlns:asvg="http://schemas.microsoft.com/office/drawing/2016/SVG/main" r:embed="rId60"/>
              </a:ext>
            </a:extLst>
          </a:blip>
          <a:stretch/>
        </p:blipFill>
        <p:spPr>
          <a:xfrm>
            <a:off x="10607760" y="2557080"/>
            <a:ext cx="220320" cy="220320"/>
          </a:xfrm>
          <a:prstGeom prst="rect">
            <a:avLst/>
          </a:prstGeom>
          <a:noFill/>
          <a:ln w="0">
            <a:noFill/>
          </a:ln>
        </p:spPr>
      </p:pic>
      <p:pic>
        <p:nvPicPr>
          <p:cNvPr id="1074" name="Graphique 447" descr="Badge Tick1 contour"/>
          <p:cNvPicPr/>
          <p:nvPr/>
        </p:nvPicPr>
        <p:blipFill>
          <a:blip r:embed="rId61">
            <a:extLst>
              <a:ext uri="{96DAC541-7B7A-43D3-8B79-37D633B846F1}">
                <asvg:svgBlip xmlns:asvg="http://schemas.microsoft.com/office/drawing/2016/SVG/main" r:embed="rId62"/>
              </a:ext>
            </a:extLst>
          </a:blip>
          <a:stretch/>
        </p:blipFill>
        <p:spPr>
          <a:xfrm>
            <a:off x="8069400" y="3879720"/>
            <a:ext cx="220320" cy="220320"/>
          </a:xfrm>
          <a:prstGeom prst="rect">
            <a:avLst/>
          </a:prstGeom>
          <a:noFill/>
          <a:ln w="0">
            <a:noFill/>
          </a:ln>
        </p:spPr>
      </p:pic>
      <p:pic>
        <p:nvPicPr>
          <p:cNvPr id="1075" name="Graphique 448" descr="Badge Tick1 contour"/>
          <p:cNvPicPr/>
          <p:nvPr/>
        </p:nvPicPr>
        <p:blipFill>
          <a:blip r:embed="rId63">
            <a:extLst>
              <a:ext uri="{96DAC541-7B7A-43D3-8B79-37D633B846F1}">
                <asvg:svgBlip xmlns:asvg="http://schemas.microsoft.com/office/drawing/2016/SVG/main" r:embed="rId64"/>
              </a:ext>
            </a:extLst>
          </a:blip>
          <a:stretch/>
        </p:blipFill>
        <p:spPr>
          <a:xfrm>
            <a:off x="10607760" y="3863160"/>
            <a:ext cx="220320" cy="220320"/>
          </a:xfrm>
          <a:prstGeom prst="rect">
            <a:avLst/>
          </a:prstGeom>
          <a:noFill/>
          <a:ln w="0">
            <a:noFill/>
          </a:ln>
        </p:spPr>
      </p:pic>
      <p:pic>
        <p:nvPicPr>
          <p:cNvPr id="1076" name="Graphique 449" descr="Badge Tick1 contour"/>
          <p:cNvPicPr/>
          <p:nvPr/>
        </p:nvPicPr>
        <p:blipFill>
          <a:blip r:embed="rId65">
            <a:extLst>
              <a:ext uri="{96DAC541-7B7A-43D3-8B79-37D633B846F1}">
                <asvg:svgBlip xmlns:asvg="http://schemas.microsoft.com/office/drawing/2016/SVG/main" r:embed="rId66"/>
              </a:ext>
            </a:extLst>
          </a:blip>
          <a:stretch/>
        </p:blipFill>
        <p:spPr>
          <a:xfrm>
            <a:off x="10607760" y="4189680"/>
            <a:ext cx="220320" cy="220320"/>
          </a:xfrm>
          <a:prstGeom prst="rect">
            <a:avLst/>
          </a:prstGeom>
          <a:noFill/>
          <a:ln w="0">
            <a:noFill/>
          </a:ln>
        </p:spPr>
      </p:pic>
      <p:pic>
        <p:nvPicPr>
          <p:cNvPr id="1077" name="Graphique 451" descr="Badge Tick1 contour"/>
          <p:cNvPicPr/>
          <p:nvPr/>
        </p:nvPicPr>
        <p:blipFill>
          <a:blip r:embed="rId67">
            <a:extLst>
              <a:ext uri="{96DAC541-7B7A-43D3-8B79-37D633B846F1}">
                <asvg:svgBlip xmlns:asvg="http://schemas.microsoft.com/office/drawing/2016/SVG/main" r:embed="rId68"/>
              </a:ext>
            </a:extLst>
          </a:blip>
          <a:stretch/>
        </p:blipFill>
        <p:spPr>
          <a:xfrm>
            <a:off x="10607760" y="4842720"/>
            <a:ext cx="220320" cy="220320"/>
          </a:xfrm>
          <a:prstGeom prst="rect">
            <a:avLst/>
          </a:prstGeom>
          <a:noFill/>
          <a:ln w="0">
            <a:noFill/>
          </a:ln>
        </p:spPr>
      </p:pic>
      <p:pic>
        <p:nvPicPr>
          <p:cNvPr id="1078" name="Graphique 453" descr="Badge Tick1 contour"/>
          <p:cNvPicPr/>
          <p:nvPr/>
        </p:nvPicPr>
        <p:blipFill>
          <a:blip r:embed="rId69">
            <a:extLst>
              <a:ext uri="{96DAC541-7B7A-43D3-8B79-37D633B846F1}">
                <asvg:svgBlip xmlns:asvg="http://schemas.microsoft.com/office/drawing/2016/SVG/main" r:embed="rId70"/>
              </a:ext>
            </a:extLst>
          </a:blip>
          <a:stretch/>
        </p:blipFill>
        <p:spPr>
          <a:xfrm>
            <a:off x="10607760" y="5495760"/>
            <a:ext cx="220320" cy="220320"/>
          </a:xfrm>
          <a:prstGeom prst="rect">
            <a:avLst/>
          </a:prstGeom>
          <a:noFill/>
          <a:ln w="0">
            <a:noFill/>
          </a:ln>
        </p:spPr>
      </p:pic>
      <p:pic>
        <p:nvPicPr>
          <p:cNvPr id="1079" name="Graphique 455" descr="Badge Tick1 contour"/>
          <p:cNvPicPr/>
          <p:nvPr/>
        </p:nvPicPr>
        <p:blipFill>
          <a:blip r:embed="rId71">
            <a:extLst>
              <a:ext uri="{96DAC541-7B7A-43D3-8B79-37D633B846F1}">
                <asvg:svgBlip xmlns:asvg="http://schemas.microsoft.com/office/drawing/2016/SVG/main" r:embed="rId72"/>
              </a:ext>
            </a:extLst>
          </a:blip>
          <a:stretch/>
        </p:blipFill>
        <p:spPr>
          <a:xfrm>
            <a:off x="10607760" y="6148800"/>
            <a:ext cx="220320" cy="220320"/>
          </a:xfrm>
          <a:prstGeom prst="rect">
            <a:avLst/>
          </a:prstGeom>
          <a:noFill/>
          <a:ln w="0">
            <a:noFill/>
          </a:ln>
        </p:spPr>
      </p:pic>
      <p:pic>
        <p:nvPicPr>
          <p:cNvPr id="1080" name="Graphique 456" descr="Badge Tick1 contour"/>
          <p:cNvPicPr/>
          <p:nvPr/>
        </p:nvPicPr>
        <p:blipFill>
          <a:blip r:embed="rId73">
            <a:extLst>
              <a:ext uri="{96DAC541-7B7A-43D3-8B79-37D633B846F1}">
                <asvg:svgBlip xmlns:asvg="http://schemas.microsoft.com/office/drawing/2016/SVG/main" r:embed="rId74"/>
              </a:ext>
            </a:extLst>
          </a:blip>
          <a:stretch/>
        </p:blipFill>
        <p:spPr>
          <a:xfrm>
            <a:off x="10607760" y="6475320"/>
            <a:ext cx="220320" cy="220320"/>
          </a:xfrm>
          <a:prstGeom prst="rect">
            <a:avLst/>
          </a:prstGeom>
          <a:noFill/>
          <a:ln w="0">
            <a:noFill/>
          </a:ln>
        </p:spPr>
      </p:pic>
      <p:pic>
        <p:nvPicPr>
          <p:cNvPr id="1081" name="Graphique 457" descr="Badge Tick1 contour"/>
          <p:cNvPicPr/>
          <p:nvPr/>
        </p:nvPicPr>
        <p:blipFill>
          <a:blip r:embed="rId75">
            <a:extLst>
              <a:ext uri="{96DAC541-7B7A-43D3-8B79-37D633B846F1}">
                <asvg:svgBlip xmlns:asvg="http://schemas.microsoft.com/office/drawing/2016/SVG/main" r:embed="rId76"/>
              </a:ext>
            </a:extLst>
          </a:blip>
          <a:stretch/>
        </p:blipFill>
        <p:spPr>
          <a:xfrm>
            <a:off x="8069400" y="4208400"/>
            <a:ext cx="220320" cy="220320"/>
          </a:xfrm>
          <a:prstGeom prst="rect">
            <a:avLst/>
          </a:prstGeom>
          <a:noFill/>
          <a:ln w="0">
            <a:noFill/>
          </a:ln>
        </p:spPr>
      </p:pic>
      <p:pic>
        <p:nvPicPr>
          <p:cNvPr id="1082" name="Graphique 459" descr="Badge Tick1 contour"/>
          <p:cNvPicPr/>
          <p:nvPr/>
        </p:nvPicPr>
        <p:blipFill>
          <a:blip r:embed="rId77">
            <a:extLst>
              <a:ext uri="{96DAC541-7B7A-43D3-8B79-37D633B846F1}">
                <asvg:svgBlip xmlns:asvg="http://schemas.microsoft.com/office/drawing/2016/SVG/main" r:embed="rId78"/>
              </a:ext>
            </a:extLst>
          </a:blip>
          <a:stretch/>
        </p:blipFill>
        <p:spPr>
          <a:xfrm>
            <a:off x="8069400" y="4866480"/>
            <a:ext cx="220320" cy="220320"/>
          </a:xfrm>
          <a:prstGeom prst="rect">
            <a:avLst/>
          </a:prstGeom>
          <a:noFill/>
          <a:ln w="0">
            <a:noFill/>
          </a:ln>
        </p:spPr>
      </p:pic>
      <p:sp>
        <p:nvSpPr>
          <p:cNvPr id="1083" name="Rectangle 461"/>
          <p:cNvSpPr/>
          <p:nvPr/>
        </p:nvSpPr>
        <p:spPr>
          <a:xfrm>
            <a:off x="4435200" y="4538520"/>
            <a:ext cx="2404440" cy="2898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84" name="Graphique 230" descr="Badge croix contour"/>
          <p:cNvPicPr/>
          <p:nvPr/>
        </p:nvPicPr>
        <p:blipFill>
          <a:blip r:embed="rId79">
            <a:extLst>
              <a:ext uri="{96DAC541-7B7A-43D3-8B79-37D633B846F1}">
                <asvg:svgBlip xmlns:asvg="http://schemas.microsoft.com/office/drawing/2016/SVG/main" r:embed="rId80"/>
              </a:ext>
            </a:extLst>
          </a:blip>
          <a:stretch/>
        </p:blipFill>
        <p:spPr>
          <a:xfrm>
            <a:off x="5524920" y="4542480"/>
            <a:ext cx="215280" cy="215280"/>
          </a:xfrm>
          <a:prstGeom prst="rect">
            <a:avLst/>
          </a:prstGeom>
          <a:noFill/>
          <a:ln w="0">
            <a:noFill/>
          </a:ln>
        </p:spPr>
      </p:pic>
      <p:sp>
        <p:nvSpPr>
          <p:cNvPr id="1085" name="Rectangle 462"/>
          <p:cNvSpPr/>
          <p:nvPr/>
        </p:nvSpPr>
        <p:spPr>
          <a:xfrm>
            <a:off x="4431960" y="5233680"/>
            <a:ext cx="2404440" cy="2732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86" name="Graphique 172" descr="Badge croix contour"/>
          <p:cNvPicPr/>
          <p:nvPr/>
        </p:nvPicPr>
        <p:blipFill>
          <a:blip r:embed="rId81">
            <a:extLst>
              <a:ext uri="{96DAC541-7B7A-43D3-8B79-37D633B846F1}">
                <asvg:svgBlip xmlns:asvg="http://schemas.microsoft.com/office/drawing/2016/SVG/main" r:embed="rId82"/>
              </a:ext>
            </a:extLst>
          </a:blip>
          <a:stretch/>
        </p:blipFill>
        <p:spPr>
          <a:xfrm>
            <a:off x="5524920" y="5193360"/>
            <a:ext cx="215280" cy="215280"/>
          </a:xfrm>
          <a:prstGeom prst="rect">
            <a:avLst/>
          </a:prstGeom>
          <a:noFill/>
          <a:ln w="0">
            <a:noFill/>
          </a:ln>
        </p:spPr>
      </p:pic>
      <p:sp>
        <p:nvSpPr>
          <p:cNvPr id="1087" name="Rectangle 463"/>
          <p:cNvSpPr/>
          <p:nvPr/>
        </p:nvSpPr>
        <p:spPr>
          <a:xfrm>
            <a:off x="4439160" y="5850360"/>
            <a:ext cx="2396880" cy="29736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88" name="Graphique 173" descr="Badge croix contour"/>
          <p:cNvPicPr/>
          <p:nvPr/>
        </p:nvPicPr>
        <p:blipFill>
          <a:blip r:embed="rId83">
            <a:extLst>
              <a:ext uri="{96DAC541-7B7A-43D3-8B79-37D633B846F1}">
                <asvg:svgBlip xmlns:asvg="http://schemas.microsoft.com/office/drawing/2016/SVG/main" r:embed="rId84"/>
              </a:ext>
            </a:extLst>
          </a:blip>
          <a:stretch/>
        </p:blipFill>
        <p:spPr>
          <a:xfrm>
            <a:off x="5524920" y="5518800"/>
            <a:ext cx="215280" cy="215280"/>
          </a:xfrm>
          <a:prstGeom prst="rect">
            <a:avLst/>
          </a:prstGeom>
          <a:noFill/>
          <a:ln w="0">
            <a:noFill/>
          </a:ln>
        </p:spPr>
      </p:pic>
      <p:pic>
        <p:nvPicPr>
          <p:cNvPr id="1089" name="Graphique 262" descr="Badge croix contour"/>
          <p:cNvPicPr/>
          <p:nvPr/>
        </p:nvPicPr>
        <p:blipFill>
          <a:blip r:embed="rId85">
            <a:extLst>
              <a:ext uri="{96DAC541-7B7A-43D3-8B79-37D633B846F1}">
                <asvg:svgBlip xmlns:asvg="http://schemas.microsoft.com/office/drawing/2016/SVG/main" r:embed="rId86"/>
              </a:ext>
            </a:extLst>
          </a:blip>
          <a:stretch/>
        </p:blipFill>
        <p:spPr>
          <a:xfrm>
            <a:off x="5524920" y="5844600"/>
            <a:ext cx="215280" cy="215280"/>
          </a:xfrm>
          <a:prstGeom prst="rect">
            <a:avLst/>
          </a:prstGeom>
          <a:noFill/>
          <a:ln w="0">
            <a:noFill/>
          </a:ln>
        </p:spPr>
      </p:pic>
      <p:sp>
        <p:nvSpPr>
          <p:cNvPr id="1090" name="Rectangle 464"/>
          <p:cNvSpPr/>
          <p:nvPr/>
        </p:nvSpPr>
        <p:spPr>
          <a:xfrm>
            <a:off x="7005600" y="5850360"/>
            <a:ext cx="2396880" cy="29736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91" name="Graphique 392" descr="Badge croix contour"/>
          <p:cNvPicPr/>
          <p:nvPr/>
        </p:nvPicPr>
        <p:blipFill>
          <a:blip r:embed="rId87">
            <a:extLst>
              <a:ext uri="{96DAC541-7B7A-43D3-8B79-37D633B846F1}">
                <asvg:svgBlip xmlns:asvg="http://schemas.microsoft.com/office/drawing/2016/SVG/main" r:embed="rId88"/>
              </a:ext>
            </a:extLst>
          </a:blip>
          <a:stretch/>
        </p:blipFill>
        <p:spPr>
          <a:xfrm>
            <a:off x="8071920" y="5847840"/>
            <a:ext cx="215280" cy="215280"/>
          </a:xfrm>
          <a:prstGeom prst="rect">
            <a:avLst/>
          </a:prstGeom>
          <a:noFill/>
          <a:ln w="0">
            <a:noFill/>
          </a:ln>
        </p:spPr>
      </p:pic>
      <p:sp>
        <p:nvSpPr>
          <p:cNvPr id="1092" name="Rectangle 465"/>
          <p:cNvSpPr/>
          <p:nvPr/>
        </p:nvSpPr>
        <p:spPr>
          <a:xfrm>
            <a:off x="7004520" y="5206320"/>
            <a:ext cx="2396880" cy="29736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93" name="Graphique 460" descr="Badge Tick1 contour"/>
          <p:cNvPicPr/>
          <p:nvPr/>
        </p:nvPicPr>
        <p:blipFill>
          <a:blip r:embed="rId89">
            <a:extLst>
              <a:ext uri="{96DAC541-7B7A-43D3-8B79-37D633B846F1}">
                <asvg:svgBlip xmlns:asvg="http://schemas.microsoft.com/office/drawing/2016/SVG/main" r:embed="rId90"/>
              </a:ext>
            </a:extLst>
          </a:blip>
          <a:stretch/>
        </p:blipFill>
        <p:spPr>
          <a:xfrm>
            <a:off x="8069400" y="5195160"/>
            <a:ext cx="220320" cy="220320"/>
          </a:xfrm>
          <a:prstGeom prst="rect">
            <a:avLst/>
          </a:prstGeom>
          <a:noFill/>
          <a:ln w="0">
            <a:noFill/>
          </a:ln>
        </p:spPr>
      </p:pic>
      <p:sp>
        <p:nvSpPr>
          <p:cNvPr id="1094" name="Rectangle 466"/>
          <p:cNvSpPr/>
          <p:nvPr/>
        </p:nvSpPr>
        <p:spPr>
          <a:xfrm>
            <a:off x="7002360" y="4525920"/>
            <a:ext cx="2396880" cy="29736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95" name="Graphique 458" descr="Badge Tick1 contour"/>
          <p:cNvPicPr/>
          <p:nvPr/>
        </p:nvPicPr>
        <p:blipFill>
          <a:blip r:embed="rId91">
            <a:extLst>
              <a:ext uri="{96DAC541-7B7A-43D3-8B79-37D633B846F1}">
                <asvg:svgBlip xmlns:asvg="http://schemas.microsoft.com/office/drawing/2016/SVG/main" r:embed="rId92"/>
              </a:ext>
            </a:extLst>
          </a:blip>
          <a:stretch/>
        </p:blipFill>
        <p:spPr>
          <a:xfrm>
            <a:off x="8069400" y="4537440"/>
            <a:ext cx="220320" cy="220320"/>
          </a:xfrm>
          <a:prstGeom prst="rect">
            <a:avLst/>
          </a:prstGeom>
          <a:noFill/>
          <a:ln w="0">
            <a:noFill/>
          </a:ln>
        </p:spPr>
      </p:pic>
      <p:sp>
        <p:nvSpPr>
          <p:cNvPr id="1096" name="Rectangle 467"/>
          <p:cNvSpPr/>
          <p:nvPr/>
        </p:nvSpPr>
        <p:spPr>
          <a:xfrm>
            <a:off x="9531000" y="4533840"/>
            <a:ext cx="2394720" cy="2696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97" name="Graphique 450" descr="Badge Tick1 contour"/>
          <p:cNvPicPr/>
          <p:nvPr/>
        </p:nvPicPr>
        <p:blipFill>
          <a:blip r:embed="rId93">
            <a:extLst>
              <a:ext uri="{96DAC541-7B7A-43D3-8B79-37D633B846F1}">
                <asvg:svgBlip xmlns:asvg="http://schemas.microsoft.com/office/drawing/2016/SVG/main" r:embed="rId94"/>
              </a:ext>
            </a:extLst>
          </a:blip>
          <a:stretch/>
        </p:blipFill>
        <p:spPr>
          <a:xfrm>
            <a:off x="10607760" y="4516200"/>
            <a:ext cx="220320" cy="220320"/>
          </a:xfrm>
          <a:prstGeom prst="rect">
            <a:avLst/>
          </a:prstGeom>
          <a:noFill/>
          <a:ln w="0">
            <a:noFill/>
          </a:ln>
        </p:spPr>
      </p:pic>
      <p:sp>
        <p:nvSpPr>
          <p:cNvPr id="1098" name="Rectangle 468"/>
          <p:cNvSpPr/>
          <p:nvPr/>
        </p:nvSpPr>
        <p:spPr>
          <a:xfrm>
            <a:off x="9531000" y="5216400"/>
            <a:ext cx="2394720" cy="26964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099" name="Graphique 452" descr="Badge Tick1 contour"/>
          <p:cNvPicPr/>
          <p:nvPr/>
        </p:nvPicPr>
        <p:blipFill>
          <a:blip r:embed="rId95">
            <a:extLst>
              <a:ext uri="{96DAC541-7B7A-43D3-8B79-37D633B846F1}">
                <asvg:svgBlip xmlns:asvg="http://schemas.microsoft.com/office/drawing/2016/SVG/main" r:embed="rId96"/>
              </a:ext>
            </a:extLst>
          </a:blip>
          <a:stretch/>
        </p:blipFill>
        <p:spPr>
          <a:xfrm>
            <a:off x="10607760" y="5169240"/>
            <a:ext cx="220320" cy="220320"/>
          </a:xfrm>
          <a:prstGeom prst="rect">
            <a:avLst/>
          </a:prstGeom>
          <a:noFill/>
          <a:ln w="0">
            <a:noFill/>
          </a:ln>
        </p:spPr>
      </p:pic>
      <p:sp>
        <p:nvSpPr>
          <p:cNvPr id="1100" name="Rectangle 469"/>
          <p:cNvSpPr/>
          <p:nvPr/>
        </p:nvSpPr>
        <p:spPr>
          <a:xfrm>
            <a:off x="9534600" y="5858280"/>
            <a:ext cx="2394720" cy="2797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000000"/>
              </a:solidFill>
              <a:effectLst/>
              <a:uFillTx/>
              <a:latin typeface="Calibri"/>
            </a:endParaRPr>
          </a:p>
        </p:txBody>
      </p:sp>
      <p:pic>
        <p:nvPicPr>
          <p:cNvPr id="1101" name="Graphique 454" descr="Badge Tick1 contour"/>
          <p:cNvPicPr/>
          <p:nvPr/>
        </p:nvPicPr>
        <p:blipFill>
          <a:blip r:embed="rId97">
            <a:extLst>
              <a:ext uri="{96DAC541-7B7A-43D3-8B79-37D633B846F1}">
                <asvg:svgBlip xmlns:asvg="http://schemas.microsoft.com/office/drawing/2016/SVG/main" r:embed="rId98"/>
              </a:ext>
            </a:extLst>
          </a:blip>
          <a:stretch/>
        </p:blipFill>
        <p:spPr>
          <a:xfrm>
            <a:off x="10607760" y="5822280"/>
            <a:ext cx="220320" cy="220320"/>
          </a:xfrm>
          <a:prstGeom prst="rect">
            <a:avLst/>
          </a:prstGeom>
          <a:noFill/>
          <a:ln w="0">
            <a:noFill/>
          </a:ln>
        </p:spPr>
      </p:pic>
      <p:pic>
        <p:nvPicPr>
          <p:cNvPr id="1102" name="Image 10"/>
          <p:cNvPicPr/>
          <p:nvPr/>
        </p:nvPicPr>
        <p:blipFill>
          <a:blip r:embed="rId99"/>
          <a:srcRect l="6977" t="15323" r="11033" b="22448"/>
          <a:stretch/>
        </p:blipFill>
        <p:spPr>
          <a:xfrm>
            <a:off x="69120" y="6516360"/>
            <a:ext cx="439920" cy="3337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lumMod val="40000"/>
            <a:lumOff val="60000"/>
          </a:schemeClr>
        </a:solidFill>
      </p:bgPr>
    </p:bg>
    <p:spTree>
      <p:nvGrpSpPr>
        <p:cNvPr id="1" name=""/>
        <p:cNvGrpSpPr/>
        <p:nvPr/>
      </p:nvGrpSpPr>
      <p:grpSpPr>
        <a:xfrm>
          <a:off x="0" y="0"/>
          <a:ext cx="0" cy="0"/>
          <a:chOff x="0" y="0"/>
          <a:chExt cx="0" cy="0"/>
        </a:xfrm>
      </p:grpSpPr>
      <p:grpSp>
        <p:nvGrpSpPr>
          <p:cNvPr id="1103" name="Group 1"/>
          <p:cNvGrpSpPr/>
          <p:nvPr/>
        </p:nvGrpSpPr>
        <p:grpSpPr>
          <a:xfrm>
            <a:off x="4477680" y="1511640"/>
            <a:ext cx="3504960" cy="3504960"/>
            <a:chOff x="4477680" y="1511640"/>
            <a:chExt cx="3504960" cy="3504960"/>
          </a:xfrm>
        </p:grpSpPr>
        <p:grpSp>
          <p:nvGrpSpPr>
            <p:cNvPr id="1104" name="Group 25"/>
            <p:cNvGrpSpPr/>
            <p:nvPr/>
          </p:nvGrpSpPr>
          <p:grpSpPr>
            <a:xfrm>
              <a:off x="4477680" y="1511640"/>
              <a:ext cx="3504960" cy="3504960"/>
              <a:chOff x="4477680" y="1511640"/>
              <a:chExt cx="3504960" cy="3504960"/>
            </a:xfrm>
          </p:grpSpPr>
          <p:sp>
            <p:nvSpPr>
              <p:cNvPr id="1105" name="Oval 4"/>
              <p:cNvSpPr/>
              <p:nvPr/>
            </p:nvSpPr>
            <p:spPr>
              <a:xfrm>
                <a:off x="4477680" y="1511640"/>
                <a:ext cx="3504960" cy="3504960"/>
              </a:xfrm>
              <a:prstGeom prst="ellipse">
                <a:avLst/>
              </a:prstGeom>
              <a:noFill/>
              <a:ln w="76200">
                <a:solidFill>
                  <a:srgbClr val="C00000"/>
                </a:solidFill>
              </a:ln>
            </p:spPr>
            <p:style>
              <a:lnRef idx="2">
                <a:schemeClr val="accent1">
                  <a:shade val="50000"/>
                </a:schemeClr>
              </a:lnRef>
              <a:fillRef idx="1">
                <a:schemeClr val="accent1"/>
              </a:fillRef>
              <a:effectRef idx="0">
                <a:schemeClr val="accent1"/>
              </a:effectRef>
              <a:fontRef idx="minor"/>
            </p:style>
            <p:txBody>
              <a:bodyPr lIns="0" tIns="1645920" rIns="0" bIns="182880" anchor="ctr">
                <a:noAutofit/>
              </a:bodyPr>
              <a:p>
                <a:pPr algn="ctr" defTabSz="914400">
                  <a:lnSpc>
                    <a:spcPct val="95000"/>
                  </a:lnSpc>
                  <a:spcBef>
                    <a:spcPts val="300"/>
                  </a:spcBef>
                  <a:tabLst>
                    <a:tab pos="0" algn="l"/>
                  </a:tabLst>
                </a:pPr>
                <a:r>
                  <a:rPr lang="fr-FR" sz="2400" b="1" u="none" strike="noStrike">
                    <a:solidFill>
                      <a:srgbClr val="000000"/>
                    </a:solidFill>
                    <a:effectLst/>
                    <a:uFillTx/>
                    <a:latin typeface="Calibri"/>
                    <a:ea typeface="Calibri"/>
                  </a:rPr>
                  <a:t>Consistent </a:t>
                </a:r>
                <a:endParaRPr lang="en-US" sz="2400" b="0" u="none" strike="noStrike">
                  <a:solidFill>
                    <a:srgbClr val="000000"/>
                  </a:solidFill>
                  <a:effectLst/>
                  <a:uFillTx/>
                  <a:latin typeface="Arial"/>
                </a:endParaRPr>
              </a:p>
              <a:p>
                <a:pPr algn="ctr" defTabSz="914400">
                  <a:lnSpc>
                    <a:spcPct val="95000"/>
                  </a:lnSpc>
                  <a:spcBef>
                    <a:spcPts val="300"/>
                  </a:spcBef>
                  <a:tabLst>
                    <a:tab pos="0" algn="l"/>
                  </a:tabLst>
                </a:pPr>
                <a:r>
                  <a:rPr lang="fr-FR" sz="2400" b="1" u="none" strike="noStrike">
                    <a:solidFill>
                      <a:srgbClr val="000000"/>
                    </a:solidFill>
                    <a:effectLst/>
                    <a:uFillTx/>
                    <a:latin typeface="Calibri"/>
                    <a:ea typeface="Calibri"/>
                  </a:rPr>
                  <a:t>Web Security</a:t>
                </a:r>
                <a:endParaRPr lang="en-US" sz="2400" b="0" u="none" strike="noStrike">
                  <a:solidFill>
                    <a:srgbClr val="000000"/>
                  </a:solidFill>
                  <a:effectLst/>
                  <a:uFillTx/>
                  <a:latin typeface="Arial"/>
                </a:endParaRPr>
              </a:p>
            </p:txBody>
          </p:sp>
          <p:sp>
            <p:nvSpPr>
              <p:cNvPr id="1106" name="Freeform: Shape 13"/>
              <p:cNvSpPr/>
              <p:nvPr/>
            </p:nvSpPr>
            <p:spPr>
              <a:xfrm>
                <a:off x="6478920" y="2372040"/>
                <a:ext cx="2880" cy="4320"/>
              </a:xfrm>
              <a:custGeom>
                <a:avLst/>
                <a:gdLst>
                  <a:gd name="textAreaLeft" fmla="*/ 0 w 2880"/>
                  <a:gd name="textAreaRight" fmla="*/ 3240 w 2880"/>
                  <a:gd name="textAreaTop" fmla="*/ 0 h 4320"/>
                  <a:gd name="textAreaBottom" fmla="*/ 4680 h 4320"/>
                  <a:gd name="GluePoint1X" fmla="*/ 3117 w 3116"/>
                  <a:gd name="GluePoint1Y" fmla="*/ 4593 h 4593"/>
                  <a:gd name="GluePoint2X" fmla="*/ 0 w 3116"/>
                  <a:gd name="GluePoint2Y" fmla="*/ 0 h 4593"/>
                  <a:gd name="GluePoint3X" fmla="*/ 3117 w 3116"/>
                  <a:gd name="GluePoint3Y" fmla="*/ 4593 h 4593"/>
                  <a:gd name="GluePoint4X" fmla="*/ 3117 w 3116"/>
                  <a:gd name="GluePoint4Y" fmla="*/ 4593 h 459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16" h="4593">
                    <a:moveTo>
                      <a:pt x="3117" y="4593"/>
                    </a:moveTo>
                    <a:lnTo>
                      <a:pt x="0" y="0"/>
                    </a:lnTo>
                    <a:lnTo>
                      <a:pt x="3117" y="4593"/>
                    </a:lnTo>
                    <a:lnTo>
                      <a:pt x="3117" y="4593"/>
                    </a:lnTo>
                    <a:close/>
                  </a:path>
                </a:pathLst>
              </a:custGeom>
              <a:solidFill>
                <a:schemeClr val="bg1"/>
              </a:solidFill>
              <a:ln w="8186">
                <a:noFill/>
              </a:ln>
            </p:spPr>
            <p:style>
              <a:lnRef idx="0"/>
              <a:fillRef idx="0"/>
              <a:effectRef idx="0"/>
              <a:fontRef idx="minor"/>
            </p:style>
            <p:txBody>
              <a:bodyPr lIns="90000" tIns="-40320" rIns="90000" bIns="-40320" anchor="ctr">
                <a:noAutofit/>
              </a:bodyPr>
              <a:p>
                <a:pPr/>
                <a:endParaRPr lang="fr-FR" sz="1800" b="0" u="none" strike="noStrike">
                  <a:solidFill>
                    <a:srgbClr val="000000"/>
                  </a:solidFill>
                  <a:effectLst/>
                  <a:uFillTx/>
                  <a:latin typeface="Calibri"/>
                </a:endParaRPr>
              </a:p>
            </p:txBody>
          </p:sp>
        </p:grpSp>
        <p:pic>
          <p:nvPicPr>
            <p:cNvPr id="1107" name="Picture 255"/>
            <p:cNvPicPr/>
            <p:nvPr/>
          </p:nvPicPr>
          <p:blipFill>
            <a:blip r:embed="rId1">
              <a:extLst>
                <a:ext uri="{96DAC541-7B7A-43D3-8B79-37D633B846F1}">
                  <asvg:svgBlip xmlns:asvg="http://schemas.microsoft.com/office/drawing/2016/SVG/main" r:embed="rId2"/>
                </a:ext>
              </a:extLst>
            </a:blip>
            <a:stretch/>
          </p:blipFill>
          <p:spPr>
            <a:xfrm>
              <a:off x="5452920" y="1938240"/>
              <a:ext cx="1554120" cy="1553400"/>
            </a:xfrm>
            <a:prstGeom prst="rect">
              <a:avLst/>
            </a:prstGeom>
            <a:noFill/>
            <a:ln w="0">
              <a:noFill/>
            </a:ln>
          </p:spPr>
        </p:pic>
      </p:grpSp>
      <p:sp>
        <p:nvSpPr>
          <p:cNvPr id="1108" name="Oval 32"/>
          <p:cNvSpPr/>
          <p:nvPr/>
        </p:nvSpPr>
        <p:spPr>
          <a:xfrm>
            <a:off x="4350600" y="1352880"/>
            <a:ext cx="3759120" cy="372168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grpSp>
        <p:nvGrpSpPr>
          <p:cNvPr id="1109" name="Group 27"/>
          <p:cNvGrpSpPr/>
          <p:nvPr/>
        </p:nvGrpSpPr>
        <p:grpSpPr>
          <a:xfrm>
            <a:off x="837000" y="1575720"/>
            <a:ext cx="3531240" cy="4939200"/>
            <a:chOff x="837000" y="1575720"/>
            <a:chExt cx="3531240" cy="4939200"/>
          </a:xfrm>
        </p:grpSpPr>
        <p:sp>
          <p:nvSpPr>
            <p:cNvPr id="1110" name="Arc 94"/>
            <p:cNvSpPr/>
            <p:nvPr/>
          </p:nvSpPr>
          <p:spPr>
            <a:xfrm>
              <a:off x="840240" y="1575720"/>
              <a:ext cx="3524760" cy="3524760"/>
            </a:xfrm>
            <a:prstGeom prst="arc">
              <a:avLst>
                <a:gd name="adj1" fmla="val 10796820"/>
                <a:gd name="adj2" fmla="val 0"/>
              </a:avLst>
            </a:prstGeom>
            <a:solidFill>
              <a:schemeClr val="bg1"/>
            </a:solidFill>
            <a:ln w="15875">
              <a:noFill/>
            </a:ln>
          </p:spPr>
          <p:style>
            <a:lnRef idx="1">
              <a:schemeClr val="accent1"/>
            </a:lnRef>
            <a:fillRef idx="0">
              <a:schemeClr val="accent1"/>
            </a:fillRef>
            <a:effectRef idx="0">
              <a:schemeClr val="accent1"/>
            </a:effectRef>
            <a:fontRef idx="minor"/>
          </p:style>
          <p:txBody>
            <a:bodyPr lIns="90000" tIns="45000" rIns="90000" bIns="45000" anchor="ctr">
              <a:noAutofit/>
            </a:bodyPr>
            <a:p>
              <a:pPr/>
              <a:endParaRPr lang="fr-FR" sz="1800" b="0" u="none" strike="noStrike">
                <a:solidFill>
                  <a:srgbClr val="000000"/>
                </a:solidFill>
                <a:effectLst/>
                <a:uFillTx/>
                <a:latin typeface="Calibri"/>
              </a:endParaRPr>
            </a:p>
          </p:txBody>
        </p:sp>
        <p:sp>
          <p:nvSpPr>
            <p:cNvPr id="1111" name="Rectangle 95"/>
            <p:cNvSpPr/>
            <p:nvPr/>
          </p:nvSpPr>
          <p:spPr>
            <a:xfrm>
              <a:off x="837000" y="3312360"/>
              <a:ext cx="3531240" cy="3202560"/>
            </a:xfrm>
            <a:prstGeom prst="rect">
              <a:avLst/>
            </a:prstGeom>
            <a:gradFill rotWithShape="0">
              <a:gsLst>
                <a:gs pos="22000">
                  <a:srgbClr val="FFFFFF"/>
                </a:gs>
                <a:gs pos="100000">
                  <a:srgbClr val="FFFFFF">
                    <a:alpha val="0"/>
                  </a:srgbClr>
                </a:gs>
              </a:gsLst>
              <a:lin ang="5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12" name="Oval 116"/>
            <p:cNvSpPr/>
            <p:nvPr/>
          </p:nvSpPr>
          <p:spPr>
            <a:xfrm>
              <a:off x="1257480" y="1997280"/>
              <a:ext cx="2690640" cy="2690640"/>
            </a:xfrm>
            <a:prstGeom prst="ellipse">
              <a:avLst/>
            </a:prstGeom>
            <a:solidFill>
              <a:srgbClr val="EC8C0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13" name="Oval 117"/>
            <p:cNvSpPr/>
            <p:nvPr/>
          </p:nvSpPr>
          <p:spPr>
            <a:xfrm>
              <a:off x="1560960" y="2299320"/>
              <a:ext cx="2083320" cy="2086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14" name="Text Placeholder 3"/>
            <p:cNvSpPr/>
            <p:nvPr/>
          </p:nvSpPr>
          <p:spPr>
            <a:xfrm>
              <a:off x="1648800" y="3062520"/>
              <a:ext cx="1907280" cy="559800"/>
            </a:xfrm>
            <a:prstGeom prst="rect">
              <a:avLst/>
            </a:prstGeom>
            <a:noFill/>
            <a:ln w="0">
              <a:noFill/>
            </a:ln>
          </p:spPr>
          <p:style>
            <a:lnRef idx="0"/>
            <a:fillRef idx="0"/>
            <a:effectRef idx="0"/>
            <a:fontRef idx="minor"/>
          </p:style>
          <p:txBody>
            <a:bodyPr lIns="45720" rIns="45720" anchor="ctr">
              <a:spAutoFit/>
            </a:bodyPr>
            <a:p>
              <a:pPr algn="ctr" defTabSz="914400">
                <a:lnSpc>
                  <a:spcPct val="95000"/>
                </a:lnSpc>
                <a:tabLst>
                  <a:tab pos="0" algn="l"/>
                </a:tabLst>
              </a:pPr>
              <a:r>
                <a:rPr lang="fr-FR" sz="1600" b="1" u="none" strike="noStrike">
                  <a:solidFill>
                    <a:srgbClr val="000000"/>
                  </a:solidFill>
                  <a:effectLst/>
                  <a:uFillTx/>
                  <a:latin typeface="Calibri"/>
                  <a:ea typeface="Calibri"/>
                </a:rPr>
                <a:t>Ingénieurs cybersécurité</a:t>
              </a:r>
              <a:endParaRPr lang="en-US" sz="1600" b="0" u="none" strike="noStrike">
                <a:solidFill>
                  <a:srgbClr val="000000"/>
                </a:solidFill>
                <a:effectLst/>
                <a:uFillTx/>
                <a:latin typeface="Arial"/>
              </a:endParaRPr>
            </a:p>
          </p:txBody>
        </p:sp>
      </p:grpSp>
      <p:grpSp>
        <p:nvGrpSpPr>
          <p:cNvPr id="1115" name="Group 28"/>
          <p:cNvGrpSpPr/>
          <p:nvPr/>
        </p:nvGrpSpPr>
        <p:grpSpPr>
          <a:xfrm>
            <a:off x="784080" y="1353960"/>
            <a:ext cx="7304760" cy="4522680"/>
            <a:chOff x="784080" y="1353960"/>
            <a:chExt cx="7304760" cy="4522680"/>
          </a:xfrm>
        </p:grpSpPr>
        <p:grpSp>
          <p:nvGrpSpPr>
            <p:cNvPr id="1116" name="Group 2"/>
            <p:cNvGrpSpPr/>
            <p:nvPr/>
          </p:nvGrpSpPr>
          <p:grpSpPr>
            <a:xfrm>
              <a:off x="4338720" y="1353960"/>
              <a:ext cx="3750120" cy="3738600"/>
              <a:chOff x="4338720" y="1353960"/>
              <a:chExt cx="3750120" cy="3738600"/>
            </a:xfrm>
          </p:grpSpPr>
          <p:sp>
            <p:nvSpPr>
              <p:cNvPr id="1117" name="Rectangle 148"/>
              <p:cNvSpPr/>
              <p:nvPr/>
            </p:nvSpPr>
            <p:spPr>
              <a:xfrm rot="10800000">
                <a:off x="4338720" y="1353600"/>
                <a:ext cx="3750120" cy="2084760"/>
              </a:xfrm>
              <a:prstGeom prst="rect">
                <a:avLst/>
              </a:prstGeom>
              <a:gradFill rotWithShape="0">
                <a:gsLst>
                  <a:gs pos="0">
                    <a:srgbClr val="FFFFFF"/>
                  </a:gs>
                  <a:gs pos="97000">
                    <a:srgbClr val="E1E1E1"/>
                  </a:gs>
                </a:gsLst>
                <a:lin ang="162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18" name="Arc 149"/>
              <p:cNvSpPr/>
              <p:nvPr/>
            </p:nvSpPr>
            <p:spPr>
              <a:xfrm rot="10800000">
                <a:off x="4375080" y="1567800"/>
                <a:ext cx="3666240" cy="3524760"/>
              </a:xfrm>
              <a:prstGeom prst="arc">
                <a:avLst>
                  <a:gd name="adj1" fmla="val 10796820"/>
                  <a:gd name="adj2" fmla="val 0"/>
                </a:avLst>
              </a:prstGeom>
              <a:solidFill>
                <a:schemeClr val="bg1"/>
              </a:solidFill>
              <a:ln w="15875">
                <a:noFill/>
              </a:ln>
            </p:spPr>
            <p:style>
              <a:lnRef idx="1">
                <a:schemeClr val="accent1"/>
              </a:lnRef>
              <a:fillRef idx="0">
                <a:schemeClr val="accent1"/>
              </a:fillRef>
              <a:effectRef idx="0">
                <a:schemeClr val="accent1"/>
              </a:effectRef>
              <a:fontRef idx="minor"/>
            </p:style>
            <p:txBody>
              <a:bodyPr lIns="90000" tIns="45000" rIns="90000" bIns="45000" anchor="ctr">
                <a:noAutofit/>
              </a:bodyPr>
              <a:p>
                <a:pPr/>
                <a:endParaRPr lang="fr-FR" sz="1800" b="0" u="none" strike="noStrike">
                  <a:solidFill>
                    <a:srgbClr val="000000"/>
                  </a:solidFill>
                  <a:effectLst/>
                  <a:uFillTx/>
                  <a:latin typeface="Calibri"/>
                </a:endParaRPr>
              </a:p>
            </p:txBody>
          </p:sp>
        </p:grpSp>
        <p:sp>
          <p:nvSpPr>
            <p:cNvPr id="1119" name="Oval 111"/>
            <p:cNvSpPr/>
            <p:nvPr/>
          </p:nvSpPr>
          <p:spPr>
            <a:xfrm>
              <a:off x="4869000" y="2008800"/>
              <a:ext cx="2690640" cy="2690640"/>
            </a:xfrm>
            <a:prstGeom prst="ellipse">
              <a:avLst/>
            </a:prstGeom>
            <a:solidFill>
              <a:srgbClr val="000066"/>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20" name="Oval 112"/>
            <p:cNvSpPr/>
            <p:nvPr/>
          </p:nvSpPr>
          <p:spPr>
            <a:xfrm>
              <a:off x="5172480" y="2310840"/>
              <a:ext cx="2083320" cy="2086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21" name="Content Placeholder 3"/>
            <p:cNvSpPr/>
            <p:nvPr/>
          </p:nvSpPr>
          <p:spPr>
            <a:xfrm>
              <a:off x="784080" y="5322960"/>
              <a:ext cx="3431880" cy="553680"/>
            </a:xfrm>
            <a:prstGeom prst="rect">
              <a:avLst/>
            </a:prstGeom>
            <a:noFill/>
            <a:ln w="0">
              <a:noFill/>
            </a:ln>
          </p:spPr>
          <p:style>
            <a:lnRef idx="0"/>
            <a:fillRef idx="0"/>
            <a:effectRef idx="0"/>
            <a:fontRef idx="minor"/>
          </p:style>
          <p:txBody>
            <a:bodyPr lIns="45720" rIns="45720" anchor="t">
              <a:spAutoFit/>
            </a:bodyPr>
            <a:p>
              <a:pPr marL="122040" indent="-122040" algn="ctr" defTabSz="914400">
                <a:lnSpc>
                  <a:spcPts val="1800"/>
                </a:lnSpc>
                <a:spcBef>
                  <a:spcPts val="1001"/>
                </a:spcBef>
                <a:tabLst>
                  <a:tab pos="0" algn="l"/>
                </a:tabLst>
              </a:pPr>
              <a:r>
                <a:rPr lang="fr-FR" sz="1800" b="1" u="none" strike="noStrike">
                  <a:solidFill>
                    <a:schemeClr val="dk2">
                      <a:lumMod val="50000"/>
                    </a:schemeClr>
                  </a:solidFill>
                  <a:effectLst/>
                  <a:uFillTx/>
                  <a:latin typeface="Calibri"/>
                  <a:ea typeface="Calibri"/>
                </a:rPr>
                <a:t>Experts aguerris, garants de la protection de vos actifs critiques.</a:t>
              </a:r>
              <a:endParaRPr lang="en-US" sz="1800" b="0" u="none" strike="noStrike">
                <a:solidFill>
                  <a:srgbClr val="000000"/>
                </a:solidFill>
                <a:effectLst/>
                <a:uFillTx/>
                <a:latin typeface="Arial"/>
              </a:endParaRPr>
            </a:p>
          </p:txBody>
        </p:sp>
        <p:sp>
          <p:nvSpPr>
            <p:cNvPr id="1122" name="Text Placeholder 3"/>
            <p:cNvSpPr/>
            <p:nvPr/>
          </p:nvSpPr>
          <p:spPr>
            <a:xfrm>
              <a:off x="5405400" y="3074040"/>
              <a:ext cx="1617480" cy="559800"/>
            </a:xfrm>
            <a:prstGeom prst="rect">
              <a:avLst/>
            </a:prstGeom>
            <a:noFill/>
            <a:ln w="0">
              <a:noFill/>
            </a:ln>
          </p:spPr>
          <p:style>
            <a:lnRef idx="0"/>
            <a:fillRef idx="0"/>
            <a:effectRef idx="0"/>
            <a:fontRef idx="minor"/>
          </p:style>
          <p:txBody>
            <a:bodyPr lIns="45720" rIns="45720" anchor="ctr">
              <a:spAutoFit/>
            </a:bodyPr>
            <a:p>
              <a:pPr algn="ctr" defTabSz="914400">
                <a:lnSpc>
                  <a:spcPct val="95000"/>
                </a:lnSpc>
                <a:tabLst>
                  <a:tab pos="0" algn="l"/>
                </a:tabLst>
              </a:pPr>
              <a:r>
                <a:rPr lang="fr-FR" sz="1600" b="1" u="none" strike="noStrike">
                  <a:solidFill>
                    <a:srgbClr val="000000"/>
                  </a:solidFill>
                  <a:effectLst/>
                  <a:uFillTx/>
                  <a:latin typeface="Calibri"/>
                  <a:ea typeface="Calibri"/>
                </a:rPr>
                <a:t>Architectes Système &amp; Cloud</a:t>
              </a:r>
              <a:endParaRPr lang="en-US" sz="1600" b="0" u="none" strike="noStrike">
                <a:solidFill>
                  <a:srgbClr val="000000"/>
                </a:solidFill>
                <a:effectLst/>
                <a:uFillTx/>
                <a:latin typeface="Arial"/>
              </a:endParaRPr>
            </a:p>
          </p:txBody>
        </p:sp>
      </p:grpSp>
      <p:grpSp>
        <p:nvGrpSpPr>
          <p:cNvPr id="1123" name="Group 30"/>
          <p:cNvGrpSpPr/>
          <p:nvPr/>
        </p:nvGrpSpPr>
        <p:grpSpPr>
          <a:xfrm>
            <a:off x="8035200" y="1575720"/>
            <a:ext cx="3532680" cy="4939200"/>
            <a:chOff x="8035200" y="1575720"/>
            <a:chExt cx="3532680" cy="4939200"/>
          </a:xfrm>
        </p:grpSpPr>
        <p:sp>
          <p:nvSpPr>
            <p:cNvPr id="1124" name="Rectangle 65"/>
            <p:cNvSpPr/>
            <p:nvPr/>
          </p:nvSpPr>
          <p:spPr>
            <a:xfrm>
              <a:off x="8036640" y="3312360"/>
              <a:ext cx="3531240" cy="3202560"/>
            </a:xfrm>
            <a:prstGeom prst="rect">
              <a:avLst/>
            </a:prstGeom>
            <a:gradFill rotWithShape="0">
              <a:gsLst>
                <a:gs pos="22000">
                  <a:srgbClr val="FFFFFF"/>
                </a:gs>
                <a:gs pos="100000">
                  <a:srgbClr val="FFFFFF">
                    <a:alpha val="0"/>
                  </a:srgbClr>
                </a:gs>
              </a:gsLst>
              <a:lin ang="540000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grpSp>
          <p:nvGrpSpPr>
            <p:cNvPr id="1125" name="Group 29"/>
            <p:cNvGrpSpPr/>
            <p:nvPr/>
          </p:nvGrpSpPr>
          <p:grpSpPr>
            <a:xfrm>
              <a:off x="8035200" y="1575720"/>
              <a:ext cx="3524760" cy="4292640"/>
              <a:chOff x="8035200" y="1575720"/>
              <a:chExt cx="3524760" cy="4292640"/>
            </a:xfrm>
          </p:grpSpPr>
          <p:sp>
            <p:nvSpPr>
              <p:cNvPr id="1126" name="Arc 47"/>
              <p:cNvSpPr/>
              <p:nvPr/>
            </p:nvSpPr>
            <p:spPr>
              <a:xfrm>
                <a:off x="8035200" y="1575720"/>
                <a:ext cx="3524760" cy="3524760"/>
              </a:xfrm>
              <a:prstGeom prst="arc">
                <a:avLst>
                  <a:gd name="adj1" fmla="val 10796820"/>
                  <a:gd name="adj2" fmla="val 0"/>
                </a:avLst>
              </a:prstGeom>
              <a:solidFill>
                <a:schemeClr val="bg1"/>
              </a:solidFill>
              <a:ln w="15875">
                <a:noFill/>
              </a:ln>
            </p:spPr>
            <p:style>
              <a:lnRef idx="1">
                <a:schemeClr val="accent1"/>
              </a:lnRef>
              <a:fillRef idx="0">
                <a:schemeClr val="accent1"/>
              </a:fillRef>
              <a:effectRef idx="0">
                <a:schemeClr val="accent1"/>
              </a:effectRef>
              <a:fontRef idx="minor"/>
            </p:style>
            <p:txBody>
              <a:bodyPr lIns="90000" tIns="45000" rIns="90000" bIns="45000" anchor="ctr">
                <a:noAutofit/>
              </a:bodyPr>
              <a:p>
                <a:pPr/>
                <a:endParaRPr lang="fr-FR" sz="1800" b="0" u="none" strike="noStrike">
                  <a:solidFill>
                    <a:srgbClr val="000000"/>
                  </a:solidFill>
                  <a:effectLst/>
                  <a:uFillTx/>
                  <a:latin typeface="Calibri"/>
                </a:endParaRPr>
              </a:p>
            </p:txBody>
          </p:sp>
          <p:sp>
            <p:nvSpPr>
              <p:cNvPr id="1127" name="Oval 106"/>
              <p:cNvSpPr/>
              <p:nvPr/>
            </p:nvSpPr>
            <p:spPr>
              <a:xfrm>
                <a:off x="8452080" y="1997280"/>
                <a:ext cx="2690640" cy="2690640"/>
              </a:xfrm>
              <a:prstGeom prst="ellipse">
                <a:avLst/>
              </a:prstGeom>
              <a:solidFill>
                <a:srgbClr val="42200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28" name="Oval 107"/>
              <p:cNvSpPr/>
              <p:nvPr/>
            </p:nvSpPr>
            <p:spPr>
              <a:xfrm>
                <a:off x="8755560" y="2299320"/>
                <a:ext cx="2083320" cy="2086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29" name="Text Placeholder 3"/>
              <p:cNvSpPr/>
              <p:nvPr/>
            </p:nvSpPr>
            <p:spPr>
              <a:xfrm>
                <a:off x="8953560" y="2828520"/>
                <a:ext cx="1737360" cy="1027440"/>
              </a:xfrm>
              <a:prstGeom prst="rect">
                <a:avLst/>
              </a:prstGeom>
              <a:noFill/>
              <a:ln w="0">
                <a:noFill/>
              </a:ln>
            </p:spPr>
            <p:style>
              <a:lnRef idx="0"/>
              <a:fillRef idx="0"/>
              <a:effectRef idx="0"/>
              <a:fontRef idx="minor"/>
            </p:style>
            <p:txBody>
              <a:bodyPr lIns="45720" rIns="45720" anchor="ctr">
                <a:spAutoFit/>
              </a:bodyPr>
              <a:p>
                <a:pPr algn="ctr" defTabSz="914400">
                  <a:lnSpc>
                    <a:spcPct val="95000"/>
                  </a:lnSpc>
                  <a:tabLst>
                    <a:tab pos="0" algn="l"/>
                  </a:tabLst>
                </a:pPr>
                <a:r>
                  <a:rPr lang="fr-FR" sz="1600" b="1" u="none" strike="noStrike">
                    <a:solidFill>
                      <a:srgbClr val="000000"/>
                    </a:solidFill>
                    <a:effectLst/>
                    <a:uFillTx/>
                    <a:latin typeface="Calibri"/>
                    <a:ea typeface="Calibri"/>
                  </a:rPr>
                  <a:t>Experts gouvernance IT &amp; transformation digitale </a:t>
                </a:r>
                <a:endParaRPr lang="en-US" sz="1600" b="0" u="none" strike="noStrike">
                  <a:solidFill>
                    <a:srgbClr val="000000"/>
                  </a:solidFill>
                  <a:effectLst/>
                  <a:uFillTx/>
                  <a:latin typeface="Arial"/>
                </a:endParaRPr>
              </a:p>
            </p:txBody>
          </p:sp>
          <p:sp>
            <p:nvSpPr>
              <p:cNvPr id="1130" name="Content Placeholder 3"/>
              <p:cNvSpPr/>
              <p:nvPr/>
            </p:nvSpPr>
            <p:spPr>
              <a:xfrm>
                <a:off x="8041320" y="5250240"/>
                <a:ext cx="3456720" cy="618120"/>
              </a:xfrm>
              <a:prstGeom prst="rect">
                <a:avLst/>
              </a:prstGeom>
              <a:noFill/>
              <a:ln w="0">
                <a:noFill/>
              </a:ln>
            </p:spPr>
            <p:style>
              <a:lnRef idx="0"/>
              <a:fillRef idx="0"/>
              <a:effectRef idx="0"/>
              <a:fontRef idx="minor"/>
            </p:style>
            <p:txBody>
              <a:bodyPr lIns="45720" rIns="45720" anchor="t">
                <a:spAutoFit/>
              </a:bodyPr>
              <a:p>
                <a:pPr algn="ctr" defTabSz="914400">
                  <a:lnSpc>
                    <a:spcPct val="95000"/>
                  </a:lnSpc>
                  <a:spcBef>
                    <a:spcPts val="601"/>
                  </a:spcBef>
                  <a:tabLst>
                    <a:tab pos="0" algn="l"/>
                  </a:tabLst>
                </a:pPr>
                <a:r>
                  <a:rPr lang="fr-FR" sz="1800" b="1" u="none" strike="noStrike">
                    <a:solidFill>
                      <a:schemeClr val="dk2">
                        <a:lumMod val="50000"/>
                      </a:schemeClr>
                    </a:solidFill>
                    <a:effectLst/>
                    <a:uFillTx/>
                    <a:latin typeface="Calibri"/>
                    <a:ea typeface="Calibri"/>
                  </a:rPr>
                  <a:t>Orchestre la stratégie IT pour une transformation durable et alignée.</a:t>
                </a:r>
                <a:endParaRPr lang="en-US" sz="1800" b="0" u="none" strike="noStrike">
                  <a:solidFill>
                    <a:srgbClr val="000000"/>
                  </a:solidFill>
                  <a:effectLst/>
                  <a:uFillTx/>
                  <a:latin typeface="Arial"/>
                </a:endParaRPr>
              </a:p>
            </p:txBody>
          </p:sp>
        </p:grpSp>
      </p:grpSp>
      <p:sp>
        <p:nvSpPr>
          <p:cNvPr id="1131" name="Content Placeholder 3"/>
          <p:cNvSpPr/>
          <p:nvPr/>
        </p:nvSpPr>
        <p:spPr>
          <a:xfrm>
            <a:off x="4734720" y="5246280"/>
            <a:ext cx="2922840" cy="354960"/>
          </a:xfrm>
          <a:prstGeom prst="rect">
            <a:avLst/>
          </a:prstGeom>
          <a:noFill/>
          <a:ln w="0">
            <a:noFill/>
          </a:ln>
        </p:spPr>
        <p:style>
          <a:lnRef idx="0"/>
          <a:fillRef idx="0"/>
          <a:effectRef idx="0"/>
          <a:fontRef idx="minor"/>
        </p:style>
        <p:txBody>
          <a:bodyPr lIns="45720" rIns="45720" anchor="t">
            <a:spAutoFit/>
          </a:bodyPr>
          <a:p>
            <a:pPr algn="ctr" defTabSz="914400">
              <a:lnSpc>
                <a:spcPct val="95000"/>
              </a:lnSpc>
              <a:spcBef>
                <a:spcPts val="601"/>
              </a:spcBef>
              <a:tabLst>
                <a:tab pos="0" algn="l"/>
              </a:tabLst>
            </a:pPr>
            <a:r>
              <a:rPr lang="fr-FR" sz="1800" b="0" u="none" strike="noStrike">
                <a:solidFill>
                  <a:srgbClr val="000000"/>
                </a:solidFill>
                <a:effectLst/>
                <a:uFillTx/>
                <a:latin typeface="Calibri"/>
                <a:ea typeface="Calibri"/>
              </a:rPr>
              <a:t>Secure Remote Users </a:t>
            </a:r>
            <a:endParaRPr lang="en-US" sz="1800" b="0" u="none" strike="noStrike">
              <a:solidFill>
                <a:srgbClr val="000000"/>
              </a:solidFill>
              <a:effectLst/>
              <a:uFillTx/>
              <a:latin typeface="Arial"/>
            </a:endParaRPr>
          </a:p>
        </p:txBody>
      </p:sp>
      <p:sp>
        <p:nvSpPr>
          <p:cNvPr id="1132" name="Rounded Rectangle 34"/>
          <p:cNvSpPr/>
          <p:nvPr/>
        </p:nvSpPr>
        <p:spPr>
          <a:xfrm>
            <a:off x="4884840" y="5169600"/>
            <a:ext cx="2690640" cy="1013760"/>
          </a:xfrm>
          <a:prstGeom prst="roundRect">
            <a:avLst>
              <a:gd name="adj" fmla="val 16667"/>
            </a:avLst>
          </a:prstGeom>
          <a:no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33" name="Rounded Rectangle 35"/>
          <p:cNvSpPr/>
          <p:nvPr/>
        </p:nvSpPr>
        <p:spPr>
          <a:xfrm>
            <a:off x="4426920" y="5191920"/>
            <a:ext cx="3561480" cy="107712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34" name="TextBox 5"/>
          <p:cNvSpPr/>
          <p:nvPr/>
        </p:nvSpPr>
        <p:spPr>
          <a:xfrm>
            <a:off x="4298760" y="5276520"/>
            <a:ext cx="3807000" cy="590400"/>
          </a:xfrm>
          <a:prstGeom prst="rect">
            <a:avLst/>
          </a:prstGeom>
          <a:noFill/>
          <a:ln w="0">
            <a:noFill/>
          </a:ln>
        </p:spPr>
        <p:style>
          <a:lnRef idx="0"/>
          <a:fillRef idx="0"/>
          <a:effectRef idx="0"/>
          <a:fontRef idx="minor"/>
        </p:style>
        <p:txBody>
          <a:bodyPr numCol="1" spcCol="0" horzOverflow="overflow" anchor="t">
            <a:spAutoFit/>
          </a:bodyPr>
          <a:p>
            <a:pPr algn="ctr" defTabSz="457200">
              <a:lnSpc>
                <a:spcPct val="90000"/>
              </a:lnSpc>
              <a:spcBef>
                <a:spcPts val="300"/>
              </a:spcBef>
              <a:tabLst>
                <a:tab pos="0" algn="l"/>
              </a:tabLst>
            </a:pPr>
            <a:r>
              <a:rPr lang="fr-FR" sz="1800" b="1" u="none" spc="-51" strike="noStrike">
                <a:solidFill>
                  <a:schemeClr val="dk2">
                    <a:lumMod val="50000"/>
                  </a:schemeClr>
                </a:solidFill>
                <a:effectLst/>
                <a:uFillTx/>
                <a:latin typeface="Calibri"/>
                <a:ea typeface="Calibri"/>
              </a:rPr>
              <a:t>Des experts cloud pour des architectures agiles et sécurisées.</a:t>
            </a:r>
            <a:endParaRPr lang="en-US" sz="1800" b="0" u="none" strike="noStrike">
              <a:solidFill>
                <a:srgbClr val="000000"/>
              </a:solidFill>
              <a:effectLst/>
              <a:uFillTx/>
              <a:latin typeface="Arial"/>
            </a:endParaRPr>
          </a:p>
        </p:txBody>
      </p:sp>
      <p:grpSp>
        <p:nvGrpSpPr>
          <p:cNvPr id="1135" name="Group 31"/>
          <p:cNvGrpSpPr/>
          <p:nvPr/>
        </p:nvGrpSpPr>
        <p:grpSpPr>
          <a:xfrm>
            <a:off x="756000" y="1566720"/>
            <a:ext cx="10883880" cy="3533760"/>
            <a:chOff x="756000" y="1566720"/>
            <a:chExt cx="10883880" cy="3533760"/>
          </a:xfrm>
        </p:grpSpPr>
        <p:grpSp>
          <p:nvGrpSpPr>
            <p:cNvPr id="1136" name="Group 118"/>
            <p:cNvGrpSpPr/>
            <p:nvPr/>
          </p:nvGrpSpPr>
          <p:grpSpPr>
            <a:xfrm>
              <a:off x="756000" y="1575720"/>
              <a:ext cx="3693240" cy="3524760"/>
              <a:chOff x="756000" y="1575720"/>
              <a:chExt cx="3693240" cy="3524760"/>
            </a:xfrm>
          </p:grpSpPr>
          <p:sp>
            <p:nvSpPr>
              <p:cNvPr id="1137" name="Arc 119"/>
              <p:cNvSpPr/>
              <p:nvPr/>
            </p:nvSpPr>
            <p:spPr>
              <a:xfrm>
                <a:off x="839880" y="1575720"/>
                <a:ext cx="3524760" cy="3524760"/>
              </a:xfrm>
              <a:prstGeom prst="arc">
                <a:avLst>
                  <a:gd name="adj1" fmla="val 10796820"/>
                  <a:gd name="adj2" fmla="val 0"/>
                </a:avLst>
              </a:prstGeom>
              <a:noFill/>
              <a:ln w="15875">
                <a:solidFill>
                  <a:srgbClr val="42200A"/>
                </a:solidFill>
                <a:prstDash val="dash"/>
              </a:ln>
            </p:spPr>
            <p:style>
              <a:lnRef idx="1">
                <a:schemeClr val="accent1"/>
              </a:lnRef>
              <a:fillRef idx="0">
                <a:schemeClr val="accent1"/>
              </a:fillRef>
              <a:effectRef idx="0">
                <a:schemeClr val="accent1"/>
              </a:effectRef>
              <a:fontRef idx="minor"/>
            </p:style>
            <p:txBody>
              <a:bodyPr lIns="90000" tIns="45000" rIns="90000" bIns="45000" anchor="ctr">
                <a:noAutofit/>
              </a:bodyPr>
              <a:p>
                <a:pPr/>
                <a:endParaRPr lang="fr-FR" sz="1800" b="0" u="none" strike="noStrike">
                  <a:solidFill>
                    <a:srgbClr val="000000"/>
                  </a:solidFill>
                  <a:effectLst/>
                  <a:uFillTx/>
                  <a:latin typeface="Calibri"/>
                </a:endParaRPr>
              </a:p>
            </p:txBody>
          </p:sp>
          <p:sp>
            <p:nvSpPr>
              <p:cNvPr id="1138" name="Oval 120"/>
              <p:cNvSpPr/>
              <p:nvPr/>
            </p:nvSpPr>
            <p:spPr>
              <a:xfrm>
                <a:off x="756000" y="3228480"/>
                <a:ext cx="167760" cy="167760"/>
              </a:xfrm>
              <a:prstGeom prst="ellipse">
                <a:avLst/>
              </a:prstGeom>
              <a:solidFill>
                <a:srgbClr val="42200A"/>
              </a:solidFill>
              <a:ln>
                <a:solidFill>
                  <a:srgbClr val="42200A"/>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39" name="Oval 121"/>
              <p:cNvSpPr/>
              <p:nvPr/>
            </p:nvSpPr>
            <p:spPr>
              <a:xfrm>
                <a:off x="4281480" y="3228480"/>
                <a:ext cx="167760" cy="167760"/>
              </a:xfrm>
              <a:prstGeom prst="ellipse">
                <a:avLst/>
              </a:prstGeom>
              <a:solidFill>
                <a:srgbClr val="42200A"/>
              </a:solidFill>
              <a:ln>
                <a:solidFill>
                  <a:srgbClr val="42200A"/>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grpSp>
        <p:grpSp>
          <p:nvGrpSpPr>
            <p:cNvPr id="1140" name="Group 26"/>
            <p:cNvGrpSpPr/>
            <p:nvPr/>
          </p:nvGrpSpPr>
          <p:grpSpPr>
            <a:xfrm>
              <a:off x="4375080" y="1566720"/>
              <a:ext cx="3742920" cy="3524760"/>
              <a:chOff x="4375080" y="1566720"/>
              <a:chExt cx="3742920" cy="3524760"/>
            </a:xfrm>
          </p:grpSpPr>
          <p:sp>
            <p:nvSpPr>
              <p:cNvPr id="1141" name="Arc 123"/>
              <p:cNvSpPr/>
              <p:nvPr/>
            </p:nvSpPr>
            <p:spPr>
              <a:xfrm rot="10800000">
                <a:off x="4375080" y="1566720"/>
                <a:ext cx="3671640" cy="3524760"/>
              </a:xfrm>
              <a:prstGeom prst="arc">
                <a:avLst>
                  <a:gd name="adj1" fmla="val 10796820"/>
                  <a:gd name="adj2" fmla="val 21469506"/>
                </a:avLst>
              </a:prstGeom>
              <a:noFill/>
              <a:ln w="15875">
                <a:solidFill>
                  <a:srgbClr val="9063CD"/>
                </a:solidFill>
                <a:prstDash val="dash"/>
              </a:ln>
            </p:spPr>
            <p:style>
              <a:lnRef idx="1">
                <a:schemeClr val="accent1"/>
              </a:lnRef>
              <a:fillRef idx="0">
                <a:schemeClr val="accent1"/>
              </a:fillRef>
              <a:effectRef idx="0">
                <a:schemeClr val="accent1"/>
              </a:effectRef>
              <a:fontRef idx="minor"/>
            </p:style>
            <p:txBody>
              <a:bodyPr lIns="90000" tIns="45000" rIns="90000" bIns="45000" anchor="ctr">
                <a:noAutofit/>
              </a:bodyPr>
              <a:p>
                <a:pPr/>
                <a:endParaRPr lang="fr-FR" sz="1800" b="0" u="none" strike="noStrike">
                  <a:solidFill>
                    <a:srgbClr val="000000"/>
                  </a:solidFill>
                  <a:effectLst/>
                  <a:uFillTx/>
                  <a:latin typeface="Calibri"/>
                </a:endParaRPr>
              </a:p>
            </p:txBody>
          </p:sp>
          <p:sp>
            <p:nvSpPr>
              <p:cNvPr id="1142" name="Oval 124"/>
              <p:cNvSpPr/>
              <p:nvPr/>
            </p:nvSpPr>
            <p:spPr>
              <a:xfrm>
                <a:off x="7950240" y="3244320"/>
                <a:ext cx="167760" cy="1677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grpSp>
        <p:grpSp>
          <p:nvGrpSpPr>
            <p:cNvPr id="1143" name="Group 125"/>
            <p:cNvGrpSpPr/>
            <p:nvPr/>
          </p:nvGrpSpPr>
          <p:grpSpPr>
            <a:xfrm>
              <a:off x="8037720" y="1575720"/>
              <a:ext cx="3602160" cy="3524760"/>
              <a:chOff x="8037720" y="1575720"/>
              <a:chExt cx="3602160" cy="3524760"/>
            </a:xfrm>
          </p:grpSpPr>
          <p:sp>
            <p:nvSpPr>
              <p:cNvPr id="1144" name="Arc 126"/>
              <p:cNvSpPr/>
              <p:nvPr/>
            </p:nvSpPr>
            <p:spPr>
              <a:xfrm>
                <a:off x="8037720" y="1575720"/>
                <a:ext cx="3524760" cy="3524760"/>
              </a:xfrm>
              <a:prstGeom prst="arc">
                <a:avLst>
                  <a:gd name="adj1" fmla="val 10975431"/>
                  <a:gd name="adj2" fmla="val 0"/>
                </a:avLst>
              </a:prstGeom>
              <a:noFill/>
              <a:ln w="15875">
                <a:solidFill>
                  <a:srgbClr val="F7941D"/>
                </a:solidFill>
                <a:prstDash val="dash"/>
              </a:ln>
            </p:spPr>
            <p:style>
              <a:lnRef idx="1">
                <a:schemeClr val="accent1"/>
              </a:lnRef>
              <a:fillRef idx="0">
                <a:schemeClr val="accent1"/>
              </a:fillRef>
              <a:effectRef idx="0">
                <a:schemeClr val="accent1"/>
              </a:effectRef>
              <a:fontRef idx="minor"/>
            </p:style>
            <p:txBody>
              <a:bodyPr lIns="90000" tIns="45000" rIns="90000" bIns="45000" anchor="ctr">
                <a:noAutofit/>
              </a:bodyPr>
              <a:p>
                <a:pPr/>
                <a:endParaRPr lang="fr-FR" sz="1800" b="0" u="none" strike="noStrike">
                  <a:solidFill>
                    <a:srgbClr val="000000"/>
                  </a:solidFill>
                  <a:effectLst/>
                  <a:uFillTx/>
                  <a:latin typeface="Calibri"/>
                </a:endParaRPr>
              </a:p>
            </p:txBody>
          </p:sp>
          <p:sp>
            <p:nvSpPr>
              <p:cNvPr id="1145" name="Oval 127"/>
              <p:cNvSpPr/>
              <p:nvPr/>
            </p:nvSpPr>
            <p:spPr>
              <a:xfrm>
                <a:off x="11472120" y="3228480"/>
                <a:ext cx="167760" cy="167760"/>
              </a:xfrm>
              <a:prstGeom prst="ellipse">
                <a:avLst/>
              </a:prstGeom>
              <a:solidFill>
                <a:srgbClr val="F7941D"/>
              </a:solidFill>
              <a:ln>
                <a:solidFill>
                  <a:srgbClr val="F7941D"/>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grpSp>
      </p:grpSp>
      <p:sp>
        <p:nvSpPr>
          <p:cNvPr id="1146" name="Title 1"/>
          <p:cNvSpPr/>
          <p:nvPr/>
        </p:nvSpPr>
        <p:spPr>
          <a:xfrm>
            <a:off x="944640" y="264960"/>
            <a:ext cx="9632520" cy="534600"/>
          </a:xfrm>
          <a:prstGeom prst="rect">
            <a:avLst/>
          </a:prstGeom>
          <a:noFill/>
          <a:ln w="0">
            <a:noFill/>
          </a:ln>
        </p:spPr>
        <p:style>
          <a:lnRef idx="0"/>
          <a:fillRef idx="0"/>
          <a:effectRef idx="0"/>
          <a:fontRef idx="minor"/>
        </p:style>
        <p:txBody>
          <a:bodyPr lIns="90000" tIns="45000" rIns="90000" bIns="45000" anchor="t">
            <a:noAutofit/>
          </a:bodyPr>
          <a:p>
            <a:pPr defTabSz="914400">
              <a:lnSpc>
                <a:spcPct val="90000"/>
              </a:lnSpc>
              <a:tabLst>
                <a:tab pos="0" algn="l"/>
              </a:tabLst>
            </a:pPr>
            <a:r>
              <a:rPr lang="fr-FR" sz="4000" b="1" u="none" strike="noStrike">
                <a:solidFill>
                  <a:srgbClr val="000000"/>
                </a:solidFill>
                <a:effectLst/>
                <a:uFillTx/>
                <a:latin typeface="Calibri"/>
                <a:ea typeface="Calibri"/>
              </a:rPr>
              <a:t>Notre équipe d’experts</a:t>
            </a:r>
            <a:endParaRPr lang="en-US" sz="4000" b="0" u="none" strike="noStrike">
              <a:solidFill>
                <a:srgbClr val="000000"/>
              </a:solidFill>
              <a:effectLst/>
              <a:uFillTx/>
              <a:latin typeface="Arial"/>
            </a:endParaRPr>
          </a:p>
        </p:txBody>
      </p:sp>
      <p:pic>
        <p:nvPicPr>
          <p:cNvPr id="1147" name="Graphic 46"/>
          <p:cNvPicPr/>
          <p:nvPr/>
        </p:nvPicPr>
        <p:blipFill>
          <a:blip r:embed="rId3">
            <a:extLst>
              <a:ext uri="{96DAC541-7B7A-43D3-8B79-37D633B846F1}">
                <asvg:svgBlip xmlns:asvg="http://schemas.microsoft.com/office/drawing/2016/SVG/main" r:embed="rId4"/>
              </a:ext>
            </a:extLst>
          </a:blip>
          <a:stretch/>
        </p:blipFill>
        <p:spPr>
          <a:xfrm rot="5400000">
            <a:off x="35640" y="1063080"/>
            <a:ext cx="1546920" cy="105840"/>
          </a:xfrm>
          <a:prstGeom prst="rect">
            <a:avLst/>
          </a:prstGeom>
          <a:noFill/>
          <a:ln w="0">
            <a:noFill/>
          </a:ln>
        </p:spPr>
      </p:pic>
      <p:sp>
        <p:nvSpPr>
          <p:cNvPr id="1148" name="TextBox 48"/>
          <p:cNvSpPr/>
          <p:nvPr/>
        </p:nvSpPr>
        <p:spPr>
          <a:xfrm>
            <a:off x="1047600" y="801000"/>
            <a:ext cx="5959440" cy="369000"/>
          </a:xfrm>
          <a:prstGeom prst="rect">
            <a:avLst/>
          </a:prstGeom>
          <a:noFill/>
          <a:ln w="0">
            <a:noFill/>
          </a:ln>
        </p:spPr>
        <p:style>
          <a:lnRef idx="0"/>
          <a:fillRef idx="0"/>
          <a:effectRef idx="0"/>
          <a:fontRef idx="minor"/>
        </p:style>
        <p:txBody>
          <a:bodyPr lIns="0" tIns="45000" rIns="90000" bIns="45000" anchor="t">
            <a:spAutoFit/>
          </a:bodyPr>
          <a:p>
            <a:pPr defTabSz="914400">
              <a:lnSpc>
                <a:spcPct val="100000"/>
              </a:lnSpc>
              <a:tabLst>
                <a:tab pos="0" algn="l"/>
              </a:tabLst>
            </a:pPr>
            <a:r>
              <a:rPr lang="fr-FR" sz="1800" b="1" u="none" strike="noStrike">
                <a:solidFill>
                  <a:srgbClr val="595959"/>
                </a:solidFill>
                <a:effectLst/>
                <a:uFillTx/>
                <a:latin typeface="Calibri"/>
                <a:ea typeface="Calibri"/>
              </a:rPr>
              <a:t>Une synergie de compétences au service de vos ambitions </a:t>
            </a:r>
            <a:endParaRPr lang="en-US" sz="1800" b="0" u="none" strike="noStrike">
              <a:solidFill>
                <a:srgbClr val="000000"/>
              </a:solidFill>
              <a:effectLst/>
              <a:uFillTx/>
              <a:latin typeface="Arial"/>
            </a:endParaRPr>
          </a:p>
        </p:txBody>
      </p:sp>
    </p:spTree>
  </p:cSld>
  <p:transition spd="slow">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lumMod val="40000"/>
            <a:lumOff val="60000"/>
          </a:schemeClr>
        </a:solidFill>
      </p:bgPr>
    </p:bg>
    <p:spTree>
      <p:nvGrpSpPr>
        <p:cNvPr id="1" name=""/>
        <p:cNvGrpSpPr/>
        <p:nvPr/>
      </p:nvGrpSpPr>
      <p:grpSpPr>
        <a:xfrm>
          <a:off x="0" y="0"/>
          <a:ext cx="0" cy="0"/>
          <a:chOff x="0" y="0"/>
          <a:chExt cx="0" cy="0"/>
        </a:xfrm>
      </p:grpSpPr>
      <p:sp>
        <p:nvSpPr>
          <p:cNvPr id="1149" name="Rectangle 9"/>
          <p:cNvSpPr/>
          <p:nvPr/>
        </p:nvSpPr>
        <p:spPr>
          <a:xfrm>
            <a:off x="343080" y="3229920"/>
            <a:ext cx="6886080" cy="657000"/>
          </a:xfrm>
          <a:prstGeom prst="rect">
            <a:avLst/>
          </a:prstGeom>
          <a:gradFill rotWithShape="0">
            <a:gsLst>
              <a:gs pos="50000">
                <a:srgbClr val="FFFFFF"/>
              </a:gs>
              <a:gs pos="100000">
                <a:srgbClr val="FFFFFF">
                  <a:alpha val="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FFFFFF"/>
              </a:solidFill>
              <a:effectLst/>
              <a:uFillTx/>
              <a:latin typeface="Calibri"/>
            </a:endParaRPr>
          </a:p>
        </p:txBody>
      </p:sp>
      <p:pic>
        <p:nvPicPr>
          <p:cNvPr id="1150" name="Graphic 46"/>
          <p:cNvPicPr/>
          <p:nvPr/>
        </p:nvPicPr>
        <p:blipFill>
          <a:blip r:embed="rId1">
            <a:extLst>
              <a:ext uri="{96DAC541-7B7A-43D3-8B79-37D633B846F1}">
                <asvg:svgBlip xmlns:asvg="http://schemas.microsoft.com/office/drawing/2016/SVG/main" r:embed="rId2"/>
              </a:ext>
            </a:extLst>
          </a:blip>
          <a:stretch/>
        </p:blipFill>
        <p:spPr>
          <a:xfrm rot="5400000">
            <a:off x="149400" y="747720"/>
            <a:ext cx="1210320" cy="116280"/>
          </a:xfrm>
          <a:prstGeom prst="rect">
            <a:avLst/>
          </a:prstGeom>
          <a:noFill/>
          <a:ln w="0">
            <a:noFill/>
          </a:ln>
        </p:spPr>
      </p:pic>
      <p:grpSp>
        <p:nvGrpSpPr>
          <p:cNvPr id="1151" name="Group 56"/>
          <p:cNvGrpSpPr/>
          <p:nvPr/>
        </p:nvGrpSpPr>
        <p:grpSpPr>
          <a:xfrm>
            <a:off x="343080" y="4063680"/>
            <a:ext cx="6886080" cy="657000"/>
            <a:chOff x="343080" y="4063680"/>
            <a:chExt cx="6886080" cy="657000"/>
          </a:xfrm>
        </p:grpSpPr>
        <p:sp>
          <p:nvSpPr>
            <p:cNvPr id="1152" name="Rectangle 58"/>
            <p:cNvSpPr/>
            <p:nvPr/>
          </p:nvSpPr>
          <p:spPr>
            <a:xfrm>
              <a:off x="343080" y="4063680"/>
              <a:ext cx="6886080" cy="657000"/>
            </a:xfrm>
            <a:prstGeom prst="rect">
              <a:avLst/>
            </a:prstGeom>
            <a:gradFill rotWithShape="0">
              <a:gsLst>
                <a:gs pos="50000">
                  <a:srgbClr val="FFFFFF"/>
                </a:gs>
                <a:gs pos="100000">
                  <a:srgbClr val="FFFFFF">
                    <a:alpha val="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FFFFFF"/>
                </a:solidFill>
                <a:effectLst/>
                <a:uFillTx/>
                <a:latin typeface="Calibri"/>
              </a:endParaRPr>
            </a:p>
          </p:txBody>
        </p:sp>
        <p:sp>
          <p:nvSpPr>
            <p:cNvPr id="1153" name="TextBox 33"/>
            <p:cNvSpPr/>
            <p:nvPr/>
          </p:nvSpPr>
          <p:spPr>
            <a:xfrm>
              <a:off x="1754280" y="4173480"/>
              <a:ext cx="2791800" cy="396720"/>
            </a:xfrm>
            <a:prstGeom prst="rect">
              <a:avLst/>
            </a:prstGeom>
            <a:noFill/>
            <a:ln w="0">
              <a:noFill/>
            </a:ln>
          </p:spPr>
          <p:style>
            <a:lnRef idx="0"/>
            <a:fillRef idx="0"/>
            <a:effectRef idx="0"/>
            <a:fontRef idx="minor"/>
          </p:style>
          <p:txBody>
            <a:bodyPr lIns="90000" tIns="45000" rIns="90000" bIns="45000" anchor="ctr">
              <a:spAutoFit/>
            </a:bodyPr>
            <a:p>
              <a:pPr defTabSz="455760">
                <a:lnSpc>
                  <a:spcPct val="90000"/>
                </a:lnSpc>
                <a:spcBef>
                  <a:spcPts val="300"/>
                </a:spcBef>
                <a:tabLst>
                  <a:tab pos="0" algn="l"/>
                </a:tabLst>
              </a:pPr>
              <a:r>
                <a:rPr lang="fr-FR" sz="2200" b="1" u="none" strike="noStrike">
                  <a:solidFill>
                    <a:schemeClr val="dk2">
                      <a:lumMod val="50000"/>
                    </a:schemeClr>
                  </a:solidFill>
                  <a:effectLst/>
                  <a:uFillTx/>
                  <a:latin typeface="Calibri"/>
                  <a:ea typeface="Calibri"/>
                </a:rPr>
                <a:t>SCHIBA HOLDING</a:t>
              </a:r>
              <a:endParaRPr lang="en-US" sz="2200" b="0" u="none" strike="noStrike">
                <a:solidFill>
                  <a:srgbClr val="000000"/>
                </a:solidFill>
                <a:effectLst/>
                <a:uFillTx/>
                <a:latin typeface="Arial"/>
              </a:endParaRPr>
            </a:p>
          </p:txBody>
        </p:sp>
      </p:grpSp>
      <p:sp>
        <p:nvSpPr>
          <p:cNvPr id="1154" name="Rectangle 63"/>
          <p:cNvSpPr/>
          <p:nvPr/>
        </p:nvSpPr>
        <p:spPr>
          <a:xfrm>
            <a:off x="343080" y="4897080"/>
            <a:ext cx="6886080" cy="657000"/>
          </a:xfrm>
          <a:prstGeom prst="rect">
            <a:avLst/>
          </a:prstGeom>
          <a:gradFill rotWithShape="0">
            <a:gsLst>
              <a:gs pos="50000">
                <a:srgbClr val="FFFFFF"/>
              </a:gs>
              <a:gs pos="100000">
                <a:srgbClr val="FFFFFF">
                  <a:alpha val="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FFFFFF"/>
              </a:solidFill>
              <a:effectLst/>
              <a:uFillTx/>
              <a:latin typeface="Calibri"/>
            </a:endParaRPr>
          </a:p>
        </p:txBody>
      </p:sp>
      <p:grpSp>
        <p:nvGrpSpPr>
          <p:cNvPr id="1155" name="Group 65"/>
          <p:cNvGrpSpPr/>
          <p:nvPr/>
        </p:nvGrpSpPr>
        <p:grpSpPr>
          <a:xfrm>
            <a:off x="327240" y="1562400"/>
            <a:ext cx="6886080" cy="657000"/>
            <a:chOff x="327240" y="1562400"/>
            <a:chExt cx="6886080" cy="657000"/>
          </a:xfrm>
        </p:grpSpPr>
        <p:sp>
          <p:nvSpPr>
            <p:cNvPr id="1156" name="Rectangle 66"/>
            <p:cNvSpPr/>
            <p:nvPr/>
          </p:nvSpPr>
          <p:spPr>
            <a:xfrm>
              <a:off x="327240" y="1562400"/>
              <a:ext cx="6886080" cy="657000"/>
            </a:xfrm>
            <a:prstGeom prst="rect">
              <a:avLst/>
            </a:prstGeom>
            <a:gradFill rotWithShape="0">
              <a:gsLst>
                <a:gs pos="50000">
                  <a:srgbClr val="FFFFFF"/>
                </a:gs>
                <a:gs pos="100000">
                  <a:srgbClr val="FFFFFF">
                    <a:alpha val="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FFFFFF"/>
                </a:solidFill>
                <a:effectLst/>
                <a:uFillTx/>
                <a:latin typeface="Calibri"/>
              </a:endParaRPr>
            </a:p>
          </p:txBody>
        </p:sp>
        <p:sp>
          <p:nvSpPr>
            <p:cNvPr id="1157" name="TextBox 32"/>
            <p:cNvSpPr/>
            <p:nvPr/>
          </p:nvSpPr>
          <p:spPr>
            <a:xfrm>
              <a:off x="1171080" y="1698840"/>
              <a:ext cx="4826520" cy="369000"/>
            </a:xfrm>
            <a:prstGeom prst="rect">
              <a:avLst/>
            </a:prstGeom>
            <a:noFill/>
            <a:ln w="0">
              <a:noFill/>
            </a:ln>
          </p:spPr>
          <p:style>
            <a:lnRef idx="0"/>
            <a:fillRef idx="0"/>
            <a:effectRef idx="0"/>
            <a:fontRef idx="minor"/>
          </p:style>
          <p:txBody>
            <a:bodyPr lIns="90000" tIns="45000" rIns="90000" bIns="45000" anchor="ctr">
              <a:spAutoFit/>
            </a:bodyPr>
            <a:p>
              <a:pPr/>
              <a:endParaRPr lang="fr-FR" sz="2000" b="0" u="none" strike="noStrike">
                <a:solidFill>
                  <a:srgbClr val="000000"/>
                </a:solidFill>
                <a:effectLst/>
                <a:uFillTx/>
                <a:latin typeface="Calibri"/>
              </a:endParaRPr>
            </a:p>
          </p:txBody>
        </p:sp>
      </p:grpSp>
      <p:grpSp>
        <p:nvGrpSpPr>
          <p:cNvPr id="1158" name="Group 69"/>
          <p:cNvGrpSpPr/>
          <p:nvPr/>
        </p:nvGrpSpPr>
        <p:grpSpPr>
          <a:xfrm>
            <a:off x="343080" y="5730840"/>
            <a:ext cx="6886080" cy="657000"/>
            <a:chOff x="343080" y="5730840"/>
            <a:chExt cx="6886080" cy="657000"/>
          </a:xfrm>
        </p:grpSpPr>
        <p:sp>
          <p:nvSpPr>
            <p:cNvPr id="1159" name="Rectangle 70"/>
            <p:cNvSpPr/>
            <p:nvPr/>
          </p:nvSpPr>
          <p:spPr>
            <a:xfrm>
              <a:off x="343080" y="5730840"/>
              <a:ext cx="6886080" cy="657000"/>
            </a:xfrm>
            <a:prstGeom prst="rect">
              <a:avLst/>
            </a:prstGeom>
            <a:gradFill rotWithShape="0">
              <a:gsLst>
                <a:gs pos="50000">
                  <a:srgbClr val="FFFFFF"/>
                </a:gs>
                <a:gs pos="100000">
                  <a:srgbClr val="FFFFFF">
                    <a:alpha val="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FFFFFF"/>
                </a:solidFill>
                <a:effectLst/>
                <a:uFillTx/>
                <a:latin typeface="Calibri"/>
              </a:endParaRPr>
            </a:p>
          </p:txBody>
        </p:sp>
        <p:sp>
          <p:nvSpPr>
            <p:cNvPr id="1160" name="Freeform 52"/>
            <p:cNvSpPr/>
            <p:nvPr/>
          </p:nvSpPr>
          <p:spPr>
            <a:xfrm>
              <a:off x="573120" y="5981400"/>
              <a:ext cx="228600" cy="82800"/>
            </a:xfrm>
            <a:custGeom>
              <a:avLst/>
              <a:gdLst>
                <a:gd name="textAreaLeft" fmla="*/ 0 w 228600"/>
                <a:gd name="textAreaRight" fmla="*/ 228960 w 228600"/>
                <a:gd name="textAreaTop" fmla="*/ 0 h 82800"/>
                <a:gd name="textAreaBottom" fmla="*/ 83160 h 82800"/>
                <a:gd name="GluePoint1X" fmla="*/ 0 w 229091"/>
                <a:gd name="GluePoint1Y" fmla="*/ 0 h 128876"/>
                <a:gd name="GluePoint2X" fmla="*/ 229091 w 229091"/>
                <a:gd name="GluePoint2Y" fmla="*/ 0 h 128876"/>
                <a:gd name="GluePoint3X" fmla="*/ 229091 w 229091"/>
                <a:gd name="GluePoint3Y" fmla="*/ 128876 h 128876"/>
                <a:gd name="GluePoint4X" fmla="*/ 0 w 229091"/>
                <a:gd name="GluePoint4Y" fmla="*/ 128876 h 1288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091" h="128876">
                  <a:moveTo>
                    <a:pt x="0" y="0"/>
                  </a:moveTo>
                  <a:lnTo>
                    <a:pt x="229091" y="0"/>
                  </a:lnTo>
                  <a:lnTo>
                    <a:pt x="229091" y="128876"/>
                  </a:lnTo>
                  <a:lnTo>
                    <a:pt x="0" y="128876"/>
                  </a:lnTo>
                  <a:lnTo>
                    <a:pt x="0" y="0"/>
                  </a:lnTo>
                  <a:close/>
                </a:path>
              </a:pathLst>
            </a:custGeom>
            <a:noFill/>
            <a:ln w="0">
              <a:noFill/>
            </a:ln>
          </p:spPr>
          <p:style>
            <a:lnRef idx="0"/>
            <a:fillRef idx="0"/>
            <a:effectRef idx="0"/>
            <a:fontRef idx="minor"/>
          </p:style>
          <p:txBody>
            <a:bodyPr lIns="90000" tIns="38160" rIns="90000" bIns="38160" anchor="ctr">
              <a:noAutofit/>
            </a:bodyPr>
            <a:p>
              <a:pPr/>
              <a:endParaRPr lang="fr-FR" sz="1600" b="0" u="none" strike="noStrike">
                <a:solidFill>
                  <a:srgbClr val="000000"/>
                </a:solidFill>
                <a:effectLst/>
                <a:uFillTx/>
                <a:latin typeface="Calibri"/>
              </a:endParaRPr>
            </a:p>
          </p:txBody>
        </p:sp>
      </p:grpSp>
      <p:sp>
        <p:nvSpPr>
          <p:cNvPr id="1161" name="Oval 76"/>
          <p:cNvSpPr/>
          <p:nvPr/>
        </p:nvSpPr>
        <p:spPr>
          <a:xfrm>
            <a:off x="5940360" y="223560"/>
            <a:ext cx="7988040" cy="7988040"/>
          </a:xfrm>
          <a:prstGeom prst="ellipse">
            <a:avLst/>
          </a:prstGeom>
          <a:solidFill>
            <a:schemeClr val="tx2">
              <a:lumMod val="20000"/>
              <a:lumOff val="80000"/>
            </a:schemeClr>
          </a:solidFill>
          <a:ln w="19050">
            <a:solidFill>
              <a:srgbClr val="660033"/>
            </a:solidFill>
            <a:prstDash val="dash"/>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90000"/>
              </a:lnSpc>
              <a:spcBef>
                <a:spcPts val="300"/>
              </a:spcBef>
              <a:tabLst>
                <a:tab pos="0" algn="l"/>
              </a:tabLst>
            </a:pPr>
            <a:endParaRPr lang="fr-FR" sz="1400" b="0" u="none" strike="noStrike">
              <a:solidFill>
                <a:srgbClr val="FFFFFF"/>
              </a:solidFill>
              <a:effectLst/>
              <a:uFillTx/>
              <a:latin typeface="Calibri"/>
            </a:endParaRPr>
          </a:p>
        </p:txBody>
      </p:sp>
      <p:pic>
        <p:nvPicPr>
          <p:cNvPr id="1162" name="Image 6"/>
          <p:cNvPicPr/>
          <p:nvPr/>
        </p:nvPicPr>
        <p:blipFill>
          <a:blip r:embed="rId3"/>
          <a:stretch/>
        </p:blipFill>
        <p:spPr>
          <a:xfrm>
            <a:off x="6559200" y="400680"/>
            <a:ext cx="6444720" cy="6444720"/>
          </a:xfrm>
          <a:prstGeom prst="rect">
            <a:avLst/>
          </a:prstGeom>
          <a:noFill/>
          <a:ln w="0">
            <a:noFill/>
          </a:ln>
        </p:spPr>
      </p:pic>
      <p:sp>
        <p:nvSpPr>
          <p:cNvPr id="1163" name="PlaceHolder 1"/>
          <p:cNvSpPr>
            <a:spLocks noGrp="1"/>
          </p:cNvSpPr>
          <p:nvPr>
            <p:ph type="title"/>
          </p:nvPr>
        </p:nvSpPr>
        <p:spPr>
          <a:xfrm>
            <a:off x="962640" y="183960"/>
            <a:ext cx="7192080" cy="534600"/>
          </a:xfrm>
          <a:prstGeom prst="rect">
            <a:avLst/>
          </a:prstGeom>
          <a:noFill/>
          <a:ln w="0">
            <a:noFill/>
          </a:ln>
        </p:spPr>
        <p:txBody>
          <a:bodyPr numCol="1" spcCol="0" lIns="91440" tIns="45720" rIns="91440" bIns="45720" anchor="t">
            <a:noAutofit/>
          </a:bodyPr>
          <a:p>
            <a:pPr indent="0" algn="l" defTabSz="914400">
              <a:lnSpc>
                <a:spcPct val="100000"/>
              </a:lnSpc>
              <a:buNone/>
            </a:pPr>
            <a:r>
              <a:rPr lang="fr-FR" sz="4000" b="0" u="none" strike="noStrike">
                <a:solidFill>
                  <a:schemeClr val="dk1"/>
                </a:solidFill>
                <a:effectLst/>
                <a:uFillTx/>
                <a:latin typeface="Calibri"/>
                <a:ea typeface="Calibri"/>
              </a:rPr>
              <a:t>Ils nous font confiance</a:t>
            </a:r>
            <a:endParaRPr lang="fr-FR" sz="4000" b="0" u="none" strike="noStrike">
              <a:solidFill>
                <a:schemeClr val="dk1"/>
              </a:solidFill>
              <a:effectLst/>
              <a:uFillTx/>
              <a:latin typeface="Arial"/>
            </a:endParaRPr>
          </a:p>
        </p:txBody>
      </p:sp>
      <p:grpSp>
        <p:nvGrpSpPr>
          <p:cNvPr id="1164" name="Group 80"/>
          <p:cNvGrpSpPr/>
          <p:nvPr/>
        </p:nvGrpSpPr>
        <p:grpSpPr>
          <a:xfrm>
            <a:off x="6638760" y="1651320"/>
            <a:ext cx="2648880" cy="402840"/>
            <a:chOff x="6638760" y="1651320"/>
            <a:chExt cx="2648880" cy="402840"/>
          </a:xfrm>
        </p:grpSpPr>
        <p:sp>
          <p:nvSpPr>
            <p:cNvPr id="1165" name="Oval 81"/>
            <p:cNvSpPr/>
            <p:nvPr/>
          </p:nvSpPr>
          <p:spPr>
            <a:xfrm>
              <a:off x="6638760" y="1770480"/>
              <a:ext cx="164880" cy="164880"/>
            </a:xfrm>
            <a:prstGeom prst="ellipse">
              <a:avLst/>
            </a:prstGeom>
            <a:solidFill>
              <a:srgbClr val="31972C"/>
            </a:solidFill>
            <a:ln w="222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cxnSp>
          <p:nvCxnSpPr>
            <p:cNvPr id="1166" name="Straight Connector 82"/>
            <p:cNvCxnSpPr/>
            <p:nvPr/>
          </p:nvCxnSpPr>
          <p:spPr>
            <a:xfrm flipV="1">
              <a:off x="6794280" y="1840320"/>
              <a:ext cx="2076480" cy="1800"/>
            </a:xfrm>
            <a:prstGeom prst="straightConnector1">
              <a:avLst/>
            </a:prstGeom>
            <a:ln w="12700">
              <a:solidFill>
                <a:srgbClr val="399B34"/>
              </a:solidFill>
              <a:prstDash val="sysDash"/>
            </a:ln>
          </p:spPr>
        </p:cxnSp>
        <p:grpSp>
          <p:nvGrpSpPr>
            <p:cNvPr id="1167" name="Group 57"/>
            <p:cNvGrpSpPr/>
            <p:nvPr/>
          </p:nvGrpSpPr>
          <p:grpSpPr>
            <a:xfrm>
              <a:off x="8884800" y="1651320"/>
              <a:ext cx="402840" cy="402840"/>
              <a:chOff x="8884800" y="1651320"/>
              <a:chExt cx="402840" cy="402840"/>
            </a:xfrm>
          </p:grpSpPr>
          <p:sp>
            <p:nvSpPr>
              <p:cNvPr id="1168" name="Oval 84"/>
              <p:cNvSpPr/>
              <p:nvPr/>
            </p:nvSpPr>
            <p:spPr>
              <a:xfrm>
                <a:off x="8884800" y="1651320"/>
                <a:ext cx="402840" cy="402840"/>
              </a:xfrm>
              <a:prstGeom prst="ellipse">
                <a:avLst/>
              </a:prstGeom>
              <a:solidFill>
                <a:srgbClr val="31972C"/>
              </a:solidFill>
              <a:ln w="25400">
                <a:solidFill>
                  <a:srgbClr val="FFFFFF"/>
                </a:solidFill>
              </a:ln>
              <a:effectLst>
                <a:outerShdw algn="tl" blurRad="127080" dir="2700000" dist="126770" rotWithShape="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69" name="Freeform 2"/>
              <p:cNvSpPr/>
              <p:nvPr/>
            </p:nvSpPr>
            <p:spPr>
              <a:xfrm>
                <a:off x="8952120" y="1726920"/>
                <a:ext cx="268560" cy="227880"/>
              </a:xfrm>
              <a:custGeom>
                <a:avLst/>
                <a:gdLst>
                  <a:gd name="textAreaLeft" fmla="*/ 0 w 268560"/>
                  <a:gd name="textAreaRight" fmla="*/ 268920 w 268560"/>
                  <a:gd name="textAreaTop" fmla="*/ 0 h 227880"/>
                  <a:gd name="textAreaBottom" fmla="*/ 228240 h 227880"/>
                  <a:gd name="GluePoint1X" fmla="*/ 342194 w 18937"/>
                  <a:gd name="GluePoint1Y" fmla="*/ 42336 h 16094"/>
                  <a:gd name="GluePoint2X" fmla="*/ 342194 w 18937"/>
                  <a:gd name="GluePoint2Y" fmla="*/ 42336 h 16094"/>
                  <a:gd name="GluePoint3X" fmla="*/ 294709 w 18937"/>
                  <a:gd name="GluePoint3Y" fmla="*/ 3424 h 16094"/>
                  <a:gd name="GluePoint4X" fmla="*/ 281542 w 18937"/>
                  <a:gd name="GluePoint4Y" fmla="*/ 4578 h 16094"/>
                  <a:gd name="GluePoint5X" fmla="*/ 142493 w 18937"/>
                  <a:gd name="GluePoint5Y" fmla="*/ 174526 h 16094"/>
                  <a:gd name="GluePoint6X" fmla="*/ 129912 w 18937"/>
                  <a:gd name="GluePoint6Y" fmla="*/ 175680 h 16094"/>
                  <a:gd name="GluePoint7X" fmla="*/ 57795 w 18937"/>
                  <a:gd name="GluePoint7Y" fmla="*/ 109301 h 16094"/>
                  <a:gd name="GluePoint8X" fmla="*/ 44628 w 18937"/>
                  <a:gd name="GluePoint8Y" fmla="*/ 109869 h 16094"/>
                  <a:gd name="GluePoint9X" fmla="*/ 3425 w 18937"/>
                  <a:gd name="GluePoint9Y" fmla="*/ 154493 h 16094"/>
                  <a:gd name="GluePoint10X" fmla="*/ 4011 w 18937"/>
                  <a:gd name="GluePoint10Y" fmla="*/ 167659 h 16094"/>
                  <a:gd name="GluePoint11X" fmla="*/ 137914 w 18937"/>
                  <a:gd name="GluePoint11Y" fmla="*/ 291243 h 16094"/>
                  <a:gd name="GluePoint12X" fmla="*/ 150495 w 18937"/>
                  <a:gd name="GluePoint12Y" fmla="*/ 290675 h 16094"/>
                  <a:gd name="GluePoint13X" fmla="*/ 343348 w 18937"/>
                  <a:gd name="GluePoint13Y" fmla="*/ 54934 h 16094"/>
                  <a:gd name="GluePoint14X" fmla="*/ 342194 w 18937"/>
                  <a:gd name="GluePoint14Y" fmla="*/ 42336 h 160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8937" h="16094">
                    <a:moveTo>
                      <a:pt x="18686" y="2312"/>
                    </a:moveTo>
                    <a:lnTo>
                      <a:pt x="18686" y="2312"/>
                    </a:lnTo>
                    <a:cubicBezTo>
                      <a:pt x="16093" y="187"/>
                      <a:pt x="16093" y="187"/>
                      <a:pt x="16093" y="187"/>
                    </a:cubicBezTo>
                    <a:cubicBezTo>
                      <a:pt x="15874" y="0"/>
                      <a:pt x="15561" y="31"/>
                      <a:pt x="15374" y="250"/>
                    </a:cubicBezTo>
                    <a:cubicBezTo>
                      <a:pt x="7781" y="9531"/>
                      <a:pt x="7781" y="9531"/>
                      <a:pt x="7781" y="9531"/>
                    </a:cubicBezTo>
                    <a:cubicBezTo>
                      <a:pt x="7594" y="9749"/>
                      <a:pt x="7281" y="9780"/>
                      <a:pt x="7094" y="9594"/>
                    </a:cubicBezTo>
                    <a:cubicBezTo>
                      <a:pt x="3156" y="5969"/>
                      <a:pt x="3156" y="5969"/>
                      <a:pt x="3156" y="5969"/>
                    </a:cubicBezTo>
                    <a:cubicBezTo>
                      <a:pt x="2969" y="5781"/>
                      <a:pt x="2625" y="5781"/>
                      <a:pt x="2437" y="6000"/>
                    </a:cubicBezTo>
                    <a:cubicBezTo>
                      <a:pt x="187" y="8437"/>
                      <a:pt x="187" y="8437"/>
                      <a:pt x="187" y="8437"/>
                    </a:cubicBezTo>
                    <a:cubicBezTo>
                      <a:pt x="0" y="8656"/>
                      <a:pt x="0" y="8969"/>
                      <a:pt x="219" y="9156"/>
                    </a:cubicBezTo>
                    <a:cubicBezTo>
                      <a:pt x="7531" y="15905"/>
                      <a:pt x="7531" y="15905"/>
                      <a:pt x="7531" y="15905"/>
                    </a:cubicBezTo>
                    <a:cubicBezTo>
                      <a:pt x="7750" y="16093"/>
                      <a:pt x="8062" y="16093"/>
                      <a:pt x="8218" y="15874"/>
                    </a:cubicBezTo>
                    <a:cubicBezTo>
                      <a:pt x="18749" y="3000"/>
                      <a:pt x="18749" y="3000"/>
                      <a:pt x="18749" y="3000"/>
                    </a:cubicBezTo>
                    <a:cubicBezTo>
                      <a:pt x="18936" y="2781"/>
                      <a:pt x="18905" y="2469"/>
                      <a:pt x="18686" y="2312"/>
                    </a:cubicBezTo>
                  </a:path>
                </a:pathLst>
              </a:custGeom>
              <a:solidFill>
                <a:schemeClr val="bg1"/>
              </a:solidFill>
              <a:ln w="0">
                <a:noFill/>
              </a:ln>
            </p:spPr>
            <p:style>
              <a:lnRef idx="0"/>
              <a:fillRef idx="0"/>
              <a:effectRef idx="0"/>
              <a:fontRef idx="minor"/>
            </p:style>
            <p:txBody>
              <a:bodyPr wrap="none" lIns="90000" tIns="45000" rIns="90000" bIns="45000" anchor="ctr">
                <a:noAutofit/>
              </a:bodyPr>
              <a:p>
                <a:pPr/>
                <a:endParaRPr lang="fr-FR" sz="1800" b="0" u="none" strike="noStrike">
                  <a:solidFill>
                    <a:srgbClr val="000000"/>
                  </a:solidFill>
                  <a:effectLst/>
                  <a:uFillTx/>
                  <a:latin typeface="Calibri"/>
                </a:endParaRPr>
              </a:p>
            </p:txBody>
          </p:sp>
        </p:grpSp>
      </p:grpSp>
      <p:grpSp>
        <p:nvGrpSpPr>
          <p:cNvPr id="1170" name="Group 86"/>
          <p:cNvGrpSpPr/>
          <p:nvPr/>
        </p:nvGrpSpPr>
        <p:grpSpPr>
          <a:xfrm>
            <a:off x="5936040" y="3334320"/>
            <a:ext cx="861840" cy="402840"/>
            <a:chOff x="5936040" y="3334320"/>
            <a:chExt cx="861840" cy="402840"/>
          </a:xfrm>
        </p:grpSpPr>
        <p:sp>
          <p:nvSpPr>
            <p:cNvPr id="1171" name="Oval 87"/>
            <p:cNvSpPr/>
            <p:nvPr/>
          </p:nvSpPr>
          <p:spPr>
            <a:xfrm>
              <a:off x="5936040" y="3458160"/>
              <a:ext cx="164880" cy="164880"/>
            </a:xfrm>
            <a:prstGeom prst="ellipse">
              <a:avLst/>
            </a:prstGeom>
            <a:solidFill>
              <a:schemeClr val="tx1"/>
            </a:solidFill>
            <a:ln w="222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cxnSp>
          <p:nvCxnSpPr>
            <p:cNvPr id="1172" name="Straight Connector 88"/>
            <p:cNvCxnSpPr>
              <a:stCxn id="1171" idx="6"/>
            </p:cNvCxnSpPr>
            <p:nvPr/>
          </p:nvCxnSpPr>
          <p:spPr>
            <a:xfrm>
              <a:off x="6100920" y="3540600"/>
              <a:ext cx="316440" cy="360"/>
            </a:xfrm>
            <a:prstGeom prst="straightConnector1">
              <a:avLst/>
            </a:prstGeom>
            <a:ln w="12700">
              <a:solidFill>
                <a:srgbClr val="000000"/>
              </a:solidFill>
              <a:prstDash val="sysDash"/>
            </a:ln>
          </p:spPr>
        </p:cxnSp>
        <p:grpSp>
          <p:nvGrpSpPr>
            <p:cNvPr id="1173" name="Group 58"/>
            <p:cNvGrpSpPr/>
            <p:nvPr/>
          </p:nvGrpSpPr>
          <p:grpSpPr>
            <a:xfrm>
              <a:off x="6395040" y="3334320"/>
              <a:ext cx="402840" cy="402840"/>
              <a:chOff x="6395040" y="3334320"/>
              <a:chExt cx="402840" cy="402840"/>
            </a:xfrm>
          </p:grpSpPr>
          <p:sp>
            <p:nvSpPr>
              <p:cNvPr id="1174" name="Oval 90"/>
              <p:cNvSpPr/>
              <p:nvPr/>
            </p:nvSpPr>
            <p:spPr>
              <a:xfrm>
                <a:off x="6395040" y="3334320"/>
                <a:ext cx="402840" cy="402840"/>
              </a:xfrm>
              <a:prstGeom prst="ellipse">
                <a:avLst/>
              </a:prstGeom>
              <a:solidFill>
                <a:schemeClr val="tx1"/>
              </a:solidFill>
              <a:ln w="25400">
                <a:solidFill>
                  <a:srgbClr val="FFFFFF"/>
                </a:solidFill>
              </a:ln>
              <a:effectLst>
                <a:outerShdw algn="tl" blurRad="127080" dir="2700000" dist="126770" rotWithShape="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75" name="Freeform 2"/>
              <p:cNvSpPr/>
              <p:nvPr/>
            </p:nvSpPr>
            <p:spPr>
              <a:xfrm>
                <a:off x="6462000" y="3422520"/>
                <a:ext cx="268200" cy="227880"/>
              </a:xfrm>
              <a:custGeom>
                <a:avLst/>
                <a:gdLst>
                  <a:gd name="textAreaLeft" fmla="*/ 0 w 268200"/>
                  <a:gd name="textAreaRight" fmla="*/ 268560 w 268200"/>
                  <a:gd name="textAreaTop" fmla="*/ 0 h 227880"/>
                  <a:gd name="textAreaBottom" fmla="*/ 228240 h 227880"/>
                  <a:gd name="GluePoint1X" fmla="*/ 342194 w 18937"/>
                  <a:gd name="GluePoint1Y" fmla="*/ 42336 h 16094"/>
                  <a:gd name="GluePoint2X" fmla="*/ 342194 w 18937"/>
                  <a:gd name="GluePoint2Y" fmla="*/ 42336 h 16094"/>
                  <a:gd name="GluePoint3X" fmla="*/ 294709 w 18937"/>
                  <a:gd name="GluePoint3Y" fmla="*/ 3424 h 16094"/>
                  <a:gd name="GluePoint4X" fmla="*/ 281542 w 18937"/>
                  <a:gd name="GluePoint4Y" fmla="*/ 4578 h 16094"/>
                  <a:gd name="GluePoint5X" fmla="*/ 142493 w 18937"/>
                  <a:gd name="GluePoint5Y" fmla="*/ 174526 h 16094"/>
                  <a:gd name="GluePoint6X" fmla="*/ 129912 w 18937"/>
                  <a:gd name="GluePoint6Y" fmla="*/ 175680 h 16094"/>
                  <a:gd name="GluePoint7X" fmla="*/ 57795 w 18937"/>
                  <a:gd name="GluePoint7Y" fmla="*/ 109301 h 16094"/>
                  <a:gd name="GluePoint8X" fmla="*/ 44628 w 18937"/>
                  <a:gd name="GluePoint8Y" fmla="*/ 109869 h 16094"/>
                  <a:gd name="GluePoint9X" fmla="*/ 3425 w 18937"/>
                  <a:gd name="GluePoint9Y" fmla="*/ 154493 h 16094"/>
                  <a:gd name="GluePoint10X" fmla="*/ 4011 w 18937"/>
                  <a:gd name="GluePoint10Y" fmla="*/ 167659 h 16094"/>
                  <a:gd name="GluePoint11X" fmla="*/ 137914 w 18937"/>
                  <a:gd name="GluePoint11Y" fmla="*/ 291243 h 16094"/>
                  <a:gd name="GluePoint12X" fmla="*/ 150495 w 18937"/>
                  <a:gd name="GluePoint12Y" fmla="*/ 290675 h 16094"/>
                  <a:gd name="GluePoint13X" fmla="*/ 343348 w 18937"/>
                  <a:gd name="GluePoint13Y" fmla="*/ 54934 h 16094"/>
                  <a:gd name="GluePoint14X" fmla="*/ 342194 w 18937"/>
                  <a:gd name="GluePoint14Y" fmla="*/ 42336 h 160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8937" h="16094">
                    <a:moveTo>
                      <a:pt x="18686" y="2312"/>
                    </a:moveTo>
                    <a:lnTo>
                      <a:pt x="18686" y="2312"/>
                    </a:lnTo>
                    <a:cubicBezTo>
                      <a:pt x="16093" y="187"/>
                      <a:pt x="16093" y="187"/>
                      <a:pt x="16093" y="187"/>
                    </a:cubicBezTo>
                    <a:cubicBezTo>
                      <a:pt x="15874" y="0"/>
                      <a:pt x="15561" y="31"/>
                      <a:pt x="15374" y="250"/>
                    </a:cubicBezTo>
                    <a:cubicBezTo>
                      <a:pt x="7781" y="9531"/>
                      <a:pt x="7781" y="9531"/>
                      <a:pt x="7781" y="9531"/>
                    </a:cubicBezTo>
                    <a:cubicBezTo>
                      <a:pt x="7594" y="9749"/>
                      <a:pt x="7281" y="9780"/>
                      <a:pt x="7094" y="9594"/>
                    </a:cubicBezTo>
                    <a:cubicBezTo>
                      <a:pt x="3156" y="5969"/>
                      <a:pt x="3156" y="5969"/>
                      <a:pt x="3156" y="5969"/>
                    </a:cubicBezTo>
                    <a:cubicBezTo>
                      <a:pt x="2969" y="5781"/>
                      <a:pt x="2625" y="5781"/>
                      <a:pt x="2437" y="6000"/>
                    </a:cubicBezTo>
                    <a:cubicBezTo>
                      <a:pt x="187" y="8437"/>
                      <a:pt x="187" y="8437"/>
                      <a:pt x="187" y="8437"/>
                    </a:cubicBezTo>
                    <a:cubicBezTo>
                      <a:pt x="0" y="8656"/>
                      <a:pt x="0" y="8969"/>
                      <a:pt x="219" y="9156"/>
                    </a:cubicBezTo>
                    <a:cubicBezTo>
                      <a:pt x="7531" y="15905"/>
                      <a:pt x="7531" y="15905"/>
                      <a:pt x="7531" y="15905"/>
                    </a:cubicBezTo>
                    <a:cubicBezTo>
                      <a:pt x="7750" y="16093"/>
                      <a:pt x="8062" y="16093"/>
                      <a:pt x="8218" y="15874"/>
                    </a:cubicBezTo>
                    <a:cubicBezTo>
                      <a:pt x="18749" y="3000"/>
                      <a:pt x="18749" y="3000"/>
                      <a:pt x="18749" y="3000"/>
                    </a:cubicBezTo>
                    <a:cubicBezTo>
                      <a:pt x="18936" y="2781"/>
                      <a:pt x="18905" y="2469"/>
                      <a:pt x="18686" y="2312"/>
                    </a:cubicBezTo>
                  </a:path>
                </a:pathLst>
              </a:custGeom>
              <a:solidFill>
                <a:schemeClr val="bg1"/>
              </a:solidFill>
              <a:ln w="0">
                <a:noFill/>
              </a:ln>
            </p:spPr>
            <p:style>
              <a:lnRef idx="0"/>
              <a:fillRef idx="0"/>
              <a:effectRef idx="0"/>
              <a:fontRef idx="minor"/>
            </p:style>
            <p:txBody>
              <a:bodyPr wrap="none" lIns="90000" tIns="45000" rIns="90000" bIns="45000" anchor="ctr">
                <a:noAutofit/>
              </a:bodyPr>
              <a:p>
                <a:pPr/>
                <a:endParaRPr lang="fr-FR" sz="1800" b="0" u="none" strike="noStrike">
                  <a:solidFill>
                    <a:srgbClr val="000000"/>
                  </a:solidFill>
                  <a:effectLst/>
                  <a:uFillTx/>
                  <a:latin typeface="Calibri"/>
                </a:endParaRPr>
              </a:p>
            </p:txBody>
          </p:sp>
        </p:grpSp>
      </p:grpSp>
      <p:grpSp>
        <p:nvGrpSpPr>
          <p:cNvPr id="1176" name="Group 92"/>
          <p:cNvGrpSpPr/>
          <p:nvPr/>
        </p:nvGrpSpPr>
        <p:grpSpPr>
          <a:xfrm>
            <a:off x="5857920" y="4329000"/>
            <a:ext cx="4836600" cy="1401480"/>
            <a:chOff x="5857920" y="4329000"/>
            <a:chExt cx="4836600" cy="1401480"/>
          </a:xfrm>
        </p:grpSpPr>
        <p:sp>
          <p:nvSpPr>
            <p:cNvPr id="1177" name="Oval 93"/>
            <p:cNvSpPr/>
            <p:nvPr/>
          </p:nvSpPr>
          <p:spPr>
            <a:xfrm>
              <a:off x="5857920" y="4329000"/>
              <a:ext cx="164880" cy="164880"/>
            </a:xfrm>
            <a:prstGeom prst="ellipse">
              <a:avLst/>
            </a:prstGeom>
            <a:solidFill>
              <a:srgbClr val="002060"/>
            </a:solidFill>
            <a:ln w="222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78" name="Freeform 47"/>
            <p:cNvSpPr/>
            <p:nvPr/>
          </p:nvSpPr>
          <p:spPr>
            <a:xfrm>
              <a:off x="5954760" y="4402080"/>
              <a:ext cx="4433400" cy="1031400"/>
            </a:xfrm>
            <a:custGeom>
              <a:avLst/>
              <a:gdLst>
                <a:gd name="textAreaLeft" fmla="*/ 0 w 4433400"/>
                <a:gd name="textAreaRight" fmla="*/ 4433760 w 4433400"/>
                <a:gd name="textAreaTop" fmla="*/ 0 h 1031400"/>
                <a:gd name="textAreaBottom" fmla="*/ 1031760 h 1031400"/>
                <a:gd name="GluePoint1X" fmla="*/ 4433776 w 4433776"/>
                <a:gd name="GluePoint1Y" fmla="*/ 1031358 h 1031358"/>
                <a:gd name="GluePoint2X" fmla="*/ 3402418 w 4433776"/>
                <a:gd name="GluePoint2Y" fmla="*/ 0 h 1031358"/>
                <a:gd name="GluePoint3X" fmla="*/ 0 w 4433776"/>
                <a:gd name="GluePoint3Y" fmla="*/ 0 h 1031358"/>
              </a:gdLst>
              <a:ahLst/>
              <a:cxnLst>
                <a:cxn ang="0">
                  <a:pos x="GluePoint1X" y="GluePoint1Y"/>
                </a:cxn>
                <a:cxn ang="0">
                  <a:pos x="GluePoint2X" y="GluePoint2Y"/>
                </a:cxn>
                <a:cxn ang="0">
                  <a:pos x="GluePoint3X" y="GluePoint3Y"/>
                </a:cxn>
              </a:cxnLst>
              <a:rect l="textAreaLeft" t="textAreaTop" r="textAreaRight" b="textAreaBottom"/>
              <a:pathLst>
                <a:path w="4433776" h="1031358">
                  <a:moveTo>
                    <a:pt x="4433776" y="1031358"/>
                  </a:moveTo>
                  <a:lnTo>
                    <a:pt x="3402418" y="0"/>
                  </a:lnTo>
                  <a:lnTo>
                    <a:pt x="0" y="0"/>
                  </a:lnTo>
                </a:path>
              </a:pathLst>
            </a:custGeom>
            <a:noFill/>
            <a:ln>
              <a:solidFill>
                <a:srgbClr val="002060"/>
              </a:solidFill>
              <a:prstDash val="sysDash"/>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grpSp>
          <p:nvGrpSpPr>
            <p:cNvPr id="1179" name="Group 61"/>
            <p:cNvGrpSpPr/>
            <p:nvPr/>
          </p:nvGrpSpPr>
          <p:grpSpPr>
            <a:xfrm>
              <a:off x="10291680" y="5327640"/>
              <a:ext cx="402840" cy="402840"/>
              <a:chOff x="10291680" y="5327640"/>
              <a:chExt cx="402840" cy="402840"/>
            </a:xfrm>
          </p:grpSpPr>
          <p:sp>
            <p:nvSpPr>
              <p:cNvPr id="1180" name="Oval 96"/>
              <p:cNvSpPr/>
              <p:nvPr/>
            </p:nvSpPr>
            <p:spPr>
              <a:xfrm>
                <a:off x="10291680" y="5327640"/>
                <a:ext cx="402840" cy="402840"/>
              </a:xfrm>
              <a:prstGeom prst="ellipse">
                <a:avLst/>
              </a:prstGeom>
              <a:solidFill>
                <a:srgbClr val="002060"/>
              </a:solidFill>
              <a:ln w="25400">
                <a:solidFill>
                  <a:srgbClr val="FFFFFF"/>
                </a:solidFill>
              </a:ln>
              <a:effectLst>
                <a:outerShdw algn="tl" blurRad="127080" dir="2700000" dist="126770" rotWithShape="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81" name="Freeform 2"/>
              <p:cNvSpPr/>
              <p:nvPr/>
            </p:nvSpPr>
            <p:spPr>
              <a:xfrm>
                <a:off x="10358640" y="5415480"/>
                <a:ext cx="268560" cy="228240"/>
              </a:xfrm>
              <a:custGeom>
                <a:avLst/>
                <a:gdLst>
                  <a:gd name="textAreaLeft" fmla="*/ 0 w 268560"/>
                  <a:gd name="textAreaRight" fmla="*/ 268920 w 268560"/>
                  <a:gd name="textAreaTop" fmla="*/ 0 h 228240"/>
                  <a:gd name="textAreaBottom" fmla="*/ 228600 h 228240"/>
                  <a:gd name="GluePoint1X" fmla="*/ 342194 w 18937"/>
                  <a:gd name="GluePoint1Y" fmla="*/ 42336 h 16094"/>
                  <a:gd name="GluePoint2X" fmla="*/ 342194 w 18937"/>
                  <a:gd name="GluePoint2Y" fmla="*/ 42336 h 16094"/>
                  <a:gd name="GluePoint3X" fmla="*/ 294709 w 18937"/>
                  <a:gd name="GluePoint3Y" fmla="*/ 3424 h 16094"/>
                  <a:gd name="GluePoint4X" fmla="*/ 281542 w 18937"/>
                  <a:gd name="GluePoint4Y" fmla="*/ 4578 h 16094"/>
                  <a:gd name="GluePoint5X" fmla="*/ 142493 w 18937"/>
                  <a:gd name="GluePoint5Y" fmla="*/ 174526 h 16094"/>
                  <a:gd name="GluePoint6X" fmla="*/ 129912 w 18937"/>
                  <a:gd name="GluePoint6Y" fmla="*/ 175680 h 16094"/>
                  <a:gd name="GluePoint7X" fmla="*/ 57795 w 18937"/>
                  <a:gd name="GluePoint7Y" fmla="*/ 109301 h 16094"/>
                  <a:gd name="GluePoint8X" fmla="*/ 44628 w 18937"/>
                  <a:gd name="GluePoint8Y" fmla="*/ 109869 h 16094"/>
                  <a:gd name="GluePoint9X" fmla="*/ 3425 w 18937"/>
                  <a:gd name="GluePoint9Y" fmla="*/ 154493 h 16094"/>
                  <a:gd name="GluePoint10X" fmla="*/ 4011 w 18937"/>
                  <a:gd name="GluePoint10Y" fmla="*/ 167659 h 16094"/>
                  <a:gd name="GluePoint11X" fmla="*/ 137914 w 18937"/>
                  <a:gd name="GluePoint11Y" fmla="*/ 291243 h 16094"/>
                  <a:gd name="GluePoint12X" fmla="*/ 150495 w 18937"/>
                  <a:gd name="GluePoint12Y" fmla="*/ 290675 h 16094"/>
                  <a:gd name="GluePoint13X" fmla="*/ 343348 w 18937"/>
                  <a:gd name="GluePoint13Y" fmla="*/ 54934 h 16094"/>
                  <a:gd name="GluePoint14X" fmla="*/ 342194 w 18937"/>
                  <a:gd name="GluePoint14Y" fmla="*/ 42336 h 160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8937" h="16094">
                    <a:moveTo>
                      <a:pt x="18686" y="2312"/>
                    </a:moveTo>
                    <a:lnTo>
                      <a:pt x="18686" y="2312"/>
                    </a:lnTo>
                    <a:cubicBezTo>
                      <a:pt x="16093" y="187"/>
                      <a:pt x="16093" y="187"/>
                      <a:pt x="16093" y="187"/>
                    </a:cubicBezTo>
                    <a:cubicBezTo>
                      <a:pt x="15874" y="0"/>
                      <a:pt x="15561" y="31"/>
                      <a:pt x="15374" y="250"/>
                    </a:cubicBezTo>
                    <a:cubicBezTo>
                      <a:pt x="7781" y="9531"/>
                      <a:pt x="7781" y="9531"/>
                      <a:pt x="7781" y="9531"/>
                    </a:cubicBezTo>
                    <a:cubicBezTo>
                      <a:pt x="7594" y="9749"/>
                      <a:pt x="7281" y="9780"/>
                      <a:pt x="7094" y="9594"/>
                    </a:cubicBezTo>
                    <a:cubicBezTo>
                      <a:pt x="3156" y="5969"/>
                      <a:pt x="3156" y="5969"/>
                      <a:pt x="3156" y="5969"/>
                    </a:cubicBezTo>
                    <a:cubicBezTo>
                      <a:pt x="2969" y="5781"/>
                      <a:pt x="2625" y="5781"/>
                      <a:pt x="2437" y="6000"/>
                    </a:cubicBezTo>
                    <a:cubicBezTo>
                      <a:pt x="187" y="8437"/>
                      <a:pt x="187" y="8437"/>
                      <a:pt x="187" y="8437"/>
                    </a:cubicBezTo>
                    <a:cubicBezTo>
                      <a:pt x="0" y="8656"/>
                      <a:pt x="0" y="8969"/>
                      <a:pt x="219" y="9156"/>
                    </a:cubicBezTo>
                    <a:cubicBezTo>
                      <a:pt x="7531" y="15905"/>
                      <a:pt x="7531" y="15905"/>
                      <a:pt x="7531" y="15905"/>
                    </a:cubicBezTo>
                    <a:cubicBezTo>
                      <a:pt x="7750" y="16093"/>
                      <a:pt x="8062" y="16093"/>
                      <a:pt x="8218" y="15874"/>
                    </a:cubicBezTo>
                    <a:cubicBezTo>
                      <a:pt x="18749" y="3000"/>
                      <a:pt x="18749" y="3000"/>
                      <a:pt x="18749" y="3000"/>
                    </a:cubicBezTo>
                    <a:cubicBezTo>
                      <a:pt x="18936" y="2781"/>
                      <a:pt x="18905" y="2469"/>
                      <a:pt x="18686" y="2312"/>
                    </a:cubicBezTo>
                  </a:path>
                </a:pathLst>
              </a:custGeom>
              <a:solidFill>
                <a:schemeClr val="bg1"/>
              </a:solidFill>
              <a:ln w="0">
                <a:noFill/>
              </a:ln>
            </p:spPr>
            <p:style>
              <a:lnRef idx="0"/>
              <a:fillRef idx="0"/>
              <a:effectRef idx="0"/>
              <a:fontRef idx="minor"/>
            </p:style>
            <p:txBody>
              <a:bodyPr wrap="none" lIns="90000" tIns="45000" rIns="90000" bIns="45000" anchor="ctr">
                <a:noAutofit/>
              </a:bodyPr>
              <a:p>
                <a:pPr/>
                <a:endParaRPr lang="fr-FR" sz="1800" b="0" u="none" strike="noStrike">
                  <a:solidFill>
                    <a:srgbClr val="000000"/>
                  </a:solidFill>
                  <a:effectLst/>
                  <a:uFillTx/>
                  <a:latin typeface="Calibri"/>
                </a:endParaRPr>
              </a:p>
            </p:txBody>
          </p:sp>
        </p:grpSp>
      </p:grpSp>
      <p:grpSp>
        <p:nvGrpSpPr>
          <p:cNvPr id="1182" name="Group 98"/>
          <p:cNvGrpSpPr/>
          <p:nvPr/>
        </p:nvGrpSpPr>
        <p:grpSpPr>
          <a:xfrm>
            <a:off x="6299640" y="5009040"/>
            <a:ext cx="1837800" cy="1130040"/>
            <a:chOff x="6299640" y="5009040"/>
            <a:chExt cx="1837800" cy="1130040"/>
          </a:xfrm>
        </p:grpSpPr>
        <p:sp>
          <p:nvSpPr>
            <p:cNvPr id="1183" name="Oval 99"/>
            <p:cNvSpPr/>
            <p:nvPr/>
          </p:nvSpPr>
          <p:spPr>
            <a:xfrm>
              <a:off x="6299640" y="5974200"/>
              <a:ext cx="164880" cy="164880"/>
            </a:xfrm>
            <a:prstGeom prst="ellipse">
              <a:avLst/>
            </a:prstGeom>
            <a:solidFill>
              <a:srgbClr val="0070C0"/>
            </a:solidFill>
            <a:ln w="222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84" name="Freeform 48"/>
            <p:cNvSpPr/>
            <p:nvPr/>
          </p:nvSpPr>
          <p:spPr>
            <a:xfrm>
              <a:off x="6409080" y="5316840"/>
              <a:ext cx="1456920" cy="744120"/>
            </a:xfrm>
            <a:custGeom>
              <a:avLst/>
              <a:gdLst>
                <a:gd name="textAreaLeft" fmla="*/ 0 w 1456920"/>
                <a:gd name="textAreaRight" fmla="*/ 1457280 w 1456920"/>
                <a:gd name="textAreaTop" fmla="*/ 0 h 744120"/>
                <a:gd name="textAreaBottom" fmla="*/ 744480 h 744120"/>
                <a:gd name="GluePoint1X" fmla="*/ 1456660 w 1456660"/>
                <a:gd name="GluePoint1Y" fmla="*/ 0 h 744279"/>
                <a:gd name="GluePoint2X" fmla="*/ 712381 w 1456660"/>
                <a:gd name="GluePoint2Y" fmla="*/ 744279 h 744279"/>
                <a:gd name="GluePoint3X" fmla="*/ 0 w 1456660"/>
                <a:gd name="GluePoint3Y" fmla="*/ 744279 h 744279"/>
              </a:gdLst>
              <a:ahLst/>
              <a:cxnLst>
                <a:cxn ang="0">
                  <a:pos x="GluePoint1X" y="GluePoint1Y"/>
                </a:cxn>
                <a:cxn ang="0">
                  <a:pos x="GluePoint2X" y="GluePoint2Y"/>
                </a:cxn>
                <a:cxn ang="0">
                  <a:pos x="GluePoint3X" y="GluePoint3Y"/>
                </a:cxn>
              </a:cxnLst>
              <a:rect l="textAreaLeft" t="textAreaTop" r="textAreaRight" b="textAreaBottom"/>
              <a:pathLst>
                <a:path w="1456660" h="744279">
                  <a:moveTo>
                    <a:pt x="1456660" y="0"/>
                  </a:moveTo>
                  <a:lnTo>
                    <a:pt x="712381" y="744279"/>
                  </a:lnTo>
                  <a:lnTo>
                    <a:pt x="0" y="744279"/>
                  </a:lnTo>
                </a:path>
              </a:pathLst>
            </a:custGeom>
            <a:noFill/>
            <a:ln>
              <a:solidFill>
                <a:srgbClr val="0070C0"/>
              </a:solidFill>
              <a:prstDash val="sysDash"/>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grpSp>
          <p:nvGrpSpPr>
            <p:cNvPr id="1185" name="Group 64"/>
            <p:cNvGrpSpPr/>
            <p:nvPr/>
          </p:nvGrpSpPr>
          <p:grpSpPr>
            <a:xfrm>
              <a:off x="7734600" y="5009040"/>
              <a:ext cx="402840" cy="402840"/>
              <a:chOff x="7734600" y="5009040"/>
              <a:chExt cx="402840" cy="402840"/>
            </a:xfrm>
          </p:grpSpPr>
          <p:sp>
            <p:nvSpPr>
              <p:cNvPr id="1186" name="Oval 102"/>
              <p:cNvSpPr/>
              <p:nvPr/>
            </p:nvSpPr>
            <p:spPr>
              <a:xfrm>
                <a:off x="7734600" y="5009040"/>
                <a:ext cx="402840" cy="402840"/>
              </a:xfrm>
              <a:prstGeom prst="ellipse">
                <a:avLst/>
              </a:prstGeom>
              <a:solidFill>
                <a:srgbClr val="0070C0"/>
              </a:solidFill>
              <a:ln w="25400">
                <a:solidFill>
                  <a:srgbClr val="FFFFFF"/>
                </a:solidFill>
              </a:ln>
              <a:effectLst>
                <a:outerShdw algn="tl" blurRad="127080" dir="2700000" dist="126770" rotWithShape="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87" name="Freeform 2"/>
              <p:cNvSpPr/>
              <p:nvPr/>
            </p:nvSpPr>
            <p:spPr>
              <a:xfrm>
                <a:off x="7801560" y="5097240"/>
                <a:ext cx="268560" cy="227880"/>
              </a:xfrm>
              <a:custGeom>
                <a:avLst/>
                <a:gdLst>
                  <a:gd name="textAreaLeft" fmla="*/ 0 w 268560"/>
                  <a:gd name="textAreaRight" fmla="*/ 268920 w 268560"/>
                  <a:gd name="textAreaTop" fmla="*/ 0 h 227880"/>
                  <a:gd name="textAreaBottom" fmla="*/ 228240 h 227880"/>
                  <a:gd name="GluePoint1X" fmla="*/ 342194 w 18937"/>
                  <a:gd name="GluePoint1Y" fmla="*/ 42336 h 16094"/>
                  <a:gd name="GluePoint2X" fmla="*/ 342194 w 18937"/>
                  <a:gd name="GluePoint2Y" fmla="*/ 42336 h 16094"/>
                  <a:gd name="GluePoint3X" fmla="*/ 294709 w 18937"/>
                  <a:gd name="GluePoint3Y" fmla="*/ 3424 h 16094"/>
                  <a:gd name="GluePoint4X" fmla="*/ 281542 w 18937"/>
                  <a:gd name="GluePoint4Y" fmla="*/ 4578 h 16094"/>
                  <a:gd name="GluePoint5X" fmla="*/ 142493 w 18937"/>
                  <a:gd name="GluePoint5Y" fmla="*/ 174526 h 16094"/>
                  <a:gd name="GluePoint6X" fmla="*/ 129912 w 18937"/>
                  <a:gd name="GluePoint6Y" fmla="*/ 175680 h 16094"/>
                  <a:gd name="GluePoint7X" fmla="*/ 57795 w 18937"/>
                  <a:gd name="GluePoint7Y" fmla="*/ 109301 h 16094"/>
                  <a:gd name="GluePoint8X" fmla="*/ 44628 w 18937"/>
                  <a:gd name="GluePoint8Y" fmla="*/ 109869 h 16094"/>
                  <a:gd name="GluePoint9X" fmla="*/ 3425 w 18937"/>
                  <a:gd name="GluePoint9Y" fmla="*/ 154493 h 16094"/>
                  <a:gd name="GluePoint10X" fmla="*/ 4011 w 18937"/>
                  <a:gd name="GluePoint10Y" fmla="*/ 167659 h 16094"/>
                  <a:gd name="GluePoint11X" fmla="*/ 137914 w 18937"/>
                  <a:gd name="GluePoint11Y" fmla="*/ 291243 h 16094"/>
                  <a:gd name="GluePoint12X" fmla="*/ 150495 w 18937"/>
                  <a:gd name="GluePoint12Y" fmla="*/ 290675 h 16094"/>
                  <a:gd name="GluePoint13X" fmla="*/ 343348 w 18937"/>
                  <a:gd name="GluePoint13Y" fmla="*/ 54934 h 16094"/>
                  <a:gd name="GluePoint14X" fmla="*/ 342194 w 18937"/>
                  <a:gd name="GluePoint14Y" fmla="*/ 42336 h 160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8937" h="16094">
                    <a:moveTo>
                      <a:pt x="18686" y="2312"/>
                    </a:moveTo>
                    <a:lnTo>
                      <a:pt x="18686" y="2312"/>
                    </a:lnTo>
                    <a:cubicBezTo>
                      <a:pt x="16093" y="187"/>
                      <a:pt x="16093" y="187"/>
                      <a:pt x="16093" y="187"/>
                    </a:cubicBezTo>
                    <a:cubicBezTo>
                      <a:pt x="15874" y="0"/>
                      <a:pt x="15561" y="31"/>
                      <a:pt x="15374" y="250"/>
                    </a:cubicBezTo>
                    <a:cubicBezTo>
                      <a:pt x="7781" y="9531"/>
                      <a:pt x="7781" y="9531"/>
                      <a:pt x="7781" y="9531"/>
                    </a:cubicBezTo>
                    <a:cubicBezTo>
                      <a:pt x="7594" y="9749"/>
                      <a:pt x="7281" y="9780"/>
                      <a:pt x="7094" y="9594"/>
                    </a:cubicBezTo>
                    <a:cubicBezTo>
                      <a:pt x="3156" y="5969"/>
                      <a:pt x="3156" y="5969"/>
                      <a:pt x="3156" y="5969"/>
                    </a:cubicBezTo>
                    <a:cubicBezTo>
                      <a:pt x="2969" y="5781"/>
                      <a:pt x="2625" y="5781"/>
                      <a:pt x="2437" y="6000"/>
                    </a:cubicBezTo>
                    <a:cubicBezTo>
                      <a:pt x="187" y="8437"/>
                      <a:pt x="187" y="8437"/>
                      <a:pt x="187" y="8437"/>
                    </a:cubicBezTo>
                    <a:cubicBezTo>
                      <a:pt x="0" y="8656"/>
                      <a:pt x="0" y="8969"/>
                      <a:pt x="219" y="9156"/>
                    </a:cubicBezTo>
                    <a:cubicBezTo>
                      <a:pt x="7531" y="15905"/>
                      <a:pt x="7531" y="15905"/>
                      <a:pt x="7531" y="15905"/>
                    </a:cubicBezTo>
                    <a:cubicBezTo>
                      <a:pt x="7750" y="16093"/>
                      <a:pt x="8062" y="16093"/>
                      <a:pt x="8218" y="15874"/>
                    </a:cubicBezTo>
                    <a:cubicBezTo>
                      <a:pt x="18749" y="3000"/>
                      <a:pt x="18749" y="3000"/>
                      <a:pt x="18749" y="3000"/>
                    </a:cubicBezTo>
                    <a:cubicBezTo>
                      <a:pt x="18936" y="2781"/>
                      <a:pt x="18905" y="2469"/>
                      <a:pt x="18686" y="2312"/>
                    </a:cubicBezTo>
                  </a:path>
                </a:pathLst>
              </a:custGeom>
              <a:solidFill>
                <a:schemeClr val="bg1"/>
              </a:solidFill>
              <a:ln w="0">
                <a:noFill/>
              </a:ln>
            </p:spPr>
            <p:style>
              <a:lnRef idx="0"/>
              <a:fillRef idx="0"/>
              <a:effectRef idx="0"/>
              <a:fontRef idx="minor"/>
            </p:style>
            <p:txBody>
              <a:bodyPr wrap="none" lIns="90000" tIns="45000" rIns="90000" bIns="45000" anchor="ctr">
                <a:noAutofit/>
              </a:bodyPr>
              <a:p>
                <a:pPr/>
                <a:endParaRPr lang="fr-FR" sz="1800" b="0" u="none" strike="noStrike">
                  <a:solidFill>
                    <a:srgbClr val="000000"/>
                  </a:solidFill>
                  <a:effectLst/>
                  <a:uFillTx/>
                  <a:latin typeface="Calibri"/>
                </a:endParaRPr>
              </a:p>
            </p:txBody>
          </p:sp>
        </p:grpSp>
      </p:grpSp>
      <p:sp>
        <p:nvSpPr>
          <p:cNvPr id="1188" name="Rectangle 5"/>
          <p:cNvSpPr/>
          <p:nvPr/>
        </p:nvSpPr>
        <p:spPr>
          <a:xfrm>
            <a:off x="343080" y="2396160"/>
            <a:ext cx="6886080" cy="657000"/>
          </a:xfrm>
          <a:prstGeom prst="rect">
            <a:avLst/>
          </a:prstGeom>
          <a:gradFill rotWithShape="0">
            <a:gsLst>
              <a:gs pos="50000">
                <a:srgbClr val="FFFFFF"/>
              </a:gs>
              <a:gs pos="100000">
                <a:srgbClr val="FFFFFF">
                  <a:alpha val="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200" b="0" u="none" strike="noStrike">
              <a:solidFill>
                <a:srgbClr val="FFFFFF"/>
              </a:solidFill>
              <a:effectLst/>
              <a:uFillTx/>
              <a:latin typeface="Calibri"/>
            </a:endParaRPr>
          </a:p>
        </p:txBody>
      </p:sp>
      <p:grpSp>
        <p:nvGrpSpPr>
          <p:cNvPr id="1189" name="Group 92"/>
          <p:cNvGrpSpPr/>
          <p:nvPr/>
        </p:nvGrpSpPr>
        <p:grpSpPr>
          <a:xfrm>
            <a:off x="6152040" y="2652840"/>
            <a:ext cx="4836960" cy="1401120"/>
            <a:chOff x="6152040" y="2652840"/>
            <a:chExt cx="4836960" cy="1401120"/>
          </a:xfrm>
        </p:grpSpPr>
        <p:sp>
          <p:nvSpPr>
            <p:cNvPr id="1190" name="Oval 93"/>
            <p:cNvSpPr/>
            <p:nvPr/>
          </p:nvSpPr>
          <p:spPr>
            <a:xfrm>
              <a:off x="6152040" y="2652840"/>
              <a:ext cx="164880" cy="164880"/>
            </a:xfrm>
            <a:prstGeom prst="ellipse">
              <a:avLst/>
            </a:prstGeom>
            <a:solidFill>
              <a:schemeClr val="accent3"/>
            </a:solidFill>
            <a:ln w="0">
              <a:noFill/>
            </a:ln>
          </p:spPr>
          <p:style>
            <a:lnRef idx="0"/>
            <a:fillRef idx="0"/>
            <a:effectRef idx="0"/>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91" name="Freeform 47"/>
            <p:cNvSpPr/>
            <p:nvPr/>
          </p:nvSpPr>
          <p:spPr>
            <a:xfrm>
              <a:off x="6248880" y="2725560"/>
              <a:ext cx="4433400" cy="1031400"/>
            </a:xfrm>
            <a:custGeom>
              <a:avLst/>
              <a:gdLst>
                <a:gd name="textAreaLeft" fmla="*/ 0 w 4433400"/>
                <a:gd name="textAreaRight" fmla="*/ 4433760 w 4433400"/>
                <a:gd name="textAreaTop" fmla="*/ 0 h 1031400"/>
                <a:gd name="textAreaBottom" fmla="*/ 1031760 h 1031400"/>
                <a:gd name="GluePoint1X" fmla="*/ 4433776 w 4433776"/>
                <a:gd name="GluePoint1Y" fmla="*/ 1031358 h 1031358"/>
                <a:gd name="GluePoint2X" fmla="*/ 3402418 w 4433776"/>
                <a:gd name="GluePoint2Y" fmla="*/ 0 h 1031358"/>
                <a:gd name="GluePoint3X" fmla="*/ 0 w 4433776"/>
                <a:gd name="GluePoint3Y" fmla="*/ 0 h 1031358"/>
              </a:gdLst>
              <a:ahLst/>
              <a:cxnLst>
                <a:cxn ang="0">
                  <a:pos x="GluePoint1X" y="GluePoint1Y"/>
                </a:cxn>
                <a:cxn ang="0">
                  <a:pos x="GluePoint2X" y="GluePoint2Y"/>
                </a:cxn>
                <a:cxn ang="0">
                  <a:pos x="GluePoint3X" y="GluePoint3Y"/>
                </a:cxn>
              </a:cxnLst>
              <a:rect l="textAreaLeft" t="textAreaTop" r="textAreaRight" b="textAreaBottom"/>
              <a:pathLst>
                <a:path w="4433776" h="1031358">
                  <a:moveTo>
                    <a:pt x="4433776" y="1031358"/>
                  </a:moveTo>
                  <a:lnTo>
                    <a:pt x="3402418" y="0"/>
                  </a:lnTo>
                  <a:lnTo>
                    <a:pt x="0" y="0"/>
                  </a:lnTo>
                </a:path>
              </a:pathLst>
            </a:custGeom>
            <a:noFill/>
            <a:ln>
              <a:solidFill>
                <a:srgbClr val="00B0F0"/>
              </a:solidFill>
              <a:prstDash val="sysDash"/>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800" b="0" u="none" strike="noStrike">
                <a:solidFill>
                  <a:srgbClr val="FFFFFF"/>
                </a:solidFill>
                <a:effectLst/>
                <a:uFillTx/>
                <a:latin typeface="Calibri"/>
              </a:endParaRPr>
            </a:p>
          </p:txBody>
        </p:sp>
        <p:grpSp>
          <p:nvGrpSpPr>
            <p:cNvPr id="1192" name="Group 61"/>
            <p:cNvGrpSpPr/>
            <p:nvPr/>
          </p:nvGrpSpPr>
          <p:grpSpPr>
            <a:xfrm>
              <a:off x="10586160" y="3651120"/>
              <a:ext cx="402840" cy="402840"/>
              <a:chOff x="10586160" y="3651120"/>
              <a:chExt cx="402840" cy="402840"/>
            </a:xfrm>
          </p:grpSpPr>
          <p:sp>
            <p:nvSpPr>
              <p:cNvPr id="1193" name="Oval 96"/>
              <p:cNvSpPr/>
              <p:nvPr/>
            </p:nvSpPr>
            <p:spPr>
              <a:xfrm>
                <a:off x="10586160" y="3651120"/>
                <a:ext cx="402840" cy="402840"/>
              </a:xfrm>
              <a:prstGeom prst="ellipse">
                <a:avLst/>
              </a:prstGeom>
              <a:solidFill>
                <a:srgbClr val="00B0F0"/>
              </a:solidFill>
              <a:ln w="25400">
                <a:solidFill>
                  <a:srgbClr val="FFFFFF"/>
                </a:solidFill>
              </a:ln>
              <a:effectLst>
                <a:outerShdw algn="tl" blurRad="127080" dir="2700000" dist="126770" rotWithShape="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194" name="Freeform 2"/>
              <p:cNvSpPr/>
              <p:nvPr/>
            </p:nvSpPr>
            <p:spPr>
              <a:xfrm>
                <a:off x="10653120" y="3738960"/>
                <a:ext cx="268560" cy="228240"/>
              </a:xfrm>
              <a:custGeom>
                <a:avLst/>
                <a:gdLst>
                  <a:gd name="textAreaLeft" fmla="*/ 0 w 268560"/>
                  <a:gd name="textAreaRight" fmla="*/ 268920 w 268560"/>
                  <a:gd name="textAreaTop" fmla="*/ 0 h 228240"/>
                  <a:gd name="textAreaBottom" fmla="*/ 228600 h 228240"/>
                  <a:gd name="GluePoint1X" fmla="*/ 342194 w 18937"/>
                  <a:gd name="GluePoint1Y" fmla="*/ 42336 h 16094"/>
                  <a:gd name="GluePoint2X" fmla="*/ 342194 w 18937"/>
                  <a:gd name="GluePoint2Y" fmla="*/ 42336 h 16094"/>
                  <a:gd name="GluePoint3X" fmla="*/ 294709 w 18937"/>
                  <a:gd name="GluePoint3Y" fmla="*/ 3424 h 16094"/>
                  <a:gd name="GluePoint4X" fmla="*/ 281542 w 18937"/>
                  <a:gd name="GluePoint4Y" fmla="*/ 4578 h 16094"/>
                  <a:gd name="GluePoint5X" fmla="*/ 142493 w 18937"/>
                  <a:gd name="GluePoint5Y" fmla="*/ 174526 h 16094"/>
                  <a:gd name="GluePoint6X" fmla="*/ 129912 w 18937"/>
                  <a:gd name="GluePoint6Y" fmla="*/ 175680 h 16094"/>
                  <a:gd name="GluePoint7X" fmla="*/ 57795 w 18937"/>
                  <a:gd name="GluePoint7Y" fmla="*/ 109301 h 16094"/>
                  <a:gd name="GluePoint8X" fmla="*/ 44628 w 18937"/>
                  <a:gd name="GluePoint8Y" fmla="*/ 109869 h 16094"/>
                  <a:gd name="GluePoint9X" fmla="*/ 3425 w 18937"/>
                  <a:gd name="GluePoint9Y" fmla="*/ 154493 h 16094"/>
                  <a:gd name="GluePoint10X" fmla="*/ 4011 w 18937"/>
                  <a:gd name="GluePoint10Y" fmla="*/ 167659 h 16094"/>
                  <a:gd name="GluePoint11X" fmla="*/ 137914 w 18937"/>
                  <a:gd name="GluePoint11Y" fmla="*/ 291243 h 16094"/>
                  <a:gd name="GluePoint12X" fmla="*/ 150495 w 18937"/>
                  <a:gd name="GluePoint12Y" fmla="*/ 290675 h 16094"/>
                  <a:gd name="GluePoint13X" fmla="*/ 343348 w 18937"/>
                  <a:gd name="GluePoint13Y" fmla="*/ 54934 h 16094"/>
                  <a:gd name="GluePoint14X" fmla="*/ 342194 w 18937"/>
                  <a:gd name="GluePoint14Y" fmla="*/ 42336 h 160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8937" h="16094">
                    <a:moveTo>
                      <a:pt x="18686" y="2312"/>
                    </a:moveTo>
                    <a:lnTo>
                      <a:pt x="18686" y="2312"/>
                    </a:lnTo>
                    <a:cubicBezTo>
                      <a:pt x="16093" y="187"/>
                      <a:pt x="16093" y="187"/>
                      <a:pt x="16093" y="187"/>
                    </a:cubicBezTo>
                    <a:cubicBezTo>
                      <a:pt x="15874" y="0"/>
                      <a:pt x="15561" y="31"/>
                      <a:pt x="15374" y="250"/>
                    </a:cubicBezTo>
                    <a:cubicBezTo>
                      <a:pt x="7781" y="9531"/>
                      <a:pt x="7781" y="9531"/>
                      <a:pt x="7781" y="9531"/>
                    </a:cubicBezTo>
                    <a:cubicBezTo>
                      <a:pt x="7594" y="9749"/>
                      <a:pt x="7281" y="9780"/>
                      <a:pt x="7094" y="9594"/>
                    </a:cubicBezTo>
                    <a:cubicBezTo>
                      <a:pt x="3156" y="5969"/>
                      <a:pt x="3156" y="5969"/>
                      <a:pt x="3156" y="5969"/>
                    </a:cubicBezTo>
                    <a:cubicBezTo>
                      <a:pt x="2969" y="5781"/>
                      <a:pt x="2625" y="5781"/>
                      <a:pt x="2437" y="6000"/>
                    </a:cubicBezTo>
                    <a:cubicBezTo>
                      <a:pt x="187" y="8437"/>
                      <a:pt x="187" y="8437"/>
                      <a:pt x="187" y="8437"/>
                    </a:cubicBezTo>
                    <a:cubicBezTo>
                      <a:pt x="0" y="8656"/>
                      <a:pt x="0" y="8969"/>
                      <a:pt x="219" y="9156"/>
                    </a:cubicBezTo>
                    <a:cubicBezTo>
                      <a:pt x="7531" y="15905"/>
                      <a:pt x="7531" y="15905"/>
                      <a:pt x="7531" y="15905"/>
                    </a:cubicBezTo>
                    <a:cubicBezTo>
                      <a:pt x="7750" y="16093"/>
                      <a:pt x="8062" y="16093"/>
                      <a:pt x="8218" y="15874"/>
                    </a:cubicBezTo>
                    <a:cubicBezTo>
                      <a:pt x="18749" y="3000"/>
                      <a:pt x="18749" y="3000"/>
                      <a:pt x="18749" y="3000"/>
                    </a:cubicBezTo>
                    <a:cubicBezTo>
                      <a:pt x="18936" y="2781"/>
                      <a:pt x="18905" y="2469"/>
                      <a:pt x="18686" y="2312"/>
                    </a:cubicBezTo>
                  </a:path>
                </a:pathLst>
              </a:custGeom>
              <a:solidFill>
                <a:schemeClr val="bg1"/>
              </a:solidFill>
              <a:ln w="0">
                <a:noFill/>
              </a:ln>
            </p:spPr>
            <p:style>
              <a:lnRef idx="0"/>
              <a:fillRef idx="0"/>
              <a:effectRef idx="0"/>
              <a:fontRef idx="minor"/>
            </p:style>
            <p:txBody>
              <a:bodyPr wrap="none" lIns="90000" tIns="45000" rIns="90000" bIns="45000" anchor="ctr">
                <a:noAutofit/>
              </a:bodyPr>
              <a:p>
                <a:pPr/>
                <a:endParaRPr lang="fr-FR" sz="1800" b="0" u="none" strike="noStrike">
                  <a:solidFill>
                    <a:srgbClr val="000000"/>
                  </a:solidFill>
                  <a:effectLst/>
                  <a:uFillTx/>
                  <a:latin typeface="Calibri"/>
                </a:endParaRPr>
              </a:p>
            </p:txBody>
          </p:sp>
        </p:grpSp>
      </p:grpSp>
      <p:grpSp>
        <p:nvGrpSpPr>
          <p:cNvPr id="1195" name="Group 86"/>
          <p:cNvGrpSpPr/>
          <p:nvPr/>
        </p:nvGrpSpPr>
        <p:grpSpPr>
          <a:xfrm>
            <a:off x="5978160" y="5015880"/>
            <a:ext cx="861840" cy="402840"/>
            <a:chOff x="5978160" y="5015880"/>
            <a:chExt cx="861840" cy="402840"/>
          </a:xfrm>
        </p:grpSpPr>
        <p:sp>
          <p:nvSpPr>
            <p:cNvPr id="1196" name="Oval 87"/>
            <p:cNvSpPr/>
            <p:nvPr/>
          </p:nvSpPr>
          <p:spPr>
            <a:xfrm>
              <a:off x="5978160" y="5139720"/>
              <a:ext cx="164880" cy="164880"/>
            </a:xfrm>
            <a:prstGeom prst="ellipse">
              <a:avLst/>
            </a:prstGeom>
            <a:solidFill>
              <a:srgbClr val="EC8C00"/>
            </a:solidFill>
            <a:ln w="222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cxnSp>
          <p:nvCxnSpPr>
            <p:cNvPr id="1197" name="Straight Connector 88"/>
            <p:cNvCxnSpPr>
              <a:stCxn id="1196" idx="6"/>
            </p:cNvCxnSpPr>
            <p:nvPr/>
          </p:nvCxnSpPr>
          <p:spPr>
            <a:xfrm>
              <a:off x="6143040" y="5222160"/>
              <a:ext cx="316440" cy="360"/>
            </a:xfrm>
            <a:prstGeom prst="straightConnector1">
              <a:avLst/>
            </a:prstGeom>
            <a:ln w="12700">
              <a:solidFill>
                <a:srgbClr val="EC8C00"/>
              </a:solidFill>
              <a:prstDash val="sysDash"/>
            </a:ln>
          </p:spPr>
        </p:cxnSp>
        <p:grpSp>
          <p:nvGrpSpPr>
            <p:cNvPr id="1198" name="Group 58"/>
            <p:cNvGrpSpPr/>
            <p:nvPr/>
          </p:nvGrpSpPr>
          <p:grpSpPr>
            <a:xfrm>
              <a:off x="6437160" y="5015880"/>
              <a:ext cx="402840" cy="402840"/>
              <a:chOff x="6437160" y="5015880"/>
              <a:chExt cx="402840" cy="402840"/>
            </a:xfrm>
          </p:grpSpPr>
          <p:sp>
            <p:nvSpPr>
              <p:cNvPr id="1199" name="Oval 90"/>
              <p:cNvSpPr/>
              <p:nvPr/>
            </p:nvSpPr>
            <p:spPr>
              <a:xfrm>
                <a:off x="6437160" y="5015880"/>
                <a:ext cx="402840" cy="402840"/>
              </a:xfrm>
              <a:prstGeom prst="ellipse">
                <a:avLst/>
              </a:prstGeom>
              <a:solidFill>
                <a:srgbClr val="EC8C00"/>
              </a:solidFill>
              <a:ln w="25400">
                <a:solidFill>
                  <a:srgbClr val="FFFFFF"/>
                </a:solidFill>
              </a:ln>
              <a:effectLst>
                <a:outerShdw algn="tl" blurRad="127080" dir="2700000" dist="126770" rotWithShape="0">
                  <a:srgbClr val="000000">
                    <a:alpha val="2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200" name="Freeform 2"/>
              <p:cNvSpPr/>
              <p:nvPr/>
            </p:nvSpPr>
            <p:spPr>
              <a:xfrm>
                <a:off x="6504120" y="5104440"/>
                <a:ext cx="268200" cy="227880"/>
              </a:xfrm>
              <a:custGeom>
                <a:avLst/>
                <a:gdLst>
                  <a:gd name="textAreaLeft" fmla="*/ 0 w 268200"/>
                  <a:gd name="textAreaRight" fmla="*/ 268560 w 268200"/>
                  <a:gd name="textAreaTop" fmla="*/ 0 h 227880"/>
                  <a:gd name="textAreaBottom" fmla="*/ 228240 h 227880"/>
                  <a:gd name="GluePoint1X" fmla="*/ 342194 w 18937"/>
                  <a:gd name="GluePoint1Y" fmla="*/ 42336 h 16094"/>
                  <a:gd name="GluePoint2X" fmla="*/ 342194 w 18937"/>
                  <a:gd name="GluePoint2Y" fmla="*/ 42336 h 16094"/>
                  <a:gd name="GluePoint3X" fmla="*/ 294709 w 18937"/>
                  <a:gd name="GluePoint3Y" fmla="*/ 3424 h 16094"/>
                  <a:gd name="GluePoint4X" fmla="*/ 281542 w 18937"/>
                  <a:gd name="GluePoint4Y" fmla="*/ 4578 h 16094"/>
                  <a:gd name="GluePoint5X" fmla="*/ 142493 w 18937"/>
                  <a:gd name="GluePoint5Y" fmla="*/ 174526 h 16094"/>
                  <a:gd name="GluePoint6X" fmla="*/ 129912 w 18937"/>
                  <a:gd name="GluePoint6Y" fmla="*/ 175680 h 16094"/>
                  <a:gd name="GluePoint7X" fmla="*/ 57795 w 18937"/>
                  <a:gd name="GluePoint7Y" fmla="*/ 109301 h 16094"/>
                  <a:gd name="GluePoint8X" fmla="*/ 44628 w 18937"/>
                  <a:gd name="GluePoint8Y" fmla="*/ 109869 h 16094"/>
                  <a:gd name="GluePoint9X" fmla="*/ 3425 w 18937"/>
                  <a:gd name="GluePoint9Y" fmla="*/ 154493 h 16094"/>
                  <a:gd name="GluePoint10X" fmla="*/ 4011 w 18937"/>
                  <a:gd name="GluePoint10Y" fmla="*/ 167659 h 16094"/>
                  <a:gd name="GluePoint11X" fmla="*/ 137914 w 18937"/>
                  <a:gd name="GluePoint11Y" fmla="*/ 291243 h 16094"/>
                  <a:gd name="GluePoint12X" fmla="*/ 150495 w 18937"/>
                  <a:gd name="GluePoint12Y" fmla="*/ 290675 h 16094"/>
                  <a:gd name="GluePoint13X" fmla="*/ 343348 w 18937"/>
                  <a:gd name="GluePoint13Y" fmla="*/ 54934 h 16094"/>
                  <a:gd name="GluePoint14X" fmla="*/ 342194 w 18937"/>
                  <a:gd name="GluePoint14Y" fmla="*/ 42336 h 160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8937" h="16094">
                    <a:moveTo>
                      <a:pt x="18686" y="2312"/>
                    </a:moveTo>
                    <a:lnTo>
                      <a:pt x="18686" y="2312"/>
                    </a:lnTo>
                    <a:cubicBezTo>
                      <a:pt x="16093" y="187"/>
                      <a:pt x="16093" y="187"/>
                      <a:pt x="16093" y="187"/>
                    </a:cubicBezTo>
                    <a:cubicBezTo>
                      <a:pt x="15874" y="0"/>
                      <a:pt x="15561" y="31"/>
                      <a:pt x="15374" y="250"/>
                    </a:cubicBezTo>
                    <a:cubicBezTo>
                      <a:pt x="7781" y="9531"/>
                      <a:pt x="7781" y="9531"/>
                      <a:pt x="7781" y="9531"/>
                    </a:cubicBezTo>
                    <a:cubicBezTo>
                      <a:pt x="7594" y="9749"/>
                      <a:pt x="7281" y="9780"/>
                      <a:pt x="7094" y="9594"/>
                    </a:cubicBezTo>
                    <a:cubicBezTo>
                      <a:pt x="3156" y="5969"/>
                      <a:pt x="3156" y="5969"/>
                      <a:pt x="3156" y="5969"/>
                    </a:cubicBezTo>
                    <a:cubicBezTo>
                      <a:pt x="2969" y="5781"/>
                      <a:pt x="2625" y="5781"/>
                      <a:pt x="2437" y="6000"/>
                    </a:cubicBezTo>
                    <a:cubicBezTo>
                      <a:pt x="187" y="8437"/>
                      <a:pt x="187" y="8437"/>
                      <a:pt x="187" y="8437"/>
                    </a:cubicBezTo>
                    <a:cubicBezTo>
                      <a:pt x="0" y="8656"/>
                      <a:pt x="0" y="8969"/>
                      <a:pt x="219" y="9156"/>
                    </a:cubicBezTo>
                    <a:cubicBezTo>
                      <a:pt x="7531" y="15905"/>
                      <a:pt x="7531" y="15905"/>
                      <a:pt x="7531" y="15905"/>
                    </a:cubicBezTo>
                    <a:cubicBezTo>
                      <a:pt x="7750" y="16093"/>
                      <a:pt x="8062" y="16093"/>
                      <a:pt x="8218" y="15874"/>
                    </a:cubicBezTo>
                    <a:cubicBezTo>
                      <a:pt x="18749" y="3000"/>
                      <a:pt x="18749" y="3000"/>
                      <a:pt x="18749" y="3000"/>
                    </a:cubicBezTo>
                    <a:cubicBezTo>
                      <a:pt x="18936" y="2781"/>
                      <a:pt x="18905" y="2469"/>
                      <a:pt x="18686" y="2312"/>
                    </a:cubicBezTo>
                  </a:path>
                </a:pathLst>
              </a:custGeom>
              <a:solidFill>
                <a:schemeClr val="bg1"/>
              </a:solidFill>
              <a:ln w="0">
                <a:noFill/>
              </a:ln>
            </p:spPr>
            <p:style>
              <a:lnRef idx="0"/>
              <a:fillRef idx="0"/>
              <a:effectRef idx="0"/>
              <a:fontRef idx="minor"/>
            </p:style>
            <p:txBody>
              <a:bodyPr wrap="none" lIns="90000" tIns="45000" rIns="90000" bIns="45000" anchor="ctr">
                <a:noAutofit/>
              </a:bodyPr>
              <a:p>
                <a:pPr/>
                <a:endParaRPr lang="fr-FR" sz="1800" b="0" u="none" strike="noStrike">
                  <a:solidFill>
                    <a:srgbClr val="000000"/>
                  </a:solidFill>
                  <a:effectLst/>
                  <a:uFillTx/>
                  <a:latin typeface="Calibri"/>
                </a:endParaRPr>
              </a:p>
            </p:txBody>
          </p:sp>
        </p:grpSp>
      </p:grpSp>
      <p:pic>
        <p:nvPicPr>
          <p:cNvPr id="1201" name="Image 24"/>
          <p:cNvPicPr/>
          <p:nvPr/>
        </p:nvPicPr>
        <p:blipFill>
          <a:blip r:embed="rId4"/>
          <a:stretch/>
        </p:blipFill>
        <p:spPr>
          <a:xfrm>
            <a:off x="696240" y="1630080"/>
            <a:ext cx="2691720" cy="495720"/>
          </a:xfrm>
          <a:prstGeom prst="rect">
            <a:avLst/>
          </a:prstGeom>
          <a:noFill/>
          <a:ln w="0">
            <a:noFill/>
          </a:ln>
        </p:spPr>
      </p:pic>
      <p:pic>
        <p:nvPicPr>
          <p:cNvPr id="1202" name="Picture 2" descr="SanlamAllianz Joint Venture: Empowering Africa's Financial Future ..."/>
          <p:cNvPicPr/>
          <p:nvPr/>
        </p:nvPicPr>
        <p:blipFill>
          <a:blip r:embed="rId5"/>
          <a:srcRect l="7681" t="39081" r="9271" b="47127"/>
          <a:stretch/>
        </p:blipFill>
        <p:spPr>
          <a:xfrm>
            <a:off x="741600" y="2444040"/>
            <a:ext cx="4332960" cy="542880"/>
          </a:xfrm>
          <a:prstGeom prst="rect">
            <a:avLst/>
          </a:prstGeom>
          <a:noFill/>
          <a:ln w="0">
            <a:noFill/>
          </a:ln>
        </p:spPr>
      </p:pic>
      <p:pic>
        <p:nvPicPr>
          <p:cNvPr id="1203" name="Picture 8" descr="Entreprises guinéennes"/>
          <p:cNvPicPr/>
          <p:nvPr/>
        </p:nvPicPr>
        <p:blipFill>
          <a:blip r:embed="rId6"/>
          <a:srcRect l="0" t="17122" r="0" b="19714"/>
          <a:stretch/>
        </p:blipFill>
        <p:spPr>
          <a:xfrm>
            <a:off x="812880" y="3252600"/>
            <a:ext cx="1850400" cy="584640"/>
          </a:xfrm>
          <a:prstGeom prst="rect">
            <a:avLst/>
          </a:prstGeom>
          <a:noFill/>
          <a:ln w="0">
            <a:noFill/>
          </a:ln>
        </p:spPr>
      </p:pic>
      <p:pic>
        <p:nvPicPr>
          <p:cNvPr id="1204" name="Picture 12" descr="Schiba Holding SA | LinkedIn"/>
          <p:cNvPicPr/>
          <p:nvPr/>
        </p:nvPicPr>
        <p:blipFill>
          <a:blip r:embed="rId7"/>
          <a:srcRect l="0" t="31841" r="0" b="0"/>
          <a:stretch/>
        </p:blipFill>
        <p:spPr>
          <a:xfrm>
            <a:off x="934560" y="4103280"/>
            <a:ext cx="814320" cy="554760"/>
          </a:xfrm>
          <a:prstGeom prst="rect">
            <a:avLst/>
          </a:prstGeom>
          <a:noFill/>
          <a:ln w="0">
            <a:noFill/>
          </a:ln>
        </p:spPr>
      </p:pic>
      <p:pic>
        <p:nvPicPr>
          <p:cNvPr id="1205" name="Picture 16" descr="ASACI TECHNOLOGIES"/>
          <p:cNvPicPr/>
          <p:nvPr/>
        </p:nvPicPr>
        <p:blipFill>
          <a:blip r:embed="rId8"/>
          <a:stretch/>
        </p:blipFill>
        <p:spPr>
          <a:xfrm>
            <a:off x="917640" y="4928040"/>
            <a:ext cx="2095200" cy="533160"/>
          </a:xfrm>
          <a:prstGeom prst="rect">
            <a:avLst/>
          </a:prstGeom>
          <a:noFill/>
          <a:ln w="0">
            <a:noFill/>
          </a:ln>
        </p:spPr>
      </p:pic>
      <p:pic>
        <p:nvPicPr>
          <p:cNvPr id="1206" name="Picture 18"/>
          <p:cNvPicPr/>
          <p:nvPr/>
        </p:nvPicPr>
        <p:blipFill>
          <a:blip r:embed="rId9"/>
          <a:srcRect l="9904" t="12109" r="10455" b="14205"/>
          <a:stretch/>
        </p:blipFill>
        <p:spPr>
          <a:xfrm>
            <a:off x="947520" y="5818680"/>
            <a:ext cx="941040" cy="513360"/>
          </a:xfrm>
          <a:prstGeom prst="rect">
            <a:avLst/>
          </a:prstGeom>
          <a:noFill/>
          <a:ln w="0">
            <a:noFill/>
          </a:ln>
        </p:spPr>
      </p:pic>
      <p:sp>
        <p:nvSpPr>
          <p:cNvPr id="1207" name="TextBox 33"/>
          <p:cNvSpPr/>
          <p:nvPr/>
        </p:nvSpPr>
        <p:spPr>
          <a:xfrm>
            <a:off x="1859400" y="5916240"/>
            <a:ext cx="4100040" cy="369000"/>
          </a:xfrm>
          <a:prstGeom prst="rect">
            <a:avLst/>
          </a:prstGeom>
          <a:noFill/>
          <a:ln w="0">
            <a:noFill/>
          </a:ln>
        </p:spPr>
        <p:style>
          <a:lnRef idx="0"/>
          <a:fillRef idx="0"/>
          <a:effectRef idx="0"/>
          <a:fontRef idx="minor"/>
        </p:style>
        <p:txBody>
          <a:bodyPr lIns="90000" tIns="45000" rIns="90000" bIns="45000" anchor="ctr">
            <a:spAutoFit/>
          </a:bodyPr>
          <a:p>
            <a:pPr defTabSz="455760">
              <a:lnSpc>
                <a:spcPct val="90000"/>
              </a:lnSpc>
              <a:spcBef>
                <a:spcPts val="300"/>
              </a:spcBef>
              <a:tabLst>
                <a:tab pos="0" algn="l"/>
              </a:tabLst>
            </a:pPr>
            <a:r>
              <a:rPr lang="fr-FR" sz="2000" b="1" i="1" u="none" strike="noStrike">
                <a:solidFill>
                  <a:schemeClr val="dk2">
                    <a:lumMod val="50000"/>
                  </a:schemeClr>
                </a:solidFill>
                <a:effectLst/>
                <a:uFillTx/>
                <a:latin typeface="Calibri"/>
                <a:ea typeface="Calibri"/>
              </a:rPr>
              <a:t>TRANSPORT &amp; LOGISTIQUE</a:t>
            </a:r>
            <a:endParaRPr lang="en-US" sz="2000" b="0" u="none" strike="noStrike">
              <a:solidFill>
                <a:srgbClr val="000000"/>
              </a:solidFill>
              <a:effectLst/>
              <a:uFillTx/>
              <a:latin typeface="Arial"/>
            </a:endParaRPr>
          </a:p>
        </p:txBody>
      </p:sp>
      <p:sp>
        <p:nvSpPr>
          <p:cNvPr id="1208" name="TextBox 48"/>
          <p:cNvSpPr/>
          <p:nvPr/>
        </p:nvSpPr>
        <p:spPr>
          <a:xfrm>
            <a:off x="1047600" y="801000"/>
            <a:ext cx="5959440" cy="369000"/>
          </a:xfrm>
          <a:prstGeom prst="rect">
            <a:avLst/>
          </a:prstGeom>
          <a:noFill/>
          <a:ln w="0">
            <a:noFill/>
          </a:ln>
        </p:spPr>
        <p:style>
          <a:lnRef idx="0"/>
          <a:fillRef idx="0"/>
          <a:effectRef idx="0"/>
          <a:fontRef idx="minor"/>
        </p:style>
        <p:txBody>
          <a:bodyPr lIns="0" tIns="45000" rIns="90000" bIns="45000" anchor="t">
            <a:spAutoFit/>
          </a:bodyPr>
          <a:p>
            <a:pPr defTabSz="914400">
              <a:lnSpc>
                <a:spcPct val="100000"/>
              </a:lnSpc>
              <a:tabLst>
                <a:tab pos="0" algn="l"/>
              </a:tabLst>
            </a:pPr>
            <a:r>
              <a:rPr lang="fr-FR" sz="1800" b="1" u="none" strike="noStrike">
                <a:solidFill>
                  <a:srgbClr val="595959"/>
                </a:solidFill>
                <a:effectLst/>
                <a:uFillTx/>
                <a:latin typeface="Calibri"/>
                <a:ea typeface="Calibri"/>
              </a:rPr>
              <a:t>Quelques-unes des entreprises qui nous font confiance</a:t>
            </a:r>
            <a:endParaRPr lang="en-US" sz="1800" b="0" u="none" strike="noStrike">
              <a:solidFill>
                <a:srgbClr val="000000"/>
              </a:solidFill>
              <a:effectLst/>
              <a:uFillTx/>
              <a:latin typeface="Arial"/>
            </a:endParaRPr>
          </a:p>
        </p:txBody>
      </p:sp>
      <p:sp>
        <p:nvSpPr>
          <p:cNvPr id="1209" name="Oval 78"/>
          <p:cNvSpPr/>
          <p:nvPr/>
        </p:nvSpPr>
        <p:spPr>
          <a:xfrm>
            <a:off x="-1127520" y="-5400"/>
            <a:ext cx="7272720" cy="7272720"/>
          </a:xfrm>
          <a:prstGeom prst="ellipse">
            <a:avLst/>
          </a:prstGeom>
          <a:gradFill rotWithShape="0">
            <a:gsLst>
              <a:gs pos="0">
                <a:srgbClr val="9063CD">
                  <a:alpha val="29000"/>
                </a:srgbClr>
              </a:gs>
              <a:gs pos="65000">
                <a:srgbClr val="9063CD">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Tree>
  </p:cSld>
  <p:transition spd="slow">
    <p:fade/>
  </p:transition>
  <p:timing>
    <p:tnLst>
      <p:par>
        <p:cTn id="129" dur="indefinite" restart="never" nodeType="tmRoot">
          <p:childTnLst>
            <p:seq>
              <p:cTn id="130" dur="indefinite" nodeType="mainSeq">
                <p:childTnLst>
                  <p:par>
                    <p:cTn id="131" fill="hold">
                      <p:stCondLst>
                        <p:cond delay="0"/>
                      </p:stCondLst>
                      <p:childTnLst>
                        <p:par>
                          <p:cTn id="132" fill="hold">
                            <p:stCondLst>
                              <p:cond delay="0"/>
                            </p:stCondLst>
                            <p:childTnLst>
                              <p:par>
                                <p:cTn id="133" presetID="8" presetClass="emph" fill="hold" nodeType="withEffect" repeatCount="indefinite">
                                  <p:stCondLst>
                                    <p:cond delay="0"/>
                                  </p:stCondLst>
                                  <p:childTnLst>
                                    <p:animRot by="10800000">
                                      <p:cBhvr>
                                        <p:cTn id="134" dur="2000" fill="hold"/>
                                        <p:tgtEl>
                                          <p:spTgt spid="1161"/>
                                        </p:tgtEl>
                                        <p:attrNameLst>
                                          <p:attrName>r</p:attrName>
                                        </p:attrNameLst>
                                      </p:cBhvr>
                                    </p:animRot>
                                  </p:childTnLst>
                                </p:cTn>
                              </p:par>
                              <p:par>
                                <p:cTn id="135" presetID="22" presetClass="entr" fill="hold" nodeType="withEffect" presetSubtype="8">
                                  <p:stCondLst>
                                    <p:cond delay="0"/>
                                  </p:stCondLst>
                                  <p:childTnLst>
                                    <p:set>
                                      <p:cBhvr>
                                        <p:cTn id="136" dur="1" fill="hold">
                                          <p:stCondLst>
                                            <p:cond delay="0"/>
                                          </p:stCondLst>
                                        </p:cTn>
                                        <p:tgtEl>
                                          <p:spTgt spid="1164"/>
                                        </p:tgtEl>
                                        <p:attrNameLst>
                                          <p:attrName>style.visibility</p:attrName>
                                        </p:attrNameLst>
                                      </p:cBhvr>
                                      <p:to>
                                        <p:strVal val="visible"/>
                                      </p:to>
                                    </p:set>
                                    <p:animEffect transition="in" filter="wipe(left)">
                                      <p:cBhvr additive="repl">
                                        <p:cTn id="137" dur="500"/>
                                        <p:tgtEl>
                                          <p:spTgt spid="1164"/>
                                        </p:tgtEl>
                                      </p:cBhvr>
                                    </p:animEffect>
                                  </p:childTnLst>
                                </p:cTn>
                              </p:par>
                              <p:par>
                                <p:cTn id="138" presetID="22" presetClass="entr" fill="hold" nodeType="withEffect" presetSubtype="8">
                                  <p:stCondLst>
                                    <p:cond delay="0"/>
                                  </p:stCondLst>
                                  <p:childTnLst>
                                    <p:set>
                                      <p:cBhvr>
                                        <p:cTn id="139" dur="1" fill="hold">
                                          <p:stCondLst>
                                            <p:cond delay="0"/>
                                          </p:stCondLst>
                                        </p:cTn>
                                        <p:tgtEl>
                                          <p:spTgt spid="1170"/>
                                        </p:tgtEl>
                                        <p:attrNameLst>
                                          <p:attrName>style.visibility</p:attrName>
                                        </p:attrNameLst>
                                      </p:cBhvr>
                                      <p:to>
                                        <p:strVal val="visible"/>
                                      </p:to>
                                    </p:set>
                                    <p:animEffect transition="in" filter="wipe(left)">
                                      <p:cBhvr additive="repl">
                                        <p:cTn id="140" dur="500"/>
                                        <p:tgtEl>
                                          <p:spTgt spid="1170"/>
                                        </p:tgtEl>
                                      </p:cBhvr>
                                    </p:animEffect>
                                  </p:childTnLst>
                                </p:cTn>
                              </p:par>
                              <p:par>
                                <p:cTn id="141" presetID="22" presetClass="entr" fill="hold" nodeType="withEffect" presetSubtype="8">
                                  <p:stCondLst>
                                    <p:cond delay="0"/>
                                  </p:stCondLst>
                                  <p:childTnLst>
                                    <p:set>
                                      <p:cBhvr>
                                        <p:cTn id="142" dur="1" fill="hold">
                                          <p:stCondLst>
                                            <p:cond delay="0"/>
                                          </p:stCondLst>
                                        </p:cTn>
                                        <p:tgtEl>
                                          <p:spTgt spid="1176"/>
                                        </p:tgtEl>
                                        <p:attrNameLst>
                                          <p:attrName>style.visibility</p:attrName>
                                        </p:attrNameLst>
                                      </p:cBhvr>
                                      <p:to>
                                        <p:strVal val="visible"/>
                                      </p:to>
                                    </p:set>
                                    <p:animEffect transition="in" filter="wipe(left)">
                                      <p:cBhvr additive="repl">
                                        <p:cTn id="143" dur="500"/>
                                        <p:tgtEl>
                                          <p:spTgt spid="1176"/>
                                        </p:tgtEl>
                                      </p:cBhvr>
                                    </p:animEffect>
                                  </p:childTnLst>
                                </p:cTn>
                              </p:par>
                              <p:par>
                                <p:cTn id="144" presetID="22" presetClass="entr" fill="hold" nodeType="withEffect" presetSubtype="8">
                                  <p:stCondLst>
                                    <p:cond delay="0"/>
                                  </p:stCondLst>
                                  <p:childTnLst>
                                    <p:set>
                                      <p:cBhvr>
                                        <p:cTn id="145" dur="1" fill="hold">
                                          <p:stCondLst>
                                            <p:cond delay="0"/>
                                          </p:stCondLst>
                                        </p:cTn>
                                        <p:tgtEl>
                                          <p:spTgt spid="1182"/>
                                        </p:tgtEl>
                                        <p:attrNameLst>
                                          <p:attrName>style.visibility</p:attrName>
                                        </p:attrNameLst>
                                      </p:cBhvr>
                                      <p:to>
                                        <p:strVal val="visible"/>
                                      </p:to>
                                    </p:set>
                                    <p:animEffect transition="in" filter="wipe(left)">
                                      <p:cBhvr additive="repl">
                                        <p:cTn id="146" dur="500"/>
                                        <p:tgtEl>
                                          <p:spTgt spid="1182"/>
                                        </p:tgtEl>
                                      </p:cBhvr>
                                    </p:animEffect>
                                  </p:childTnLst>
                                </p:cTn>
                              </p:par>
                              <p:par>
                                <p:cTn id="147" presetID="22" presetClass="entr" fill="hold" nodeType="withEffect" presetSubtype="8">
                                  <p:stCondLst>
                                    <p:cond delay="0"/>
                                  </p:stCondLst>
                                  <p:childTnLst>
                                    <p:set>
                                      <p:cBhvr>
                                        <p:cTn id="148" dur="1" fill="hold">
                                          <p:stCondLst>
                                            <p:cond delay="0"/>
                                          </p:stCondLst>
                                        </p:cTn>
                                        <p:tgtEl>
                                          <p:spTgt spid="1189"/>
                                        </p:tgtEl>
                                        <p:attrNameLst>
                                          <p:attrName>style.visibility</p:attrName>
                                        </p:attrNameLst>
                                      </p:cBhvr>
                                      <p:to>
                                        <p:strVal val="visible"/>
                                      </p:to>
                                    </p:set>
                                    <p:animEffect transition="in" filter="wipe(left)">
                                      <p:cBhvr additive="repl">
                                        <p:cTn id="149" dur="500"/>
                                        <p:tgtEl>
                                          <p:spTgt spid="1189"/>
                                        </p:tgtEl>
                                      </p:cBhvr>
                                    </p:animEffect>
                                  </p:childTnLst>
                                </p:cTn>
                              </p:par>
                              <p:par>
                                <p:cTn id="150" presetID="22" presetClass="entr" fill="hold" nodeType="withEffect" presetSubtype="8">
                                  <p:stCondLst>
                                    <p:cond delay="0"/>
                                  </p:stCondLst>
                                  <p:childTnLst>
                                    <p:set>
                                      <p:cBhvr>
                                        <p:cTn id="151" dur="1" fill="hold">
                                          <p:stCondLst>
                                            <p:cond delay="0"/>
                                          </p:stCondLst>
                                        </p:cTn>
                                        <p:tgtEl>
                                          <p:spTgt spid="1195"/>
                                        </p:tgtEl>
                                        <p:attrNameLst>
                                          <p:attrName>style.visibility</p:attrName>
                                        </p:attrNameLst>
                                      </p:cBhvr>
                                      <p:to>
                                        <p:strVal val="visible"/>
                                      </p:to>
                                    </p:set>
                                    <p:animEffect transition="in" filter="wipe(left)">
                                      <p:cBhvr additive="repl">
                                        <p:cTn id="152" dur="500"/>
                                        <p:tgtEl>
                                          <p:spTgt spid="11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10" name="Group 216"/>
          <p:cNvGrpSpPr/>
          <p:nvPr/>
        </p:nvGrpSpPr>
        <p:grpSpPr>
          <a:xfrm>
            <a:off x="4214160" y="1473480"/>
            <a:ext cx="2393280" cy="271080"/>
            <a:chOff x="4214160" y="1473480"/>
            <a:chExt cx="2393280" cy="271080"/>
          </a:xfrm>
        </p:grpSpPr>
        <p:cxnSp>
          <p:nvCxnSpPr>
            <p:cNvPr id="1211" name="Straight Arrow Connector 22"/>
            <p:cNvCxnSpPr/>
            <p:nvPr/>
          </p:nvCxnSpPr>
          <p:spPr>
            <a:xfrm>
              <a:off x="4214160" y="1624680"/>
              <a:ext cx="2393640" cy="360"/>
            </a:xfrm>
            <a:prstGeom prst="straightConnector1">
              <a:avLst/>
            </a:prstGeom>
            <a:ln w="12700">
              <a:solidFill>
                <a:srgbClr val="000000"/>
              </a:solidFill>
              <a:tailEnd len="med" type="triangle" w="med"/>
            </a:ln>
          </p:spPr>
        </p:cxnSp>
        <p:grpSp>
          <p:nvGrpSpPr>
            <p:cNvPr id="1212" name="Group 9"/>
            <p:cNvGrpSpPr/>
            <p:nvPr/>
          </p:nvGrpSpPr>
          <p:grpSpPr>
            <a:xfrm>
              <a:off x="6143760" y="1473480"/>
              <a:ext cx="271080" cy="271080"/>
              <a:chOff x="6143760" y="1473480"/>
              <a:chExt cx="271080" cy="271080"/>
            </a:xfrm>
          </p:grpSpPr>
          <p:sp>
            <p:nvSpPr>
              <p:cNvPr id="1213" name="Oval 56"/>
              <p:cNvSpPr/>
              <p:nvPr/>
            </p:nvSpPr>
            <p:spPr>
              <a:xfrm>
                <a:off x="6143760" y="1473480"/>
                <a:ext cx="271080" cy="271080"/>
              </a:xfrm>
              <a:prstGeom prst="ellipse">
                <a:avLst/>
              </a:prstGeom>
              <a:solidFill>
                <a:schemeClr val="accent6">
                  <a:lumMod val="75000"/>
                </a:schemeClr>
              </a:solidFill>
              <a:ln w="19050">
                <a:solidFill>
                  <a:srgbClr val="C0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sp>
            <p:nvSpPr>
              <p:cNvPr id="1214" name="Freeform 2"/>
              <p:cNvSpPr/>
              <p:nvPr/>
            </p:nvSpPr>
            <p:spPr>
              <a:xfrm>
                <a:off x="6197760" y="1542240"/>
                <a:ext cx="153720" cy="130680"/>
              </a:xfrm>
              <a:custGeom>
                <a:avLst/>
                <a:gdLst>
                  <a:gd name="textAreaLeft" fmla="*/ 0 w 153720"/>
                  <a:gd name="textAreaRight" fmla="*/ 154080 w 153720"/>
                  <a:gd name="textAreaTop" fmla="*/ 0 h 130680"/>
                  <a:gd name="textAreaBottom" fmla="*/ 131040 h 130680"/>
                  <a:gd name="GluePoint1X" fmla="*/ 18686 w 18937"/>
                  <a:gd name="GluePoint1Y" fmla="*/ 2312 h 16094"/>
                  <a:gd name="GluePoint2X" fmla="*/ 18686 w 18937"/>
                  <a:gd name="GluePoint2Y" fmla="*/ 2312 h 16094"/>
                  <a:gd name="GluePoint3X" fmla="*/ 16093 w 18937"/>
                  <a:gd name="GluePoint3Y" fmla="*/ 187 h 16094"/>
                  <a:gd name="GluePoint4X" fmla="*/ 15374 w 18937"/>
                  <a:gd name="GluePoint4Y" fmla="*/ 250 h 16094"/>
                  <a:gd name="GluePoint5X" fmla="*/ 7781 w 18937"/>
                  <a:gd name="GluePoint5Y" fmla="*/ 9531 h 16094"/>
                  <a:gd name="GluePoint6X" fmla="*/ 7094 w 18937"/>
                  <a:gd name="GluePoint6Y" fmla="*/ 9594 h 16094"/>
                  <a:gd name="GluePoint7X" fmla="*/ 3156 w 18937"/>
                  <a:gd name="GluePoint7Y" fmla="*/ 5969 h 16094"/>
                  <a:gd name="GluePoint8X" fmla="*/ 2437 w 18937"/>
                  <a:gd name="GluePoint8Y" fmla="*/ 6000 h 16094"/>
                  <a:gd name="GluePoint9X" fmla="*/ 187 w 18937"/>
                  <a:gd name="GluePoint9Y" fmla="*/ 8437 h 16094"/>
                  <a:gd name="GluePoint10X" fmla="*/ 219 w 18937"/>
                  <a:gd name="GluePoint10Y" fmla="*/ 9156 h 16094"/>
                  <a:gd name="GluePoint11X" fmla="*/ 7531 w 18937"/>
                  <a:gd name="GluePoint11Y" fmla="*/ 15905 h 16094"/>
                  <a:gd name="GluePoint12X" fmla="*/ 8218 w 18937"/>
                  <a:gd name="GluePoint12Y" fmla="*/ 15874 h 16094"/>
                  <a:gd name="GluePoint13X" fmla="*/ 18749 w 18937"/>
                  <a:gd name="GluePoint13Y" fmla="*/ 3000 h 16094"/>
                  <a:gd name="GluePoint14X" fmla="*/ 18686 w 18937"/>
                  <a:gd name="GluePoint14Y" fmla="*/ 2312 h 160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8937" h="16094">
                    <a:moveTo>
                      <a:pt x="18686" y="2312"/>
                    </a:moveTo>
                    <a:lnTo>
                      <a:pt x="18686" y="2312"/>
                    </a:lnTo>
                    <a:cubicBezTo>
                      <a:pt x="16093" y="187"/>
                      <a:pt x="16093" y="187"/>
                      <a:pt x="16093" y="187"/>
                    </a:cubicBezTo>
                    <a:cubicBezTo>
                      <a:pt x="15874" y="0"/>
                      <a:pt x="15561" y="31"/>
                      <a:pt x="15374" y="250"/>
                    </a:cubicBezTo>
                    <a:cubicBezTo>
                      <a:pt x="7781" y="9531"/>
                      <a:pt x="7781" y="9531"/>
                      <a:pt x="7781" y="9531"/>
                    </a:cubicBezTo>
                    <a:cubicBezTo>
                      <a:pt x="7594" y="9749"/>
                      <a:pt x="7281" y="9780"/>
                      <a:pt x="7094" y="9594"/>
                    </a:cubicBezTo>
                    <a:cubicBezTo>
                      <a:pt x="3156" y="5969"/>
                      <a:pt x="3156" y="5969"/>
                      <a:pt x="3156" y="5969"/>
                    </a:cubicBezTo>
                    <a:cubicBezTo>
                      <a:pt x="2969" y="5781"/>
                      <a:pt x="2625" y="5781"/>
                      <a:pt x="2437" y="6000"/>
                    </a:cubicBezTo>
                    <a:cubicBezTo>
                      <a:pt x="187" y="8437"/>
                      <a:pt x="187" y="8437"/>
                      <a:pt x="187" y="8437"/>
                    </a:cubicBezTo>
                    <a:cubicBezTo>
                      <a:pt x="0" y="8656"/>
                      <a:pt x="0" y="8969"/>
                      <a:pt x="219" y="9156"/>
                    </a:cubicBezTo>
                    <a:cubicBezTo>
                      <a:pt x="7531" y="15905"/>
                      <a:pt x="7531" y="15905"/>
                      <a:pt x="7531" y="15905"/>
                    </a:cubicBezTo>
                    <a:cubicBezTo>
                      <a:pt x="7750" y="16093"/>
                      <a:pt x="8062" y="16093"/>
                      <a:pt x="8218" y="15874"/>
                    </a:cubicBezTo>
                    <a:cubicBezTo>
                      <a:pt x="18749" y="3000"/>
                      <a:pt x="18749" y="3000"/>
                      <a:pt x="18749" y="3000"/>
                    </a:cubicBezTo>
                    <a:cubicBezTo>
                      <a:pt x="18936" y="2781"/>
                      <a:pt x="18905" y="2469"/>
                      <a:pt x="18686" y="2312"/>
                    </a:cubicBezTo>
                  </a:path>
                </a:pathLst>
              </a:custGeom>
              <a:solidFill>
                <a:schemeClr val="bg1"/>
              </a:solidFill>
              <a:ln w="0">
                <a:noFill/>
              </a:ln>
            </p:spPr>
            <p:style>
              <a:lnRef idx="0"/>
              <a:fillRef idx="0"/>
              <a:effectRef idx="0"/>
              <a:fontRef idx="minor"/>
            </p:style>
            <p:txBody>
              <a:bodyPr wrap="none" lIns="90000" tIns="45000" rIns="90000" bIns="45000" anchor="ctr">
                <a:noAutofit/>
              </a:bodyPr>
              <a:p>
                <a:pPr/>
                <a:endParaRPr lang="en-US" sz="1800" b="0" u="none" strike="noStrike">
                  <a:solidFill>
                    <a:schemeClr val="dk1"/>
                  </a:solidFill>
                  <a:effectLst/>
                  <a:uFillTx/>
                  <a:latin typeface="Arial"/>
                </a:endParaRPr>
              </a:p>
            </p:txBody>
          </p:sp>
        </p:grpSp>
      </p:grpSp>
      <p:sp>
        <p:nvSpPr>
          <p:cNvPr id="1215" name="Oval 76"/>
          <p:cNvSpPr/>
          <p:nvPr/>
        </p:nvSpPr>
        <p:spPr>
          <a:xfrm>
            <a:off x="711720" y="1367640"/>
            <a:ext cx="4479480" cy="4479480"/>
          </a:xfrm>
          <a:prstGeom prst="ellipse">
            <a:avLst/>
          </a:prstGeom>
          <a:solidFill>
            <a:schemeClr val="tx2">
              <a:lumMod val="20000"/>
              <a:lumOff val="80000"/>
            </a:schemeClr>
          </a:solidFill>
          <a:ln w="19050">
            <a:solidFill>
              <a:srgbClr val="660033"/>
            </a:solidFill>
            <a:prstDash val="dash"/>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90000"/>
              </a:lnSpc>
              <a:spcBef>
                <a:spcPts val="300"/>
              </a:spcBef>
              <a:tabLst>
                <a:tab pos="0" algn="l"/>
              </a:tabLst>
            </a:pPr>
            <a:endParaRPr lang="fr-FR" sz="1400" b="0" u="none" strike="noStrike">
              <a:solidFill>
                <a:srgbClr val="FFFFFF"/>
              </a:solidFill>
              <a:effectLst/>
              <a:uFillTx/>
              <a:latin typeface="Calibri"/>
            </a:endParaRPr>
          </a:p>
        </p:txBody>
      </p:sp>
      <p:sp>
        <p:nvSpPr>
          <p:cNvPr id="1216" name="Oval 17"/>
          <p:cNvSpPr/>
          <p:nvPr/>
        </p:nvSpPr>
        <p:spPr>
          <a:xfrm>
            <a:off x="735120" y="1391040"/>
            <a:ext cx="4432680" cy="4432680"/>
          </a:xfrm>
          <a:prstGeom prst="ellipse">
            <a:avLst/>
          </a:prstGeom>
          <a:solidFill>
            <a:schemeClr val="bg1"/>
          </a:solidFill>
          <a:ln w="12700">
            <a:noFill/>
          </a:ln>
        </p:spPr>
        <p:style>
          <a:lnRef idx="0"/>
          <a:fillRef idx="0"/>
          <a:effectRef idx="0"/>
          <a:fontRef idx="minor"/>
        </p:style>
        <p:txBody>
          <a:bodyPr lIns="0" tIns="0" rIns="0" bIns="0" anchor="t">
            <a:noAutofit/>
          </a:bodyPr>
          <a:p>
            <a:pPr/>
            <a:endParaRPr lang="en-US" sz="2000" b="1" u="none" strike="noStrike">
              <a:solidFill>
                <a:schemeClr val="dk1"/>
              </a:solidFill>
              <a:effectLst/>
              <a:uFillTx/>
              <a:latin typeface="Arial"/>
            </a:endParaRPr>
          </a:p>
        </p:txBody>
      </p:sp>
      <p:sp>
        <p:nvSpPr>
          <p:cNvPr id="1217" name="Oval 187"/>
          <p:cNvSpPr/>
          <p:nvPr/>
        </p:nvSpPr>
        <p:spPr>
          <a:xfrm>
            <a:off x="6398640" y="1033200"/>
            <a:ext cx="2756880" cy="116640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grpSp>
        <p:nvGrpSpPr>
          <p:cNvPr id="1218" name="Groupe 15"/>
          <p:cNvGrpSpPr/>
          <p:nvPr/>
        </p:nvGrpSpPr>
        <p:grpSpPr>
          <a:xfrm>
            <a:off x="5290920" y="3465000"/>
            <a:ext cx="1316520" cy="271080"/>
            <a:chOff x="5290920" y="3465000"/>
            <a:chExt cx="1316520" cy="271080"/>
          </a:xfrm>
        </p:grpSpPr>
        <p:cxnSp>
          <p:nvCxnSpPr>
            <p:cNvPr id="1219" name="Straight Arrow Connector 132"/>
            <p:cNvCxnSpPr/>
            <p:nvPr/>
          </p:nvCxnSpPr>
          <p:spPr>
            <a:xfrm>
              <a:off x="5290920" y="3607200"/>
              <a:ext cx="1316880" cy="360"/>
            </a:xfrm>
            <a:prstGeom prst="straightConnector1">
              <a:avLst/>
            </a:prstGeom>
            <a:ln w="12700">
              <a:solidFill>
                <a:srgbClr val="000000"/>
              </a:solidFill>
              <a:tailEnd len="med" type="triangle" w="med"/>
            </a:ln>
          </p:spPr>
        </p:cxnSp>
        <p:grpSp>
          <p:nvGrpSpPr>
            <p:cNvPr id="1220" name="Group 203"/>
            <p:cNvGrpSpPr/>
            <p:nvPr/>
          </p:nvGrpSpPr>
          <p:grpSpPr>
            <a:xfrm>
              <a:off x="6143760" y="3465000"/>
              <a:ext cx="271080" cy="271080"/>
              <a:chOff x="6143760" y="3465000"/>
              <a:chExt cx="271080" cy="271080"/>
            </a:xfrm>
          </p:grpSpPr>
          <p:sp>
            <p:nvSpPr>
              <p:cNvPr id="1221" name="Oval 204"/>
              <p:cNvSpPr/>
              <p:nvPr/>
            </p:nvSpPr>
            <p:spPr>
              <a:xfrm>
                <a:off x="6143760" y="3465000"/>
                <a:ext cx="271080" cy="271080"/>
              </a:xfrm>
              <a:prstGeom prst="ellipse">
                <a:avLst/>
              </a:prstGeom>
              <a:solidFill>
                <a:srgbClr val="0B2285"/>
              </a:solidFill>
              <a:ln w="19050">
                <a:solidFill>
                  <a:srgbClr val="0B2285"/>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sp>
            <p:nvSpPr>
              <p:cNvPr id="1222" name="Freeform 2"/>
              <p:cNvSpPr/>
              <p:nvPr/>
            </p:nvSpPr>
            <p:spPr>
              <a:xfrm>
                <a:off x="6197760" y="3534120"/>
                <a:ext cx="153720" cy="130680"/>
              </a:xfrm>
              <a:custGeom>
                <a:avLst/>
                <a:gdLst>
                  <a:gd name="textAreaLeft" fmla="*/ 0 w 153720"/>
                  <a:gd name="textAreaRight" fmla="*/ 154080 w 153720"/>
                  <a:gd name="textAreaTop" fmla="*/ 0 h 130680"/>
                  <a:gd name="textAreaBottom" fmla="*/ 131040 h 130680"/>
                  <a:gd name="GluePoint1X" fmla="*/ 18686 w 18937"/>
                  <a:gd name="GluePoint1Y" fmla="*/ 2312 h 16094"/>
                  <a:gd name="GluePoint2X" fmla="*/ 18686 w 18937"/>
                  <a:gd name="GluePoint2Y" fmla="*/ 2312 h 16094"/>
                  <a:gd name="GluePoint3X" fmla="*/ 16093 w 18937"/>
                  <a:gd name="GluePoint3Y" fmla="*/ 187 h 16094"/>
                  <a:gd name="GluePoint4X" fmla="*/ 15374 w 18937"/>
                  <a:gd name="GluePoint4Y" fmla="*/ 250 h 16094"/>
                  <a:gd name="GluePoint5X" fmla="*/ 7781 w 18937"/>
                  <a:gd name="GluePoint5Y" fmla="*/ 9531 h 16094"/>
                  <a:gd name="GluePoint6X" fmla="*/ 7094 w 18937"/>
                  <a:gd name="GluePoint6Y" fmla="*/ 9594 h 16094"/>
                  <a:gd name="GluePoint7X" fmla="*/ 3156 w 18937"/>
                  <a:gd name="GluePoint7Y" fmla="*/ 5969 h 16094"/>
                  <a:gd name="GluePoint8X" fmla="*/ 2437 w 18937"/>
                  <a:gd name="GluePoint8Y" fmla="*/ 6000 h 16094"/>
                  <a:gd name="GluePoint9X" fmla="*/ 187 w 18937"/>
                  <a:gd name="GluePoint9Y" fmla="*/ 8437 h 16094"/>
                  <a:gd name="GluePoint10X" fmla="*/ 219 w 18937"/>
                  <a:gd name="GluePoint10Y" fmla="*/ 9156 h 16094"/>
                  <a:gd name="GluePoint11X" fmla="*/ 7531 w 18937"/>
                  <a:gd name="GluePoint11Y" fmla="*/ 15905 h 16094"/>
                  <a:gd name="GluePoint12X" fmla="*/ 8218 w 18937"/>
                  <a:gd name="GluePoint12Y" fmla="*/ 15874 h 16094"/>
                  <a:gd name="GluePoint13X" fmla="*/ 18749 w 18937"/>
                  <a:gd name="GluePoint13Y" fmla="*/ 3000 h 16094"/>
                  <a:gd name="GluePoint14X" fmla="*/ 18686 w 18937"/>
                  <a:gd name="GluePoint14Y" fmla="*/ 2312 h 160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8937" h="16094">
                    <a:moveTo>
                      <a:pt x="18686" y="2312"/>
                    </a:moveTo>
                    <a:lnTo>
                      <a:pt x="18686" y="2312"/>
                    </a:lnTo>
                    <a:cubicBezTo>
                      <a:pt x="16093" y="187"/>
                      <a:pt x="16093" y="187"/>
                      <a:pt x="16093" y="187"/>
                    </a:cubicBezTo>
                    <a:cubicBezTo>
                      <a:pt x="15874" y="0"/>
                      <a:pt x="15561" y="31"/>
                      <a:pt x="15374" y="250"/>
                    </a:cubicBezTo>
                    <a:cubicBezTo>
                      <a:pt x="7781" y="9531"/>
                      <a:pt x="7781" y="9531"/>
                      <a:pt x="7781" y="9531"/>
                    </a:cubicBezTo>
                    <a:cubicBezTo>
                      <a:pt x="7594" y="9749"/>
                      <a:pt x="7281" y="9780"/>
                      <a:pt x="7094" y="9594"/>
                    </a:cubicBezTo>
                    <a:cubicBezTo>
                      <a:pt x="3156" y="5969"/>
                      <a:pt x="3156" y="5969"/>
                      <a:pt x="3156" y="5969"/>
                    </a:cubicBezTo>
                    <a:cubicBezTo>
                      <a:pt x="2969" y="5781"/>
                      <a:pt x="2625" y="5781"/>
                      <a:pt x="2437" y="6000"/>
                    </a:cubicBezTo>
                    <a:cubicBezTo>
                      <a:pt x="187" y="8437"/>
                      <a:pt x="187" y="8437"/>
                      <a:pt x="187" y="8437"/>
                    </a:cubicBezTo>
                    <a:cubicBezTo>
                      <a:pt x="0" y="8656"/>
                      <a:pt x="0" y="8969"/>
                      <a:pt x="219" y="9156"/>
                    </a:cubicBezTo>
                    <a:cubicBezTo>
                      <a:pt x="7531" y="15905"/>
                      <a:pt x="7531" y="15905"/>
                      <a:pt x="7531" y="15905"/>
                    </a:cubicBezTo>
                    <a:cubicBezTo>
                      <a:pt x="7750" y="16093"/>
                      <a:pt x="8062" y="16093"/>
                      <a:pt x="8218" y="15874"/>
                    </a:cubicBezTo>
                    <a:cubicBezTo>
                      <a:pt x="18749" y="3000"/>
                      <a:pt x="18749" y="3000"/>
                      <a:pt x="18749" y="3000"/>
                    </a:cubicBezTo>
                    <a:cubicBezTo>
                      <a:pt x="18936" y="2781"/>
                      <a:pt x="18905" y="2469"/>
                      <a:pt x="18686" y="2312"/>
                    </a:cubicBezTo>
                  </a:path>
                </a:pathLst>
              </a:custGeom>
              <a:solidFill>
                <a:schemeClr val="bg1"/>
              </a:solidFill>
              <a:ln w="0">
                <a:noFill/>
              </a:ln>
            </p:spPr>
            <p:style>
              <a:lnRef idx="0"/>
              <a:fillRef idx="0"/>
              <a:effectRef idx="0"/>
              <a:fontRef idx="minor"/>
            </p:style>
            <p:txBody>
              <a:bodyPr wrap="none" lIns="90000" tIns="45000" rIns="90000" bIns="45000" anchor="ctr">
                <a:noAutofit/>
              </a:bodyPr>
              <a:p>
                <a:pPr/>
                <a:endParaRPr lang="en-US" sz="1800" b="0" u="none" strike="noStrike">
                  <a:solidFill>
                    <a:schemeClr val="dk1"/>
                  </a:solidFill>
                  <a:effectLst/>
                  <a:uFillTx/>
                  <a:latin typeface="Arial"/>
                </a:endParaRPr>
              </a:p>
            </p:txBody>
          </p:sp>
        </p:grpSp>
      </p:grpSp>
      <p:grpSp>
        <p:nvGrpSpPr>
          <p:cNvPr id="1223" name="Groupe 19"/>
          <p:cNvGrpSpPr/>
          <p:nvPr/>
        </p:nvGrpSpPr>
        <p:grpSpPr>
          <a:xfrm>
            <a:off x="4214160" y="5437800"/>
            <a:ext cx="2393280" cy="271080"/>
            <a:chOff x="4214160" y="5437800"/>
            <a:chExt cx="2393280" cy="271080"/>
          </a:xfrm>
        </p:grpSpPr>
        <p:cxnSp>
          <p:nvCxnSpPr>
            <p:cNvPr id="1224" name="Straight Arrow Connector 157"/>
            <p:cNvCxnSpPr/>
            <p:nvPr/>
          </p:nvCxnSpPr>
          <p:spPr>
            <a:xfrm>
              <a:off x="4214160" y="5590080"/>
              <a:ext cx="2393640" cy="360"/>
            </a:xfrm>
            <a:prstGeom prst="straightConnector1">
              <a:avLst/>
            </a:prstGeom>
            <a:ln w="12700">
              <a:solidFill>
                <a:srgbClr val="000000"/>
              </a:solidFill>
              <a:tailEnd len="med" type="triangle" w="med"/>
            </a:ln>
          </p:spPr>
        </p:cxnSp>
        <p:grpSp>
          <p:nvGrpSpPr>
            <p:cNvPr id="1225" name="Group 209"/>
            <p:cNvGrpSpPr/>
            <p:nvPr/>
          </p:nvGrpSpPr>
          <p:grpSpPr>
            <a:xfrm>
              <a:off x="6143760" y="5437800"/>
              <a:ext cx="271080" cy="271080"/>
              <a:chOff x="6143760" y="5437800"/>
              <a:chExt cx="271080" cy="271080"/>
            </a:xfrm>
          </p:grpSpPr>
          <p:sp>
            <p:nvSpPr>
              <p:cNvPr id="1226" name="Oval 210"/>
              <p:cNvSpPr/>
              <p:nvPr/>
            </p:nvSpPr>
            <p:spPr>
              <a:xfrm>
                <a:off x="6143760" y="5437800"/>
                <a:ext cx="271080" cy="271080"/>
              </a:xfrm>
              <a:prstGeom prst="ellipse">
                <a:avLst/>
              </a:prstGeom>
              <a:solidFill>
                <a:srgbClr val="EB7E27"/>
              </a:solidFill>
              <a:ln w="19050">
                <a:solidFill>
                  <a:srgbClr val="B1282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sp>
            <p:nvSpPr>
              <p:cNvPr id="1227" name="Freeform 2"/>
              <p:cNvSpPr/>
              <p:nvPr/>
            </p:nvSpPr>
            <p:spPr>
              <a:xfrm>
                <a:off x="6197760" y="5506920"/>
                <a:ext cx="153720" cy="130680"/>
              </a:xfrm>
              <a:custGeom>
                <a:avLst/>
                <a:gdLst>
                  <a:gd name="textAreaLeft" fmla="*/ 0 w 153720"/>
                  <a:gd name="textAreaRight" fmla="*/ 154080 w 153720"/>
                  <a:gd name="textAreaTop" fmla="*/ 0 h 130680"/>
                  <a:gd name="textAreaBottom" fmla="*/ 131040 h 130680"/>
                  <a:gd name="GluePoint1X" fmla="*/ 18686 w 18937"/>
                  <a:gd name="GluePoint1Y" fmla="*/ 2312 h 16094"/>
                  <a:gd name="GluePoint2X" fmla="*/ 18686 w 18937"/>
                  <a:gd name="GluePoint2Y" fmla="*/ 2312 h 16094"/>
                  <a:gd name="GluePoint3X" fmla="*/ 16093 w 18937"/>
                  <a:gd name="GluePoint3Y" fmla="*/ 187 h 16094"/>
                  <a:gd name="GluePoint4X" fmla="*/ 15374 w 18937"/>
                  <a:gd name="GluePoint4Y" fmla="*/ 250 h 16094"/>
                  <a:gd name="GluePoint5X" fmla="*/ 7781 w 18937"/>
                  <a:gd name="GluePoint5Y" fmla="*/ 9531 h 16094"/>
                  <a:gd name="GluePoint6X" fmla="*/ 7094 w 18937"/>
                  <a:gd name="GluePoint6Y" fmla="*/ 9594 h 16094"/>
                  <a:gd name="GluePoint7X" fmla="*/ 3156 w 18937"/>
                  <a:gd name="GluePoint7Y" fmla="*/ 5969 h 16094"/>
                  <a:gd name="GluePoint8X" fmla="*/ 2437 w 18937"/>
                  <a:gd name="GluePoint8Y" fmla="*/ 6000 h 16094"/>
                  <a:gd name="GluePoint9X" fmla="*/ 187 w 18937"/>
                  <a:gd name="GluePoint9Y" fmla="*/ 8437 h 16094"/>
                  <a:gd name="GluePoint10X" fmla="*/ 219 w 18937"/>
                  <a:gd name="GluePoint10Y" fmla="*/ 9156 h 16094"/>
                  <a:gd name="GluePoint11X" fmla="*/ 7531 w 18937"/>
                  <a:gd name="GluePoint11Y" fmla="*/ 15905 h 16094"/>
                  <a:gd name="GluePoint12X" fmla="*/ 8218 w 18937"/>
                  <a:gd name="GluePoint12Y" fmla="*/ 15874 h 16094"/>
                  <a:gd name="GluePoint13X" fmla="*/ 18749 w 18937"/>
                  <a:gd name="GluePoint13Y" fmla="*/ 3000 h 16094"/>
                  <a:gd name="GluePoint14X" fmla="*/ 18686 w 18937"/>
                  <a:gd name="GluePoint14Y" fmla="*/ 2312 h 160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8937" h="16094">
                    <a:moveTo>
                      <a:pt x="18686" y="2312"/>
                    </a:moveTo>
                    <a:lnTo>
                      <a:pt x="18686" y="2312"/>
                    </a:lnTo>
                    <a:cubicBezTo>
                      <a:pt x="16093" y="187"/>
                      <a:pt x="16093" y="187"/>
                      <a:pt x="16093" y="187"/>
                    </a:cubicBezTo>
                    <a:cubicBezTo>
                      <a:pt x="15874" y="0"/>
                      <a:pt x="15561" y="31"/>
                      <a:pt x="15374" y="250"/>
                    </a:cubicBezTo>
                    <a:cubicBezTo>
                      <a:pt x="7781" y="9531"/>
                      <a:pt x="7781" y="9531"/>
                      <a:pt x="7781" y="9531"/>
                    </a:cubicBezTo>
                    <a:cubicBezTo>
                      <a:pt x="7594" y="9749"/>
                      <a:pt x="7281" y="9780"/>
                      <a:pt x="7094" y="9594"/>
                    </a:cubicBezTo>
                    <a:cubicBezTo>
                      <a:pt x="3156" y="5969"/>
                      <a:pt x="3156" y="5969"/>
                      <a:pt x="3156" y="5969"/>
                    </a:cubicBezTo>
                    <a:cubicBezTo>
                      <a:pt x="2969" y="5781"/>
                      <a:pt x="2625" y="5781"/>
                      <a:pt x="2437" y="6000"/>
                    </a:cubicBezTo>
                    <a:cubicBezTo>
                      <a:pt x="187" y="8437"/>
                      <a:pt x="187" y="8437"/>
                      <a:pt x="187" y="8437"/>
                    </a:cubicBezTo>
                    <a:cubicBezTo>
                      <a:pt x="0" y="8656"/>
                      <a:pt x="0" y="8969"/>
                      <a:pt x="219" y="9156"/>
                    </a:cubicBezTo>
                    <a:cubicBezTo>
                      <a:pt x="7531" y="15905"/>
                      <a:pt x="7531" y="15905"/>
                      <a:pt x="7531" y="15905"/>
                    </a:cubicBezTo>
                    <a:cubicBezTo>
                      <a:pt x="7750" y="16093"/>
                      <a:pt x="8062" y="16093"/>
                      <a:pt x="8218" y="15874"/>
                    </a:cubicBezTo>
                    <a:cubicBezTo>
                      <a:pt x="18749" y="3000"/>
                      <a:pt x="18749" y="3000"/>
                      <a:pt x="18749" y="3000"/>
                    </a:cubicBezTo>
                    <a:cubicBezTo>
                      <a:pt x="18936" y="2781"/>
                      <a:pt x="18905" y="2469"/>
                      <a:pt x="18686" y="2312"/>
                    </a:cubicBezTo>
                  </a:path>
                </a:pathLst>
              </a:custGeom>
              <a:solidFill>
                <a:schemeClr val="bg1"/>
              </a:solidFill>
              <a:ln w="0">
                <a:noFill/>
              </a:ln>
            </p:spPr>
            <p:style>
              <a:lnRef idx="0"/>
              <a:fillRef idx="0"/>
              <a:effectRef idx="0"/>
              <a:fontRef idx="minor"/>
            </p:style>
            <p:txBody>
              <a:bodyPr wrap="none" lIns="90000" tIns="45000" rIns="90000" bIns="45000" anchor="ctr">
                <a:noAutofit/>
              </a:bodyPr>
              <a:p>
                <a:pPr/>
                <a:endParaRPr lang="en-US" sz="1800" b="0" u="none" strike="noStrike">
                  <a:solidFill>
                    <a:schemeClr val="dk1"/>
                  </a:solidFill>
                  <a:effectLst/>
                  <a:uFillTx/>
                  <a:latin typeface="Arial"/>
                </a:endParaRPr>
              </a:p>
            </p:txBody>
          </p:sp>
        </p:grpSp>
      </p:grpSp>
      <p:pic>
        <p:nvPicPr>
          <p:cNvPr id="1228" name="Picture 2" descr="Inox Technologies"/>
          <p:cNvPicPr/>
          <p:nvPr/>
        </p:nvPicPr>
        <p:blipFill>
          <a:blip r:embed="rId1"/>
          <a:srcRect l="9689" t="12401" r="7064" b="18725"/>
          <a:stretch/>
        </p:blipFill>
        <p:spPr>
          <a:xfrm>
            <a:off x="1038960" y="1847880"/>
            <a:ext cx="3836520" cy="3174120"/>
          </a:xfrm>
          <a:prstGeom prst="rect">
            <a:avLst/>
          </a:prstGeom>
          <a:noFill/>
          <a:ln w="0">
            <a:noFill/>
          </a:ln>
        </p:spPr>
      </p:pic>
      <p:sp>
        <p:nvSpPr>
          <p:cNvPr id="1229" name="Oval 78"/>
          <p:cNvSpPr/>
          <p:nvPr/>
        </p:nvSpPr>
        <p:spPr>
          <a:xfrm>
            <a:off x="182880" y="1033920"/>
            <a:ext cx="5414400" cy="4727880"/>
          </a:xfrm>
          <a:prstGeom prst="ellipse">
            <a:avLst/>
          </a:prstGeom>
          <a:gradFill rotWithShape="0">
            <a:gsLst>
              <a:gs pos="0">
                <a:srgbClr val="9063CD">
                  <a:alpha val="29000"/>
                </a:srgbClr>
              </a:gs>
              <a:gs pos="65000">
                <a:srgbClr val="9063CD">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230" name="PlaceHolder 1"/>
          <p:cNvSpPr>
            <a:spLocks noGrp="1"/>
          </p:cNvSpPr>
          <p:nvPr>
            <p:ph type="title"/>
          </p:nvPr>
        </p:nvSpPr>
        <p:spPr>
          <a:xfrm>
            <a:off x="927000" y="236880"/>
            <a:ext cx="9829440" cy="534600"/>
          </a:xfrm>
          <a:prstGeom prst="rect">
            <a:avLst/>
          </a:prstGeom>
          <a:noFill/>
          <a:ln w="0">
            <a:noFill/>
          </a:ln>
        </p:spPr>
        <p:txBody>
          <a:bodyPr lIns="90000" tIns="45000" rIns="90000" bIns="45000" anchor="t">
            <a:noAutofit/>
          </a:bodyPr>
          <a:p>
            <a:pPr indent="0" algn="l" defTabSz="914400">
              <a:lnSpc>
                <a:spcPct val="90000"/>
              </a:lnSpc>
              <a:buNone/>
            </a:pPr>
            <a:r>
              <a:rPr lang="fr-FR" sz="4000" b="1" u="none" strike="noStrike">
                <a:solidFill>
                  <a:schemeClr val="dk1"/>
                </a:solidFill>
                <a:effectLst/>
                <a:uFillTx/>
                <a:latin typeface="Calibri"/>
                <a:ea typeface="Calibri"/>
              </a:rPr>
              <a:t>Ils nous font confiance</a:t>
            </a:r>
            <a:endParaRPr lang="fr-FR" sz="4000" b="1" u="none" strike="noStrike">
              <a:solidFill>
                <a:schemeClr val="dk1"/>
              </a:solidFill>
              <a:effectLst/>
              <a:uFillTx/>
              <a:latin typeface="Arial"/>
            </a:endParaRPr>
          </a:p>
        </p:txBody>
      </p:sp>
      <p:pic>
        <p:nvPicPr>
          <p:cNvPr id="1231" name="Graphic 46"/>
          <p:cNvPicPr/>
          <p:nvPr/>
        </p:nvPicPr>
        <p:blipFill>
          <a:blip r:embed="rId2">
            <a:extLst>
              <a:ext uri="{96DAC541-7B7A-43D3-8B79-37D633B846F1}">
                <asvg:svgBlip xmlns:asvg="http://schemas.microsoft.com/office/drawing/2016/SVG/main" r:embed="rId3"/>
              </a:ext>
            </a:extLst>
          </a:blip>
          <a:stretch/>
        </p:blipFill>
        <p:spPr>
          <a:xfrm rot="5400000">
            <a:off x="149400" y="747720"/>
            <a:ext cx="1210320" cy="116280"/>
          </a:xfrm>
          <a:prstGeom prst="rect">
            <a:avLst/>
          </a:prstGeom>
          <a:noFill/>
          <a:ln w="0">
            <a:noFill/>
          </a:ln>
        </p:spPr>
      </p:pic>
      <p:sp>
        <p:nvSpPr>
          <p:cNvPr id="1232" name="TextBox 48"/>
          <p:cNvSpPr/>
          <p:nvPr/>
        </p:nvSpPr>
        <p:spPr>
          <a:xfrm>
            <a:off x="1047600" y="801000"/>
            <a:ext cx="5303880" cy="369000"/>
          </a:xfrm>
          <a:prstGeom prst="rect">
            <a:avLst/>
          </a:prstGeom>
          <a:noFill/>
          <a:ln w="0">
            <a:noFill/>
          </a:ln>
        </p:spPr>
        <p:style>
          <a:lnRef idx="0"/>
          <a:fillRef idx="0"/>
          <a:effectRef idx="0"/>
          <a:fontRef idx="minor"/>
        </p:style>
        <p:txBody>
          <a:bodyPr lIns="0" tIns="45000" rIns="90000" bIns="45000" anchor="t">
            <a:spAutoFit/>
          </a:bodyPr>
          <a:p>
            <a:pPr defTabSz="914400">
              <a:lnSpc>
                <a:spcPct val="100000"/>
              </a:lnSpc>
              <a:tabLst>
                <a:tab pos="0" algn="l"/>
              </a:tabLst>
            </a:pPr>
            <a:r>
              <a:rPr lang="fr-FR" sz="1800" b="1" u="none" strike="noStrike">
                <a:solidFill>
                  <a:srgbClr val="595959"/>
                </a:solidFill>
                <a:effectLst/>
                <a:uFillTx/>
                <a:latin typeface="Calibri"/>
                <a:ea typeface="Calibri"/>
              </a:rPr>
              <a:t>Quelques-unes des entreprises qui nous font confiance</a:t>
            </a:r>
            <a:endParaRPr lang="en-US" sz="1800" b="0" u="none" strike="noStrike">
              <a:solidFill>
                <a:srgbClr val="000000"/>
              </a:solidFill>
              <a:effectLst/>
              <a:uFillTx/>
              <a:latin typeface="Arial"/>
            </a:endParaRPr>
          </a:p>
        </p:txBody>
      </p:sp>
      <p:sp>
        <p:nvSpPr>
          <p:cNvPr id="1233" name="Oval 187"/>
          <p:cNvSpPr/>
          <p:nvPr/>
        </p:nvSpPr>
        <p:spPr>
          <a:xfrm>
            <a:off x="6398640" y="2725920"/>
            <a:ext cx="2756880" cy="1931760"/>
          </a:xfrm>
          <a:prstGeom prst="ellipse">
            <a:avLst/>
          </a:prstGeom>
          <a:solidFill>
            <a:schemeClr val="bg1"/>
          </a:solidFill>
          <a:ln>
            <a:solidFill>
              <a:srgbClr val="1B3EA1"/>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sp>
        <p:nvSpPr>
          <p:cNvPr id="1234" name="Oval 187"/>
          <p:cNvSpPr/>
          <p:nvPr/>
        </p:nvSpPr>
        <p:spPr>
          <a:xfrm>
            <a:off x="6398640" y="5006880"/>
            <a:ext cx="2756880" cy="1166400"/>
          </a:xfrm>
          <a:prstGeom prst="ellipse">
            <a:avLst/>
          </a:prstGeom>
          <a:solidFill>
            <a:schemeClr val="bg1"/>
          </a:solidFill>
          <a:ln>
            <a:solidFill>
              <a:srgbClr val="B1282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pic>
        <p:nvPicPr>
          <p:cNvPr id="1235" name="Picture 4" descr="Accueil - Groupement professionnel des miniers de Côte d'Ivoire"/>
          <p:cNvPicPr/>
          <p:nvPr/>
        </p:nvPicPr>
        <p:blipFill>
          <a:blip r:embed="rId4"/>
          <a:srcRect l="20015" t="31173" r="24346" b="27724"/>
          <a:stretch/>
        </p:blipFill>
        <p:spPr>
          <a:xfrm>
            <a:off x="6606720" y="5155560"/>
            <a:ext cx="2293560" cy="909720"/>
          </a:xfrm>
          <a:prstGeom prst="rect">
            <a:avLst/>
          </a:prstGeom>
          <a:noFill/>
          <a:ln w="0">
            <a:noFill/>
          </a:ln>
        </p:spPr>
      </p:pic>
      <p:pic>
        <p:nvPicPr>
          <p:cNvPr id="1236" name="Image 12" descr="ASAC"/>
          <p:cNvPicPr/>
          <p:nvPr/>
        </p:nvPicPr>
        <p:blipFill>
          <a:blip r:embed="rId5"/>
          <a:srcRect l="19097" t="4659" r="21758" b="10158"/>
          <a:stretch/>
        </p:blipFill>
        <p:spPr>
          <a:xfrm>
            <a:off x="7008480" y="2929680"/>
            <a:ext cx="1553400" cy="1470240"/>
          </a:xfrm>
          <a:prstGeom prst="rect">
            <a:avLst/>
          </a:prstGeom>
          <a:noFill/>
          <a:ln w="0">
            <a:noFill/>
          </a:ln>
        </p:spPr>
      </p:pic>
      <p:grpSp>
        <p:nvGrpSpPr>
          <p:cNvPr id="1237" name="Group 216"/>
          <p:cNvGrpSpPr/>
          <p:nvPr/>
        </p:nvGrpSpPr>
        <p:grpSpPr>
          <a:xfrm>
            <a:off x="4969440" y="2328120"/>
            <a:ext cx="4122720" cy="271080"/>
            <a:chOff x="4969440" y="2328120"/>
            <a:chExt cx="4122720" cy="271080"/>
          </a:xfrm>
        </p:grpSpPr>
        <p:cxnSp>
          <p:nvCxnSpPr>
            <p:cNvPr id="1238" name="Straight Arrow Connector 22"/>
            <p:cNvCxnSpPr/>
            <p:nvPr/>
          </p:nvCxnSpPr>
          <p:spPr>
            <a:xfrm flipV="1">
              <a:off x="4969440" y="2479320"/>
              <a:ext cx="4123080" cy="48960"/>
            </a:xfrm>
            <a:prstGeom prst="straightConnector1">
              <a:avLst/>
            </a:prstGeom>
            <a:ln w="12700">
              <a:solidFill>
                <a:srgbClr val="000000"/>
              </a:solidFill>
              <a:tailEnd len="med" type="triangle" w="med"/>
            </a:ln>
          </p:spPr>
        </p:cxnSp>
        <p:grpSp>
          <p:nvGrpSpPr>
            <p:cNvPr id="1239" name="Group 9"/>
            <p:cNvGrpSpPr/>
            <p:nvPr/>
          </p:nvGrpSpPr>
          <p:grpSpPr>
            <a:xfrm>
              <a:off x="8628480" y="2328120"/>
              <a:ext cx="271080" cy="271080"/>
              <a:chOff x="8628480" y="2328120"/>
              <a:chExt cx="271080" cy="271080"/>
            </a:xfrm>
          </p:grpSpPr>
          <p:sp>
            <p:nvSpPr>
              <p:cNvPr id="1240" name="Oval 56"/>
              <p:cNvSpPr/>
              <p:nvPr/>
            </p:nvSpPr>
            <p:spPr>
              <a:xfrm>
                <a:off x="8628480" y="2328120"/>
                <a:ext cx="271080" cy="271080"/>
              </a:xfrm>
              <a:prstGeom prst="ellipse">
                <a:avLst/>
              </a:prstGeom>
              <a:solidFill>
                <a:srgbClr val="0B4336"/>
              </a:solidFill>
              <a:ln w="19050">
                <a:solidFill>
                  <a:srgbClr val="0B4336"/>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sp>
            <p:nvSpPr>
              <p:cNvPr id="1241" name="Freeform 2"/>
              <p:cNvSpPr/>
              <p:nvPr/>
            </p:nvSpPr>
            <p:spPr>
              <a:xfrm>
                <a:off x="8682480" y="2397240"/>
                <a:ext cx="153720" cy="130680"/>
              </a:xfrm>
              <a:custGeom>
                <a:avLst/>
                <a:gdLst>
                  <a:gd name="textAreaLeft" fmla="*/ 0 w 153720"/>
                  <a:gd name="textAreaRight" fmla="*/ 154080 w 153720"/>
                  <a:gd name="textAreaTop" fmla="*/ 0 h 130680"/>
                  <a:gd name="textAreaBottom" fmla="*/ 131040 h 130680"/>
                  <a:gd name="GluePoint1X" fmla="*/ 18686 w 18937"/>
                  <a:gd name="GluePoint1Y" fmla="*/ 2312 h 16094"/>
                  <a:gd name="GluePoint2X" fmla="*/ 18686 w 18937"/>
                  <a:gd name="GluePoint2Y" fmla="*/ 2312 h 16094"/>
                  <a:gd name="GluePoint3X" fmla="*/ 16093 w 18937"/>
                  <a:gd name="GluePoint3Y" fmla="*/ 187 h 16094"/>
                  <a:gd name="GluePoint4X" fmla="*/ 15374 w 18937"/>
                  <a:gd name="GluePoint4Y" fmla="*/ 250 h 16094"/>
                  <a:gd name="GluePoint5X" fmla="*/ 7781 w 18937"/>
                  <a:gd name="GluePoint5Y" fmla="*/ 9531 h 16094"/>
                  <a:gd name="GluePoint6X" fmla="*/ 7094 w 18937"/>
                  <a:gd name="GluePoint6Y" fmla="*/ 9594 h 16094"/>
                  <a:gd name="GluePoint7X" fmla="*/ 3156 w 18937"/>
                  <a:gd name="GluePoint7Y" fmla="*/ 5969 h 16094"/>
                  <a:gd name="GluePoint8X" fmla="*/ 2437 w 18937"/>
                  <a:gd name="GluePoint8Y" fmla="*/ 6000 h 16094"/>
                  <a:gd name="GluePoint9X" fmla="*/ 187 w 18937"/>
                  <a:gd name="GluePoint9Y" fmla="*/ 8437 h 16094"/>
                  <a:gd name="GluePoint10X" fmla="*/ 219 w 18937"/>
                  <a:gd name="GluePoint10Y" fmla="*/ 9156 h 16094"/>
                  <a:gd name="GluePoint11X" fmla="*/ 7531 w 18937"/>
                  <a:gd name="GluePoint11Y" fmla="*/ 15905 h 16094"/>
                  <a:gd name="GluePoint12X" fmla="*/ 8218 w 18937"/>
                  <a:gd name="GluePoint12Y" fmla="*/ 15874 h 16094"/>
                  <a:gd name="GluePoint13X" fmla="*/ 18749 w 18937"/>
                  <a:gd name="GluePoint13Y" fmla="*/ 3000 h 16094"/>
                  <a:gd name="GluePoint14X" fmla="*/ 18686 w 18937"/>
                  <a:gd name="GluePoint14Y" fmla="*/ 2312 h 160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8937" h="16094">
                    <a:moveTo>
                      <a:pt x="18686" y="2312"/>
                    </a:moveTo>
                    <a:lnTo>
                      <a:pt x="18686" y="2312"/>
                    </a:lnTo>
                    <a:cubicBezTo>
                      <a:pt x="16093" y="187"/>
                      <a:pt x="16093" y="187"/>
                      <a:pt x="16093" y="187"/>
                    </a:cubicBezTo>
                    <a:cubicBezTo>
                      <a:pt x="15874" y="0"/>
                      <a:pt x="15561" y="31"/>
                      <a:pt x="15374" y="250"/>
                    </a:cubicBezTo>
                    <a:cubicBezTo>
                      <a:pt x="7781" y="9531"/>
                      <a:pt x="7781" y="9531"/>
                      <a:pt x="7781" y="9531"/>
                    </a:cubicBezTo>
                    <a:cubicBezTo>
                      <a:pt x="7594" y="9749"/>
                      <a:pt x="7281" y="9780"/>
                      <a:pt x="7094" y="9594"/>
                    </a:cubicBezTo>
                    <a:cubicBezTo>
                      <a:pt x="3156" y="5969"/>
                      <a:pt x="3156" y="5969"/>
                      <a:pt x="3156" y="5969"/>
                    </a:cubicBezTo>
                    <a:cubicBezTo>
                      <a:pt x="2969" y="5781"/>
                      <a:pt x="2625" y="5781"/>
                      <a:pt x="2437" y="6000"/>
                    </a:cubicBezTo>
                    <a:cubicBezTo>
                      <a:pt x="187" y="8437"/>
                      <a:pt x="187" y="8437"/>
                      <a:pt x="187" y="8437"/>
                    </a:cubicBezTo>
                    <a:cubicBezTo>
                      <a:pt x="0" y="8656"/>
                      <a:pt x="0" y="8969"/>
                      <a:pt x="219" y="9156"/>
                    </a:cubicBezTo>
                    <a:cubicBezTo>
                      <a:pt x="7531" y="15905"/>
                      <a:pt x="7531" y="15905"/>
                      <a:pt x="7531" y="15905"/>
                    </a:cubicBezTo>
                    <a:cubicBezTo>
                      <a:pt x="7750" y="16093"/>
                      <a:pt x="8062" y="16093"/>
                      <a:pt x="8218" y="15874"/>
                    </a:cubicBezTo>
                    <a:cubicBezTo>
                      <a:pt x="18749" y="3000"/>
                      <a:pt x="18749" y="3000"/>
                      <a:pt x="18749" y="3000"/>
                    </a:cubicBezTo>
                    <a:cubicBezTo>
                      <a:pt x="18936" y="2781"/>
                      <a:pt x="18905" y="2469"/>
                      <a:pt x="18686" y="2312"/>
                    </a:cubicBezTo>
                  </a:path>
                </a:pathLst>
              </a:custGeom>
              <a:solidFill>
                <a:schemeClr val="bg1"/>
              </a:solidFill>
              <a:ln w="0">
                <a:noFill/>
              </a:ln>
            </p:spPr>
            <p:style>
              <a:lnRef idx="0"/>
              <a:fillRef idx="0"/>
              <a:effectRef idx="0"/>
              <a:fontRef idx="minor"/>
            </p:style>
            <p:txBody>
              <a:bodyPr wrap="none" lIns="90000" tIns="45000" rIns="90000" bIns="45000" anchor="ctr">
                <a:noAutofit/>
              </a:bodyPr>
              <a:p>
                <a:pPr/>
                <a:endParaRPr lang="en-US" sz="1800" b="0" u="none" strike="noStrike">
                  <a:solidFill>
                    <a:schemeClr val="dk1"/>
                  </a:solidFill>
                  <a:effectLst/>
                  <a:uFillTx/>
                  <a:latin typeface="Arial"/>
                </a:endParaRPr>
              </a:p>
            </p:txBody>
          </p:sp>
        </p:grpSp>
      </p:grpSp>
      <p:sp>
        <p:nvSpPr>
          <p:cNvPr id="1242" name="Oval 187"/>
          <p:cNvSpPr/>
          <p:nvPr/>
        </p:nvSpPr>
        <p:spPr>
          <a:xfrm>
            <a:off x="8883360" y="1888200"/>
            <a:ext cx="2756880" cy="1166400"/>
          </a:xfrm>
          <a:prstGeom prst="ellipse">
            <a:avLst/>
          </a:prstGeom>
          <a:solidFill>
            <a:schemeClr val="bg1"/>
          </a:solidFill>
          <a:ln>
            <a:solidFill>
              <a:srgbClr val="0D4539"/>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pic>
        <p:nvPicPr>
          <p:cNvPr id="1243" name="Image 25"/>
          <p:cNvPicPr/>
          <p:nvPr/>
        </p:nvPicPr>
        <p:blipFill>
          <a:blip r:embed="rId6"/>
          <a:stretch/>
        </p:blipFill>
        <p:spPr>
          <a:xfrm>
            <a:off x="9309240" y="2160360"/>
            <a:ext cx="1904760" cy="637920"/>
          </a:xfrm>
          <a:prstGeom prst="rect">
            <a:avLst/>
          </a:prstGeom>
          <a:noFill/>
          <a:ln w="0">
            <a:noFill/>
          </a:ln>
        </p:spPr>
      </p:pic>
      <p:grpSp>
        <p:nvGrpSpPr>
          <p:cNvPr id="1244" name="Group 216"/>
          <p:cNvGrpSpPr/>
          <p:nvPr/>
        </p:nvGrpSpPr>
        <p:grpSpPr>
          <a:xfrm>
            <a:off x="4975920" y="4654080"/>
            <a:ext cx="4122720" cy="271080"/>
            <a:chOff x="4975920" y="4654080"/>
            <a:chExt cx="4122720" cy="271080"/>
          </a:xfrm>
        </p:grpSpPr>
        <p:cxnSp>
          <p:nvCxnSpPr>
            <p:cNvPr id="1245" name="Straight Arrow Connector 22"/>
            <p:cNvCxnSpPr/>
            <p:nvPr/>
          </p:nvCxnSpPr>
          <p:spPr>
            <a:xfrm flipV="1">
              <a:off x="4975920" y="4804920"/>
              <a:ext cx="4123080" cy="48960"/>
            </a:xfrm>
            <a:prstGeom prst="straightConnector1">
              <a:avLst/>
            </a:prstGeom>
            <a:ln w="12700">
              <a:solidFill>
                <a:srgbClr val="000000"/>
              </a:solidFill>
              <a:tailEnd len="med" type="triangle" w="med"/>
            </a:ln>
          </p:spPr>
        </p:cxnSp>
        <p:grpSp>
          <p:nvGrpSpPr>
            <p:cNvPr id="1246" name="Group 9"/>
            <p:cNvGrpSpPr/>
            <p:nvPr/>
          </p:nvGrpSpPr>
          <p:grpSpPr>
            <a:xfrm>
              <a:off x="8635320" y="4654080"/>
              <a:ext cx="271080" cy="271080"/>
              <a:chOff x="8635320" y="4654080"/>
              <a:chExt cx="271080" cy="271080"/>
            </a:xfrm>
          </p:grpSpPr>
          <p:sp>
            <p:nvSpPr>
              <p:cNvPr id="1247" name="Oval 56"/>
              <p:cNvSpPr/>
              <p:nvPr/>
            </p:nvSpPr>
            <p:spPr>
              <a:xfrm>
                <a:off x="8635320" y="4654080"/>
                <a:ext cx="271080" cy="271080"/>
              </a:xfrm>
              <a:prstGeom prst="ellipse">
                <a:avLst/>
              </a:prstGeom>
              <a:solidFill>
                <a:srgbClr val="42200A"/>
              </a:solidFill>
              <a:ln w="19050">
                <a:solidFill>
                  <a:srgbClr val="42200A"/>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sp>
            <p:nvSpPr>
              <p:cNvPr id="1248" name="Freeform 2"/>
              <p:cNvSpPr/>
              <p:nvPr/>
            </p:nvSpPr>
            <p:spPr>
              <a:xfrm>
                <a:off x="8689320" y="4722840"/>
                <a:ext cx="153720" cy="130680"/>
              </a:xfrm>
              <a:custGeom>
                <a:avLst/>
                <a:gdLst>
                  <a:gd name="textAreaLeft" fmla="*/ 0 w 153720"/>
                  <a:gd name="textAreaRight" fmla="*/ 154080 w 153720"/>
                  <a:gd name="textAreaTop" fmla="*/ 0 h 130680"/>
                  <a:gd name="textAreaBottom" fmla="*/ 131040 h 130680"/>
                  <a:gd name="GluePoint1X" fmla="*/ 18686 w 18937"/>
                  <a:gd name="GluePoint1Y" fmla="*/ 2312 h 16094"/>
                  <a:gd name="GluePoint2X" fmla="*/ 18686 w 18937"/>
                  <a:gd name="GluePoint2Y" fmla="*/ 2312 h 16094"/>
                  <a:gd name="GluePoint3X" fmla="*/ 16093 w 18937"/>
                  <a:gd name="GluePoint3Y" fmla="*/ 187 h 16094"/>
                  <a:gd name="GluePoint4X" fmla="*/ 15374 w 18937"/>
                  <a:gd name="GluePoint4Y" fmla="*/ 250 h 16094"/>
                  <a:gd name="GluePoint5X" fmla="*/ 7781 w 18937"/>
                  <a:gd name="GluePoint5Y" fmla="*/ 9531 h 16094"/>
                  <a:gd name="GluePoint6X" fmla="*/ 7094 w 18937"/>
                  <a:gd name="GluePoint6Y" fmla="*/ 9594 h 16094"/>
                  <a:gd name="GluePoint7X" fmla="*/ 3156 w 18937"/>
                  <a:gd name="GluePoint7Y" fmla="*/ 5969 h 16094"/>
                  <a:gd name="GluePoint8X" fmla="*/ 2437 w 18937"/>
                  <a:gd name="GluePoint8Y" fmla="*/ 6000 h 16094"/>
                  <a:gd name="GluePoint9X" fmla="*/ 187 w 18937"/>
                  <a:gd name="GluePoint9Y" fmla="*/ 8437 h 16094"/>
                  <a:gd name="GluePoint10X" fmla="*/ 219 w 18937"/>
                  <a:gd name="GluePoint10Y" fmla="*/ 9156 h 16094"/>
                  <a:gd name="GluePoint11X" fmla="*/ 7531 w 18937"/>
                  <a:gd name="GluePoint11Y" fmla="*/ 15905 h 16094"/>
                  <a:gd name="GluePoint12X" fmla="*/ 8218 w 18937"/>
                  <a:gd name="GluePoint12Y" fmla="*/ 15874 h 16094"/>
                  <a:gd name="GluePoint13X" fmla="*/ 18749 w 18937"/>
                  <a:gd name="GluePoint13Y" fmla="*/ 3000 h 16094"/>
                  <a:gd name="GluePoint14X" fmla="*/ 18686 w 18937"/>
                  <a:gd name="GluePoint14Y" fmla="*/ 2312 h 160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18937" h="16094">
                    <a:moveTo>
                      <a:pt x="18686" y="2312"/>
                    </a:moveTo>
                    <a:lnTo>
                      <a:pt x="18686" y="2312"/>
                    </a:lnTo>
                    <a:cubicBezTo>
                      <a:pt x="16093" y="187"/>
                      <a:pt x="16093" y="187"/>
                      <a:pt x="16093" y="187"/>
                    </a:cubicBezTo>
                    <a:cubicBezTo>
                      <a:pt x="15874" y="0"/>
                      <a:pt x="15561" y="31"/>
                      <a:pt x="15374" y="250"/>
                    </a:cubicBezTo>
                    <a:cubicBezTo>
                      <a:pt x="7781" y="9531"/>
                      <a:pt x="7781" y="9531"/>
                      <a:pt x="7781" y="9531"/>
                    </a:cubicBezTo>
                    <a:cubicBezTo>
                      <a:pt x="7594" y="9749"/>
                      <a:pt x="7281" y="9780"/>
                      <a:pt x="7094" y="9594"/>
                    </a:cubicBezTo>
                    <a:cubicBezTo>
                      <a:pt x="3156" y="5969"/>
                      <a:pt x="3156" y="5969"/>
                      <a:pt x="3156" y="5969"/>
                    </a:cubicBezTo>
                    <a:cubicBezTo>
                      <a:pt x="2969" y="5781"/>
                      <a:pt x="2625" y="5781"/>
                      <a:pt x="2437" y="6000"/>
                    </a:cubicBezTo>
                    <a:cubicBezTo>
                      <a:pt x="187" y="8437"/>
                      <a:pt x="187" y="8437"/>
                      <a:pt x="187" y="8437"/>
                    </a:cubicBezTo>
                    <a:cubicBezTo>
                      <a:pt x="0" y="8656"/>
                      <a:pt x="0" y="8969"/>
                      <a:pt x="219" y="9156"/>
                    </a:cubicBezTo>
                    <a:cubicBezTo>
                      <a:pt x="7531" y="15905"/>
                      <a:pt x="7531" y="15905"/>
                      <a:pt x="7531" y="15905"/>
                    </a:cubicBezTo>
                    <a:cubicBezTo>
                      <a:pt x="7750" y="16093"/>
                      <a:pt x="8062" y="16093"/>
                      <a:pt x="8218" y="15874"/>
                    </a:cubicBezTo>
                    <a:cubicBezTo>
                      <a:pt x="18749" y="3000"/>
                      <a:pt x="18749" y="3000"/>
                      <a:pt x="18749" y="3000"/>
                    </a:cubicBezTo>
                    <a:cubicBezTo>
                      <a:pt x="18936" y="2781"/>
                      <a:pt x="18905" y="2469"/>
                      <a:pt x="18686" y="2312"/>
                    </a:cubicBezTo>
                  </a:path>
                </a:pathLst>
              </a:custGeom>
              <a:solidFill>
                <a:schemeClr val="bg1"/>
              </a:solidFill>
              <a:ln w="0">
                <a:noFill/>
              </a:ln>
            </p:spPr>
            <p:style>
              <a:lnRef idx="0"/>
              <a:fillRef idx="0"/>
              <a:effectRef idx="0"/>
              <a:fontRef idx="minor"/>
            </p:style>
            <p:txBody>
              <a:bodyPr wrap="none" lIns="90000" tIns="45000" rIns="90000" bIns="45000" anchor="ctr">
                <a:noAutofit/>
              </a:bodyPr>
              <a:p>
                <a:pPr/>
                <a:endParaRPr lang="en-US" sz="1800" b="0" u="none" strike="noStrike">
                  <a:solidFill>
                    <a:schemeClr val="dk1"/>
                  </a:solidFill>
                  <a:effectLst/>
                  <a:uFillTx/>
                  <a:latin typeface="Arial"/>
                </a:endParaRPr>
              </a:p>
            </p:txBody>
          </p:sp>
        </p:grpSp>
      </p:grpSp>
      <p:sp>
        <p:nvSpPr>
          <p:cNvPr id="1249" name="Oval 187"/>
          <p:cNvSpPr/>
          <p:nvPr/>
        </p:nvSpPr>
        <p:spPr>
          <a:xfrm>
            <a:off x="8889840" y="4174200"/>
            <a:ext cx="2756880" cy="1292760"/>
          </a:xfrm>
          <a:prstGeom prst="ellipse">
            <a:avLst/>
          </a:prstGeom>
          <a:solidFill>
            <a:schemeClr val="bg1"/>
          </a:solidFill>
          <a:ln>
            <a:solidFill>
              <a:srgbClr val="42200A"/>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en-US" sz="1800" b="0" u="none" strike="noStrike">
              <a:solidFill>
                <a:schemeClr val="lt1"/>
              </a:solidFill>
              <a:effectLst/>
              <a:uFillTx/>
              <a:latin typeface="Arial"/>
            </a:endParaRPr>
          </a:p>
        </p:txBody>
      </p:sp>
      <p:pic>
        <p:nvPicPr>
          <p:cNvPr id="1250" name="Picture 2" descr="Équipe de France BTP : l'excellence Française dans la construction"/>
          <p:cNvPicPr/>
          <p:nvPr/>
        </p:nvPicPr>
        <p:blipFill>
          <a:blip r:embed="rId7"/>
          <a:stretch/>
        </p:blipFill>
        <p:spPr>
          <a:xfrm>
            <a:off x="7015320" y="1162800"/>
            <a:ext cx="1631880" cy="931320"/>
          </a:xfrm>
          <a:prstGeom prst="rect">
            <a:avLst/>
          </a:prstGeom>
          <a:noFill/>
          <a:ln w="0">
            <a:noFill/>
          </a:ln>
        </p:spPr>
      </p:pic>
      <p:pic>
        <p:nvPicPr>
          <p:cNvPr id="1251" name="Image 36"/>
          <p:cNvPicPr/>
          <p:nvPr/>
        </p:nvPicPr>
        <p:blipFill>
          <a:blip r:embed="rId8"/>
          <a:srcRect l="4732" t="21374" r="4150" b="12071"/>
          <a:stretch/>
        </p:blipFill>
        <p:spPr>
          <a:xfrm>
            <a:off x="9376560" y="4343400"/>
            <a:ext cx="1749600" cy="923400"/>
          </a:xfrm>
          <a:prstGeom prst="rect">
            <a:avLst/>
          </a:prstGeom>
          <a:noFill/>
          <a:ln w="0">
            <a:noFill/>
          </a:ln>
        </p:spPr>
      </p:pic>
    </p:spTree>
  </p:cSld>
  <p:transition spd="slow">
    <p:fade/>
  </p:transition>
  <p:timing>
    <p:tnLst>
      <p:par>
        <p:cTn id="153" dur="indefinite" restart="never" nodeType="tmRoot">
          <p:childTnLst>
            <p:seq>
              <p:cTn id="154" dur="indefinite" nodeType="mainSeq">
                <p:childTnLst>
                  <p:par>
                    <p:cTn id="155" fill="hold">
                      <p:stCondLst>
                        <p:cond delay="0"/>
                      </p:stCondLst>
                      <p:childTnLst>
                        <p:par>
                          <p:cTn id="156" fill="hold">
                            <p:stCondLst>
                              <p:cond delay="0"/>
                            </p:stCondLst>
                            <p:childTnLst>
                              <p:par>
                                <p:cTn id="157" presetID="8" presetClass="emph" fill="hold" nodeType="withEffect" repeatCount="indefinite">
                                  <p:stCondLst>
                                    <p:cond delay="0"/>
                                  </p:stCondLst>
                                  <p:childTnLst>
                                    <p:animRot by="-10800000">
                                      <p:cBhvr>
                                        <p:cTn id="158" dur="2750" fill="hold"/>
                                        <p:tgtEl>
                                          <p:spTgt spid="121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2" name="Google Shape;330;p41"/>
          <p:cNvSpPr/>
          <p:nvPr/>
        </p:nvSpPr>
        <p:spPr>
          <a:xfrm>
            <a:off x="524520" y="4517640"/>
            <a:ext cx="11142720" cy="1084680"/>
          </a:xfrm>
          <a:prstGeom prst="roundRect">
            <a:avLst>
              <a:gd name="adj" fmla="val 50000"/>
            </a:avLst>
          </a:prstGeom>
          <a:solidFill>
            <a:schemeClr val="accent2"/>
          </a:solidFill>
          <a:ln w="9525">
            <a:noFill/>
          </a:ln>
        </p:spPr>
        <p:style>
          <a:lnRef idx="0"/>
          <a:fillRef idx="0"/>
          <a:effectRef idx="0"/>
          <a:fontRef idx="minor"/>
        </p:style>
        <p:txBody>
          <a:bodyPr lIns="122040" tIns="122040" rIns="122040" bIns="122040" anchor="ctr">
            <a:noAutofit/>
          </a:bodyPr>
          <a:p>
            <a:pPr/>
            <a:endParaRPr lang="fr-FR" sz="1870" b="0" u="none" strike="noStrike">
              <a:solidFill>
                <a:srgbClr val="000000"/>
              </a:solidFill>
              <a:effectLst/>
              <a:uFillTx/>
              <a:latin typeface="Calibri"/>
            </a:endParaRPr>
          </a:p>
        </p:txBody>
      </p:sp>
      <p:sp>
        <p:nvSpPr>
          <p:cNvPr id="1253" name="Google Shape;332;p41"/>
          <p:cNvSpPr/>
          <p:nvPr/>
        </p:nvSpPr>
        <p:spPr>
          <a:xfrm>
            <a:off x="879120" y="4637520"/>
            <a:ext cx="2422800" cy="824040"/>
          </a:xfrm>
          <a:prstGeom prst="roundRect">
            <a:avLst>
              <a:gd name="adj" fmla="val 50000"/>
            </a:avLst>
          </a:prstGeom>
          <a:solidFill>
            <a:srgbClr val="FEFFFE"/>
          </a:solidFill>
          <a:ln w="9525">
            <a:solidFill>
              <a:srgbClr val="FFFFFF"/>
            </a:solidFill>
            <a:round/>
          </a:ln>
        </p:spPr>
        <p:style>
          <a:lnRef idx="0"/>
          <a:fillRef idx="0"/>
          <a:effectRef idx="0"/>
          <a:fontRef idx="minor"/>
        </p:style>
        <p:txBody>
          <a:bodyPr tIns="91440" bIns="91440" anchor="ctr">
            <a:noAutofit/>
          </a:bodyPr>
          <a:p>
            <a:pPr/>
            <a:endParaRPr lang="fr-FR" sz="1470" b="0" u="none" strike="noStrike">
              <a:solidFill>
                <a:srgbClr val="000000"/>
              </a:solidFill>
              <a:effectLst/>
              <a:uFillTx/>
              <a:latin typeface="Calibri"/>
            </a:endParaRPr>
          </a:p>
        </p:txBody>
      </p:sp>
      <p:sp>
        <p:nvSpPr>
          <p:cNvPr id="1254" name="Google Shape;333;p41"/>
          <p:cNvSpPr/>
          <p:nvPr/>
        </p:nvSpPr>
        <p:spPr>
          <a:xfrm>
            <a:off x="6237000" y="4608360"/>
            <a:ext cx="2422800" cy="834120"/>
          </a:xfrm>
          <a:prstGeom prst="roundRect">
            <a:avLst>
              <a:gd name="adj" fmla="val 50000"/>
            </a:avLst>
          </a:prstGeom>
          <a:solidFill>
            <a:srgbClr val="FEFFFE"/>
          </a:solidFill>
          <a:ln w="9525">
            <a:solidFill>
              <a:srgbClr val="FFFFFF"/>
            </a:solidFill>
            <a:round/>
          </a:ln>
        </p:spPr>
        <p:style>
          <a:lnRef idx="0"/>
          <a:fillRef idx="0"/>
          <a:effectRef idx="0"/>
          <a:fontRef idx="minor"/>
        </p:style>
        <p:txBody>
          <a:bodyPr tIns="91440" bIns="91440" anchor="ctr">
            <a:noAutofit/>
          </a:bodyPr>
          <a:p>
            <a:pPr/>
            <a:endParaRPr lang="fr-FR" sz="1470" b="0" u="none" strike="noStrike">
              <a:solidFill>
                <a:srgbClr val="000000"/>
              </a:solidFill>
              <a:effectLst/>
              <a:uFillTx/>
              <a:latin typeface="Calibri"/>
            </a:endParaRPr>
          </a:p>
        </p:txBody>
      </p:sp>
      <p:sp>
        <p:nvSpPr>
          <p:cNvPr id="1255" name="Google Shape;334;p41"/>
          <p:cNvSpPr/>
          <p:nvPr/>
        </p:nvSpPr>
        <p:spPr>
          <a:xfrm>
            <a:off x="3557880" y="4637520"/>
            <a:ext cx="2422800" cy="824040"/>
          </a:xfrm>
          <a:prstGeom prst="roundRect">
            <a:avLst>
              <a:gd name="adj" fmla="val 50000"/>
            </a:avLst>
          </a:prstGeom>
          <a:solidFill>
            <a:srgbClr val="FEFFFE"/>
          </a:solidFill>
          <a:ln w="9525">
            <a:solidFill>
              <a:srgbClr val="FFFFFF"/>
            </a:solidFill>
            <a:round/>
          </a:ln>
        </p:spPr>
        <p:style>
          <a:lnRef idx="0"/>
          <a:fillRef idx="0"/>
          <a:effectRef idx="0"/>
          <a:fontRef idx="minor"/>
        </p:style>
        <p:txBody>
          <a:bodyPr tIns="91440" bIns="91440" anchor="ctr">
            <a:noAutofit/>
          </a:bodyPr>
          <a:p>
            <a:pPr/>
            <a:endParaRPr lang="fr-FR" sz="1470" b="0" u="none" strike="noStrike">
              <a:solidFill>
                <a:srgbClr val="000000"/>
              </a:solidFill>
              <a:effectLst/>
              <a:uFillTx/>
              <a:latin typeface="Calibri"/>
            </a:endParaRPr>
          </a:p>
        </p:txBody>
      </p:sp>
      <p:sp>
        <p:nvSpPr>
          <p:cNvPr id="1256" name="Google Shape;335;p41"/>
          <p:cNvSpPr/>
          <p:nvPr/>
        </p:nvSpPr>
        <p:spPr>
          <a:xfrm>
            <a:off x="8915760" y="4565160"/>
            <a:ext cx="2422800" cy="877320"/>
          </a:xfrm>
          <a:prstGeom prst="roundRect">
            <a:avLst>
              <a:gd name="adj" fmla="val 50000"/>
            </a:avLst>
          </a:prstGeom>
          <a:solidFill>
            <a:srgbClr val="FEFFFE"/>
          </a:solidFill>
          <a:ln w="9525">
            <a:solidFill>
              <a:srgbClr val="FFFFFF"/>
            </a:solidFill>
            <a:round/>
          </a:ln>
        </p:spPr>
        <p:style>
          <a:lnRef idx="0"/>
          <a:fillRef idx="0"/>
          <a:effectRef idx="0"/>
          <a:fontRef idx="minor"/>
        </p:style>
        <p:txBody>
          <a:bodyPr tIns="91440" bIns="91440" anchor="ctr">
            <a:noAutofit/>
          </a:bodyPr>
          <a:p>
            <a:pPr/>
            <a:endParaRPr lang="fr-FR" sz="1470" b="0" u="none" strike="noStrike">
              <a:solidFill>
                <a:srgbClr val="000000"/>
              </a:solidFill>
              <a:effectLst/>
              <a:uFillTx/>
              <a:latin typeface="Calibri"/>
            </a:endParaRPr>
          </a:p>
        </p:txBody>
      </p:sp>
      <p:sp>
        <p:nvSpPr>
          <p:cNvPr id="1257" name="PlaceHolder 1"/>
          <p:cNvSpPr>
            <a:spLocks noGrp="1"/>
          </p:cNvSpPr>
          <p:nvPr>
            <p:ph/>
          </p:nvPr>
        </p:nvSpPr>
        <p:spPr>
          <a:xfrm>
            <a:off x="821160" y="755280"/>
            <a:ext cx="10612800" cy="675360"/>
          </a:xfrm>
          <a:prstGeom prst="rect">
            <a:avLst/>
          </a:prstGeom>
          <a:noFill/>
          <a:ln w="0">
            <a:noFill/>
          </a:ln>
        </p:spPr>
        <p:txBody>
          <a:bodyPr lIns="90000" tIns="45000" rIns="90000" bIns="45000" anchor="t">
            <a:noAutofit/>
          </a:bodyPr>
          <a:p>
            <a:pPr indent="0" algn="l" defTabSz="914400">
              <a:lnSpc>
                <a:spcPct val="100000"/>
              </a:lnSpc>
              <a:buNone/>
            </a:pPr>
            <a:r>
              <a:rPr lang="fr-FR" sz="1800" b="0" u="none" strike="noStrike">
                <a:solidFill>
                  <a:schemeClr val="dk1"/>
                </a:solidFill>
                <a:effectLst/>
                <a:uFillTx/>
                <a:latin typeface="Calibri"/>
                <a:ea typeface="Calibri"/>
              </a:rPr>
              <a:t>Grâce à des collaborations solides avec nos partenaires, nous offrons des solutions de qualité et des services à forte valeur ajoutée.</a:t>
            </a:r>
            <a:endParaRPr lang="fr-FR" sz="1800" b="0" u="none" strike="noStrike">
              <a:solidFill>
                <a:schemeClr val="dk1"/>
              </a:solidFill>
              <a:effectLst/>
              <a:uFillTx/>
              <a:latin typeface="Arial"/>
            </a:endParaRPr>
          </a:p>
        </p:txBody>
      </p:sp>
      <p:sp>
        <p:nvSpPr>
          <p:cNvPr id="1258" name="PlaceHolder 2"/>
          <p:cNvSpPr>
            <a:spLocks noGrp="1"/>
          </p:cNvSpPr>
          <p:nvPr>
            <p:ph type="title"/>
          </p:nvPr>
        </p:nvSpPr>
        <p:spPr>
          <a:xfrm>
            <a:off x="821160" y="183960"/>
            <a:ext cx="9854280" cy="534600"/>
          </a:xfrm>
          <a:prstGeom prst="rect">
            <a:avLst/>
          </a:prstGeom>
          <a:noFill/>
          <a:ln w="0">
            <a:noFill/>
          </a:ln>
        </p:spPr>
        <p:txBody>
          <a:bodyPr lIns="91440" tIns="45720" rIns="91440" bIns="45720" anchor="t">
            <a:noAutofit/>
          </a:bodyPr>
          <a:p>
            <a:pPr indent="0" algn="l" defTabSz="914400">
              <a:lnSpc>
                <a:spcPct val="90000"/>
              </a:lnSpc>
              <a:buNone/>
            </a:pPr>
            <a:r>
              <a:rPr lang="fr-FR" sz="4000" b="0" u="none" strike="noStrike">
                <a:solidFill>
                  <a:schemeClr val="dk1"/>
                </a:solidFill>
                <a:effectLst/>
                <a:uFillTx/>
                <a:latin typeface="Calibri"/>
                <a:ea typeface="Calibri"/>
              </a:rPr>
              <a:t>Nos Partenaires</a:t>
            </a:r>
            <a:endParaRPr lang="fr-FR" sz="4000" b="0" u="none" strike="noStrike">
              <a:solidFill>
                <a:schemeClr val="dk1"/>
              </a:solidFill>
              <a:effectLst/>
              <a:uFillTx/>
              <a:latin typeface="Arial"/>
            </a:endParaRPr>
          </a:p>
        </p:txBody>
      </p:sp>
      <p:sp>
        <p:nvSpPr>
          <p:cNvPr id="1259" name="Google Shape;343;p41"/>
          <p:cNvSpPr/>
          <p:nvPr/>
        </p:nvSpPr>
        <p:spPr>
          <a:xfrm>
            <a:off x="6237000" y="1708200"/>
            <a:ext cx="2422800" cy="54828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60" name="Google Shape;345;p41"/>
          <p:cNvSpPr/>
          <p:nvPr/>
        </p:nvSpPr>
        <p:spPr>
          <a:xfrm>
            <a:off x="6237000" y="2388600"/>
            <a:ext cx="2422800" cy="123408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61" name="Google Shape;347;p41"/>
          <p:cNvSpPr/>
          <p:nvPr/>
        </p:nvSpPr>
        <p:spPr>
          <a:xfrm>
            <a:off x="8915760" y="3759480"/>
            <a:ext cx="2422800" cy="54828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62" name="Google Shape;352;p41"/>
          <p:cNvSpPr/>
          <p:nvPr/>
        </p:nvSpPr>
        <p:spPr>
          <a:xfrm>
            <a:off x="8915760" y="1713960"/>
            <a:ext cx="2422800" cy="54792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63" name="Google Shape;354;p41"/>
          <p:cNvSpPr/>
          <p:nvPr/>
        </p:nvSpPr>
        <p:spPr>
          <a:xfrm>
            <a:off x="8915760" y="2394000"/>
            <a:ext cx="2422800" cy="54828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64" name="Google Shape;358;p41"/>
          <p:cNvSpPr/>
          <p:nvPr/>
        </p:nvSpPr>
        <p:spPr>
          <a:xfrm>
            <a:off x="8915760" y="3074400"/>
            <a:ext cx="2422800" cy="54828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65" name="Google Shape;361;p41"/>
          <p:cNvSpPr/>
          <p:nvPr/>
        </p:nvSpPr>
        <p:spPr>
          <a:xfrm>
            <a:off x="3557880" y="1713960"/>
            <a:ext cx="2422800" cy="54792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66" name="Google Shape;363;p41"/>
          <p:cNvSpPr/>
          <p:nvPr/>
        </p:nvSpPr>
        <p:spPr>
          <a:xfrm>
            <a:off x="3557880" y="2394000"/>
            <a:ext cx="2422800" cy="54828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67" name="Google Shape;365;p41"/>
          <p:cNvSpPr/>
          <p:nvPr/>
        </p:nvSpPr>
        <p:spPr>
          <a:xfrm>
            <a:off x="6237000" y="3759480"/>
            <a:ext cx="2422800" cy="54828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68" name="Google Shape;367;p41"/>
          <p:cNvSpPr/>
          <p:nvPr/>
        </p:nvSpPr>
        <p:spPr>
          <a:xfrm>
            <a:off x="3557880" y="3074400"/>
            <a:ext cx="2422800" cy="54828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69" name="Google Shape;371;p41"/>
          <p:cNvSpPr/>
          <p:nvPr/>
        </p:nvSpPr>
        <p:spPr>
          <a:xfrm>
            <a:off x="879120" y="1713600"/>
            <a:ext cx="2422440" cy="54828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70" name="Google Shape;374;p41"/>
          <p:cNvSpPr/>
          <p:nvPr/>
        </p:nvSpPr>
        <p:spPr>
          <a:xfrm>
            <a:off x="879120" y="2394000"/>
            <a:ext cx="2422800" cy="124380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71" name="Google Shape;378;p41"/>
          <p:cNvSpPr/>
          <p:nvPr/>
        </p:nvSpPr>
        <p:spPr>
          <a:xfrm>
            <a:off x="3557880" y="3759480"/>
            <a:ext cx="2422800" cy="54828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sp>
        <p:nvSpPr>
          <p:cNvPr id="1272" name="Google Shape;378;p41"/>
          <p:cNvSpPr/>
          <p:nvPr/>
        </p:nvSpPr>
        <p:spPr>
          <a:xfrm>
            <a:off x="884160" y="3754800"/>
            <a:ext cx="2422800" cy="548280"/>
          </a:xfrm>
          <a:prstGeom prst="roundRect">
            <a:avLst>
              <a:gd name="adj" fmla="val 50000"/>
            </a:avLst>
          </a:prstGeom>
          <a:solidFill>
            <a:schemeClr val="bg1"/>
          </a:solidFill>
          <a:ln w="9525">
            <a:solidFill>
              <a:srgbClr val="F0F0F0"/>
            </a:solidFill>
            <a:round/>
          </a:ln>
        </p:spPr>
        <p:style>
          <a:lnRef idx="0"/>
          <a:fillRef idx="0"/>
          <a:effectRef idx="0"/>
          <a:fontRef idx="minor"/>
        </p:style>
        <p:txBody>
          <a:bodyPr tIns="91440" bIns="91440" anchor="ctr">
            <a:noAutofit/>
          </a:bodyPr>
          <a:p>
            <a:pPr/>
            <a:endParaRPr lang="fr-FR" sz="1470" b="0" u="none" strike="noStrike">
              <a:solidFill>
                <a:schemeClr val="dk1"/>
              </a:solidFill>
              <a:effectLst/>
              <a:uFillTx/>
              <a:latin typeface="Calibri"/>
            </a:endParaRPr>
          </a:p>
        </p:txBody>
      </p:sp>
      <p:grpSp>
        <p:nvGrpSpPr>
          <p:cNvPr id="1273" name="Graphic 10"/>
          <p:cNvGrpSpPr/>
          <p:nvPr/>
        </p:nvGrpSpPr>
        <p:grpSpPr>
          <a:xfrm>
            <a:off x="1087920" y="1877040"/>
            <a:ext cx="2083680" cy="222120"/>
            <a:chOff x="1087920" y="1877040"/>
            <a:chExt cx="2083680" cy="222120"/>
          </a:xfrm>
        </p:grpSpPr>
        <p:sp>
          <p:nvSpPr>
            <p:cNvPr id="1274" name="Freeform 9"/>
            <p:cNvSpPr/>
            <p:nvPr/>
          </p:nvSpPr>
          <p:spPr>
            <a:xfrm>
              <a:off x="1087920" y="1877040"/>
              <a:ext cx="2083680" cy="222120"/>
            </a:xfrm>
            <a:custGeom>
              <a:avLst/>
              <a:gdLst>
                <a:gd name="textAreaLeft" fmla="*/ 0 w 2083680"/>
                <a:gd name="textAreaRight" fmla="*/ 2084040 w 2083680"/>
                <a:gd name="textAreaTop" fmla="*/ 0 h 222120"/>
                <a:gd name="textAreaBottom" fmla="*/ 222480 h 222120"/>
                <a:gd name="GluePoint1X" fmla="*/ 6512360 w 11357397"/>
                <a:gd name="GluePoint1Y" fmla="*/ 271549 h 1268008"/>
                <a:gd name="GluePoint2X" fmla="*/ 6512360 w 11357397"/>
                <a:gd name="GluePoint2Y" fmla="*/ 0 h 1268008"/>
                <a:gd name="GluePoint3X" fmla="*/ 6824335 w 11357397"/>
                <a:gd name="GluePoint3Y" fmla="*/ 0 h 1268008"/>
                <a:gd name="GluePoint4X" fmla="*/ 6824335 w 11357397"/>
                <a:gd name="GluePoint4Y" fmla="*/ 1268009 h 1268008"/>
                <a:gd name="GluePoint5X" fmla="*/ 6512360 w 11357397"/>
                <a:gd name="GluePoint5Y" fmla="*/ 1268009 h 1268008"/>
                <a:gd name="GluePoint6X" fmla="*/ 5136748 w 11357397"/>
                <a:gd name="GluePoint6Y" fmla="*/ 272484 h 1268008"/>
                <a:gd name="GluePoint7X" fmla="*/ 5466631 w 11357397"/>
                <a:gd name="GluePoint7Y" fmla="*/ 272484 h 1268008"/>
                <a:gd name="GluePoint8X" fmla="*/ 5466631 w 11357397"/>
                <a:gd name="GluePoint8Y" fmla="*/ 1268009 h 1268008"/>
                <a:gd name="GluePoint9X" fmla="*/ 5778606 w 11357397"/>
                <a:gd name="GluePoint9Y" fmla="*/ 1268009 h 1268008"/>
                <a:gd name="GluePoint10X" fmla="*/ 5778606 w 11357397"/>
                <a:gd name="GluePoint10Y" fmla="*/ 272484 h 1268008"/>
                <a:gd name="GluePoint11X" fmla="*/ 6344119 w 11357397"/>
                <a:gd name="GluePoint11Y" fmla="*/ 272484 h 1268008"/>
                <a:gd name="GluePoint12X" fmla="*/ 6344119 w 11357397"/>
                <a:gd name="GluePoint12Y" fmla="*/ 0 h 1268008"/>
                <a:gd name="GluePoint13X" fmla="*/ 5136748 w 11357397"/>
                <a:gd name="GluePoint13Y" fmla="*/ 0 h 1268008"/>
                <a:gd name="GluePoint14X" fmla="*/ 10149083 w 11357397"/>
                <a:gd name="GluePoint14Y" fmla="*/ 0 h 1268008"/>
                <a:gd name="GluePoint15X" fmla="*/ 10149083 w 11357397"/>
                <a:gd name="GluePoint15Y" fmla="*/ 272484 h 1268008"/>
                <a:gd name="GluePoint16X" fmla="*/ 10478966 w 11357397"/>
                <a:gd name="GluePoint16Y" fmla="*/ 272484 h 1268008"/>
                <a:gd name="GluePoint17X" fmla="*/ 10478966 w 11357397"/>
                <a:gd name="GluePoint17Y" fmla="*/ 1268009 h 1268008"/>
                <a:gd name="GluePoint18X" fmla="*/ 10791883 w 11357397"/>
                <a:gd name="GluePoint18Y" fmla="*/ 1268009 h 1268008"/>
                <a:gd name="GluePoint19X" fmla="*/ 10791883 w 11357397"/>
                <a:gd name="GluePoint19Y" fmla="*/ 272484 h 1268008"/>
                <a:gd name="GluePoint20X" fmla="*/ 11357397 w 11357397"/>
                <a:gd name="GluePoint20Y" fmla="*/ 272484 h 1268008"/>
                <a:gd name="GluePoint21X" fmla="*/ 11357397 w 11357397"/>
                <a:gd name="GluePoint21Y" fmla="*/ 0 h 1268008"/>
                <a:gd name="GluePoint22X" fmla="*/ 0 w 11357397"/>
                <a:gd name="GluePoint22Y" fmla="*/ 1268009 h 1268008"/>
                <a:gd name="GluePoint23X" fmla="*/ 311975 w 11357397"/>
                <a:gd name="GluePoint23Y" fmla="*/ 1268009 h 1268008"/>
                <a:gd name="GluePoint24X" fmla="*/ 311975 w 11357397"/>
                <a:gd name="GluePoint24Y" fmla="*/ 800626 h 1268008"/>
                <a:gd name="GluePoint25X" fmla="*/ 1199360 w 11357397"/>
                <a:gd name="GluePoint25Y" fmla="*/ 800626 h 1268008"/>
                <a:gd name="GluePoint26X" fmla="*/ 1199360 w 11357397"/>
                <a:gd name="GluePoint26Y" fmla="*/ 526740 h 1268008"/>
                <a:gd name="GluePoint27X" fmla="*/ 311975 w 11357397"/>
                <a:gd name="GluePoint27Y" fmla="*/ 526740 h 1268008"/>
                <a:gd name="GluePoint28X" fmla="*/ 311975 w 11357397"/>
                <a:gd name="GluePoint28Y" fmla="*/ 272484 h 1268008"/>
                <a:gd name="GluePoint29X" fmla="*/ 1352049 w 11357397"/>
                <a:gd name="GluePoint29Y" fmla="*/ 272484 h 1268008"/>
                <a:gd name="GluePoint30X" fmla="*/ 1352049 w 11357397"/>
                <a:gd name="GluePoint30Y" fmla="*/ 0 h 1268008"/>
                <a:gd name="GluePoint31X" fmla="*/ 0 w 11357397"/>
                <a:gd name="GluePoint31Y" fmla="*/ 0 h 1268008"/>
                <a:gd name="GluePoint32X" fmla="*/ 8718334 w 11357397"/>
                <a:gd name="GluePoint32Y" fmla="*/ 1268009 h 1268008"/>
                <a:gd name="GluePoint33X" fmla="*/ 9994038 w 11357397"/>
                <a:gd name="GluePoint33Y" fmla="*/ 1268009 h 1268008"/>
                <a:gd name="GluePoint34X" fmla="*/ 9994038 w 11357397"/>
                <a:gd name="GluePoint34Y" fmla="*/ 995992 h 1268008"/>
                <a:gd name="GluePoint35X" fmla="*/ 9030780 w 11357397"/>
                <a:gd name="GluePoint35Y" fmla="*/ 995992 h 1268008"/>
                <a:gd name="GluePoint36X" fmla="*/ 9030780 w 11357397"/>
                <a:gd name="GluePoint36Y" fmla="*/ 770247 h 1268008"/>
                <a:gd name="GluePoint37X" fmla="*/ 9807419 w 11357397"/>
                <a:gd name="GluePoint37Y" fmla="*/ 770247 h 1268008"/>
                <a:gd name="GluePoint38X" fmla="*/ 9807419 w 11357397"/>
                <a:gd name="GluePoint38Y" fmla="*/ 497762 h 1268008"/>
                <a:gd name="GluePoint39X" fmla="*/ 9030780 w 11357397"/>
                <a:gd name="GluePoint39Y" fmla="*/ 497762 h 1268008"/>
                <a:gd name="GluePoint40X" fmla="*/ 9030780 w 11357397"/>
                <a:gd name="GluePoint40Y" fmla="*/ 272484 h 1268008"/>
                <a:gd name="GluePoint41X" fmla="*/ 9977544 w 11357397"/>
                <a:gd name="GluePoint41Y" fmla="*/ 272484 h 1268008"/>
                <a:gd name="GluePoint42X" fmla="*/ 9977544 w 11357397"/>
                <a:gd name="GluePoint42Y" fmla="*/ 0 h 1268008"/>
                <a:gd name="GluePoint43X" fmla="*/ 8718334 w 11357397"/>
                <a:gd name="GluePoint43Y" fmla="*/ 0 h 1268008"/>
                <a:gd name="GluePoint44X" fmla="*/ 8116062 w 11357397"/>
                <a:gd name="GluePoint44Y" fmla="*/ 0 h 1268008"/>
                <a:gd name="GluePoint45X" fmla="*/ 7065620 w 11357397"/>
                <a:gd name="GluePoint45Y" fmla="*/ 0 h 1268008"/>
                <a:gd name="GluePoint46X" fmla="*/ 7065620 w 11357397"/>
                <a:gd name="GluePoint46Y" fmla="*/ 1268009 h 1268008"/>
                <a:gd name="GluePoint47X" fmla="*/ 7378067 w 11357397"/>
                <a:gd name="GluePoint47Y" fmla="*/ 1268009 h 1268008"/>
                <a:gd name="GluePoint48X" fmla="*/ 7378067 w 11357397"/>
                <a:gd name="GluePoint48Y" fmla="*/ 272484 h 1268008"/>
                <a:gd name="GluePoint49X" fmla="*/ 8078832 w 11357397"/>
                <a:gd name="GluePoint49Y" fmla="*/ 272484 h 1268008"/>
                <a:gd name="GluePoint50X" fmla="*/ 8165073 w 11357397"/>
                <a:gd name="GluePoint50Y" fmla="*/ 358482 h 1268008"/>
                <a:gd name="GluePoint51X" fmla="*/ 8165073 w 11357397"/>
                <a:gd name="GluePoint51Y" fmla="*/ 1268009 h 1268008"/>
                <a:gd name="GluePoint52X" fmla="*/ 8477519 w 11357397"/>
                <a:gd name="GluePoint52Y" fmla="*/ 1268009 h 1268008"/>
                <a:gd name="GluePoint53X" fmla="*/ 8477519 w 11357397"/>
                <a:gd name="GluePoint53Y" fmla="*/ 358482 h 1268008"/>
                <a:gd name="GluePoint54X" fmla="*/ 8116062 w 11357397"/>
                <a:gd name="GluePoint54Y" fmla="*/ 0 h 1268008"/>
                <a:gd name="GluePoint55X" fmla="*/ 4686694 w 11357397"/>
                <a:gd name="GluePoint55Y" fmla="*/ 341657 h 1268008"/>
                <a:gd name="GluePoint56X" fmla="*/ 4618361 w 11357397"/>
                <a:gd name="GluePoint56Y" fmla="*/ 271549 h 1268008"/>
                <a:gd name="GluePoint57X" fmla="*/ 3899216 w 11357397"/>
                <a:gd name="GluePoint57Y" fmla="*/ 271549 h 1268008"/>
                <a:gd name="GluePoint58X" fmla="*/ 3899216 w 11357397"/>
                <a:gd name="GluePoint58Y" fmla="*/ 525805 h 1268008"/>
                <a:gd name="GluePoint59X" fmla="*/ 4618361 w 11357397"/>
                <a:gd name="GluePoint59Y" fmla="*/ 525805 h 1268008"/>
                <a:gd name="GluePoint60X" fmla="*/ 4689050 w 11357397"/>
                <a:gd name="GluePoint60Y" fmla="*/ 455698 h 1268008"/>
                <a:gd name="GluePoint61X" fmla="*/ 4654648 w 11357397"/>
                <a:gd name="GluePoint61Y" fmla="*/ 0 h 1268008"/>
                <a:gd name="GluePoint62X" fmla="*/ 4998669 w 11357397"/>
                <a:gd name="GluePoint62Y" fmla="*/ 341189 h 1268008"/>
                <a:gd name="GluePoint63X" fmla="*/ 4998669 w 11357397"/>
                <a:gd name="GluePoint63Y" fmla="*/ 341657 h 1268008"/>
                <a:gd name="GluePoint64X" fmla="*/ 4998669 w 11357397"/>
                <a:gd name="GluePoint64Y" fmla="*/ 456633 h 1268008"/>
                <a:gd name="GluePoint65X" fmla="*/ 4888865 w 11357397"/>
                <a:gd name="GluePoint65Y" fmla="*/ 706683 h 1268008"/>
                <a:gd name="GluePoint66X" fmla="*/ 4983117 w 11357397"/>
                <a:gd name="GluePoint66Y" fmla="*/ 864658 h 1268008"/>
                <a:gd name="GluePoint67X" fmla="*/ 4983117 w 11357397"/>
                <a:gd name="GluePoint67Y" fmla="*/ 1268009 h 1268008"/>
                <a:gd name="GluePoint68X" fmla="*/ 4669728 w 11357397"/>
                <a:gd name="GluePoint68Y" fmla="*/ 1268009 h 1268008"/>
                <a:gd name="GluePoint69X" fmla="*/ 4669728 w 11357397"/>
                <a:gd name="GluePoint69Y" fmla="*/ 868397 h 1268008"/>
                <a:gd name="GluePoint70X" fmla="*/ 4601867 w 11357397"/>
                <a:gd name="GluePoint70Y" fmla="*/ 798289 h 1268008"/>
                <a:gd name="GluePoint71X" fmla="*/ 3899216 w 11357397"/>
                <a:gd name="GluePoint71Y" fmla="*/ 798289 h 1268008"/>
                <a:gd name="GluePoint72X" fmla="*/ 3899216 w 11357397"/>
                <a:gd name="GluePoint72Y" fmla="*/ 1265672 h 1268008"/>
                <a:gd name="GluePoint73X" fmla="*/ 3586770 w 11357397"/>
                <a:gd name="GluePoint73Y" fmla="*/ 1265672 h 1268008"/>
                <a:gd name="GluePoint74X" fmla="*/ 3586770 w 11357397"/>
                <a:gd name="GluePoint74Y" fmla="*/ 0 h 1268008"/>
                <a:gd name="GluePoint75X" fmla="*/ 4654648 w 11357397"/>
                <a:gd name="GluePoint75Y" fmla="*/ 0 h 12680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 ang="0">
                  <a:pos x="GluePoint73X" y="GluePoint73Y"/>
                </a:cxn>
                <a:cxn ang="0">
                  <a:pos x="GluePoint74X" y="GluePoint74Y"/>
                </a:cxn>
                <a:cxn ang="0">
                  <a:pos x="GluePoint75X" y="GluePoint75Y"/>
                </a:cxn>
              </a:cxnLst>
              <a:rect l="textAreaLeft" t="textAreaTop" r="textAreaRight" b="textAreaBottom"/>
              <a:pathLst>
                <a:path w="11357397" h="1268008">
                  <a:moveTo>
                    <a:pt x="6512360" y="271549"/>
                  </a:moveTo>
                  <a:lnTo>
                    <a:pt x="6512360" y="0"/>
                  </a:lnTo>
                  <a:lnTo>
                    <a:pt x="6824335" y="0"/>
                  </a:lnTo>
                  <a:lnTo>
                    <a:pt x="6824335" y="1268009"/>
                  </a:lnTo>
                  <a:lnTo>
                    <a:pt x="6512360" y="1268009"/>
                  </a:lnTo>
                  <a:close/>
                  <a:moveTo>
                    <a:pt x="5136748" y="272484"/>
                  </a:moveTo>
                  <a:lnTo>
                    <a:pt x="5466631" y="272484"/>
                  </a:lnTo>
                  <a:lnTo>
                    <a:pt x="5466631" y="1268009"/>
                  </a:lnTo>
                  <a:lnTo>
                    <a:pt x="5778606" y="1268009"/>
                  </a:lnTo>
                  <a:lnTo>
                    <a:pt x="5778606" y="272484"/>
                  </a:lnTo>
                  <a:lnTo>
                    <a:pt x="6344119" y="272484"/>
                  </a:lnTo>
                  <a:lnTo>
                    <a:pt x="6344119" y="0"/>
                  </a:lnTo>
                  <a:lnTo>
                    <a:pt x="5136748" y="0"/>
                  </a:lnTo>
                  <a:close/>
                  <a:moveTo>
                    <a:pt x="10149083" y="0"/>
                  </a:moveTo>
                  <a:lnTo>
                    <a:pt x="10149083" y="272484"/>
                  </a:lnTo>
                  <a:lnTo>
                    <a:pt x="10478966" y="272484"/>
                  </a:lnTo>
                  <a:lnTo>
                    <a:pt x="10478966" y="1268009"/>
                  </a:lnTo>
                  <a:lnTo>
                    <a:pt x="10791883" y="1268009"/>
                  </a:lnTo>
                  <a:lnTo>
                    <a:pt x="10791883" y="272484"/>
                  </a:lnTo>
                  <a:lnTo>
                    <a:pt x="11357397" y="272484"/>
                  </a:lnTo>
                  <a:lnTo>
                    <a:pt x="11357397" y="0"/>
                  </a:lnTo>
                  <a:close/>
                  <a:moveTo>
                    <a:pt x="0" y="1268009"/>
                  </a:moveTo>
                  <a:lnTo>
                    <a:pt x="311975" y="1268009"/>
                  </a:lnTo>
                  <a:lnTo>
                    <a:pt x="311975" y="800626"/>
                  </a:lnTo>
                  <a:lnTo>
                    <a:pt x="1199360" y="800626"/>
                  </a:lnTo>
                  <a:lnTo>
                    <a:pt x="1199360" y="526740"/>
                  </a:lnTo>
                  <a:lnTo>
                    <a:pt x="311975" y="526740"/>
                  </a:lnTo>
                  <a:lnTo>
                    <a:pt x="311975" y="272484"/>
                  </a:lnTo>
                  <a:lnTo>
                    <a:pt x="1352049" y="272484"/>
                  </a:lnTo>
                  <a:lnTo>
                    <a:pt x="1352049" y="0"/>
                  </a:lnTo>
                  <a:lnTo>
                    <a:pt x="0" y="0"/>
                  </a:lnTo>
                  <a:close/>
                  <a:moveTo>
                    <a:pt x="8718334" y="1268009"/>
                  </a:moveTo>
                  <a:lnTo>
                    <a:pt x="9994038" y="1268009"/>
                  </a:lnTo>
                  <a:lnTo>
                    <a:pt x="9994038" y="995992"/>
                  </a:lnTo>
                  <a:lnTo>
                    <a:pt x="9030780" y="995992"/>
                  </a:lnTo>
                  <a:lnTo>
                    <a:pt x="9030780" y="770247"/>
                  </a:lnTo>
                  <a:lnTo>
                    <a:pt x="9807419" y="770247"/>
                  </a:lnTo>
                  <a:lnTo>
                    <a:pt x="9807419" y="497762"/>
                  </a:lnTo>
                  <a:lnTo>
                    <a:pt x="9030780" y="497762"/>
                  </a:lnTo>
                  <a:lnTo>
                    <a:pt x="9030780" y="272484"/>
                  </a:lnTo>
                  <a:lnTo>
                    <a:pt x="9977544" y="272484"/>
                  </a:lnTo>
                  <a:lnTo>
                    <a:pt x="9977544" y="0"/>
                  </a:lnTo>
                  <a:lnTo>
                    <a:pt x="8718334" y="0"/>
                  </a:lnTo>
                  <a:close/>
                  <a:moveTo>
                    <a:pt x="8116062" y="0"/>
                  </a:moveTo>
                  <a:lnTo>
                    <a:pt x="7065620" y="0"/>
                  </a:lnTo>
                  <a:lnTo>
                    <a:pt x="7065620" y="1268009"/>
                  </a:lnTo>
                  <a:lnTo>
                    <a:pt x="7378067" y="1268009"/>
                  </a:lnTo>
                  <a:lnTo>
                    <a:pt x="7378067" y="272484"/>
                  </a:lnTo>
                  <a:lnTo>
                    <a:pt x="8078832" y="272484"/>
                  </a:lnTo>
                  <a:cubicBezTo>
                    <a:pt x="8126524" y="272741"/>
                    <a:pt x="8165073" y="311169"/>
                    <a:pt x="8165073" y="358482"/>
                  </a:cubicBezTo>
                  <a:lnTo>
                    <a:pt x="8165073" y="1268009"/>
                  </a:lnTo>
                  <a:lnTo>
                    <a:pt x="8477519" y="1268009"/>
                  </a:lnTo>
                  <a:lnTo>
                    <a:pt x="8477519" y="358482"/>
                  </a:lnTo>
                  <a:cubicBezTo>
                    <a:pt x="8477237" y="160605"/>
                    <a:pt x="8315594" y="257"/>
                    <a:pt x="8116062" y="0"/>
                  </a:cubicBezTo>
                  <a:moveTo>
                    <a:pt x="4686694" y="341657"/>
                  </a:moveTo>
                  <a:cubicBezTo>
                    <a:pt x="4686713" y="303832"/>
                    <a:pt x="4656476" y="272810"/>
                    <a:pt x="4618361" y="271549"/>
                  </a:cubicBezTo>
                  <a:lnTo>
                    <a:pt x="3899216" y="271549"/>
                  </a:lnTo>
                  <a:lnTo>
                    <a:pt x="3899216" y="525805"/>
                  </a:lnTo>
                  <a:lnTo>
                    <a:pt x="4618361" y="525805"/>
                  </a:lnTo>
                  <a:cubicBezTo>
                    <a:pt x="4657400" y="525805"/>
                    <a:pt x="4689050" y="494416"/>
                    <a:pt x="4689050" y="455698"/>
                  </a:cubicBezTo>
                  <a:close/>
                  <a:moveTo>
                    <a:pt x="4654648" y="0"/>
                  </a:moveTo>
                  <a:cubicBezTo>
                    <a:pt x="4844661" y="0"/>
                    <a:pt x="4998669" y="152755"/>
                    <a:pt x="4998669" y="341189"/>
                  </a:cubicBezTo>
                  <a:cubicBezTo>
                    <a:pt x="4998669" y="341345"/>
                    <a:pt x="4998669" y="341501"/>
                    <a:pt x="4998669" y="341657"/>
                  </a:cubicBezTo>
                  <a:lnTo>
                    <a:pt x="4998669" y="456633"/>
                  </a:lnTo>
                  <a:cubicBezTo>
                    <a:pt x="4998810" y="551521"/>
                    <a:pt x="4959035" y="642165"/>
                    <a:pt x="4888865" y="706683"/>
                  </a:cubicBezTo>
                  <a:cubicBezTo>
                    <a:pt x="4946689" y="738666"/>
                    <a:pt x="4982693" y="799009"/>
                    <a:pt x="4983117" y="864658"/>
                  </a:cubicBezTo>
                  <a:lnTo>
                    <a:pt x="4983117" y="1268009"/>
                  </a:lnTo>
                  <a:lnTo>
                    <a:pt x="4669728" y="1268009"/>
                  </a:lnTo>
                  <a:lnTo>
                    <a:pt x="4669728" y="868397"/>
                  </a:lnTo>
                  <a:cubicBezTo>
                    <a:pt x="4669757" y="830749"/>
                    <a:pt x="4639799" y="799794"/>
                    <a:pt x="4601867" y="798289"/>
                  </a:cubicBezTo>
                  <a:lnTo>
                    <a:pt x="3899216" y="798289"/>
                  </a:lnTo>
                  <a:lnTo>
                    <a:pt x="3899216" y="1265672"/>
                  </a:lnTo>
                  <a:lnTo>
                    <a:pt x="3586770" y="1265672"/>
                  </a:lnTo>
                  <a:lnTo>
                    <a:pt x="3586770" y="0"/>
                  </a:lnTo>
                  <a:lnTo>
                    <a:pt x="4654648" y="0"/>
                  </a:lnTo>
                </a:path>
              </a:pathLst>
            </a:custGeom>
            <a:solidFill>
              <a:srgbClr val="000000"/>
            </a:solidFill>
            <a:ln w="47111">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275" name="Freeform 10"/>
            <p:cNvSpPr/>
            <p:nvPr/>
          </p:nvSpPr>
          <p:spPr>
            <a:xfrm>
              <a:off x="1365480" y="1877040"/>
              <a:ext cx="336240" cy="222120"/>
            </a:xfrm>
            <a:custGeom>
              <a:avLst/>
              <a:gdLst>
                <a:gd name="textAreaLeft" fmla="*/ 0 w 336240"/>
                <a:gd name="textAreaRight" fmla="*/ 336600 w 336240"/>
                <a:gd name="textAreaTop" fmla="*/ 0 h 222120"/>
                <a:gd name="textAreaBottom" fmla="*/ 222480 h 222120"/>
                <a:gd name="GluePoint1X" fmla="*/ 1833678 w 1833677"/>
                <a:gd name="GluePoint1Y" fmla="*/ 469720 h 1268009"/>
                <a:gd name="GluePoint2X" fmla="*/ 1833678 w 1833677"/>
                <a:gd name="GluePoint2Y" fmla="*/ 796888 h 1268009"/>
                <a:gd name="GluePoint3X" fmla="*/ 1315290 w 1833677"/>
                <a:gd name="GluePoint3Y" fmla="*/ 796888 h 1268009"/>
                <a:gd name="GluePoint4X" fmla="*/ 1315290 w 1833677"/>
                <a:gd name="GluePoint4Y" fmla="*/ 469720 h 1268009"/>
                <a:gd name="GluePoint5X" fmla="*/ 1833678 w 1833677"/>
                <a:gd name="GluePoint5Y" fmla="*/ 469720 h 1268009"/>
                <a:gd name="GluePoint6X" fmla="*/ 659295 w 1833677"/>
                <a:gd name="GluePoint6Y" fmla="*/ 1268009 h 1268009"/>
                <a:gd name="GluePoint7X" fmla="*/ 1173912 w 1833677"/>
                <a:gd name="GluePoint7Y" fmla="*/ 1268009 h 1268009"/>
                <a:gd name="GluePoint8X" fmla="*/ 1173912 w 1833677"/>
                <a:gd name="GluePoint8Y" fmla="*/ 940842 h 1268009"/>
                <a:gd name="GluePoint9X" fmla="*/ 655524 w 1833677"/>
                <a:gd name="GluePoint9Y" fmla="*/ 940842 h 1268009"/>
                <a:gd name="GluePoint10X" fmla="*/ 1833678 w 1833677"/>
                <a:gd name="GluePoint10Y" fmla="*/ 275756 h 1268009"/>
                <a:gd name="GluePoint11X" fmla="*/ 1555633 w 1833677"/>
                <a:gd name="GluePoint11Y" fmla="*/ 0 h 1268009"/>
                <a:gd name="GluePoint12X" fmla="*/ 1555162 w 1833677"/>
                <a:gd name="GluePoint12Y" fmla="*/ 0 h 1268009"/>
                <a:gd name="GluePoint13X" fmla="*/ 1315290 w 1833677"/>
                <a:gd name="GluePoint13Y" fmla="*/ 0 h 1268009"/>
                <a:gd name="GluePoint14X" fmla="*/ 1315290 w 1833677"/>
                <a:gd name="GluePoint14Y" fmla="*/ 327168 h 1268009"/>
                <a:gd name="GluePoint15X" fmla="*/ 1833678 w 1833677"/>
                <a:gd name="GluePoint15Y" fmla="*/ 327168 h 1268009"/>
                <a:gd name="GluePoint16X" fmla="*/ 659295 w 1833677"/>
                <a:gd name="GluePoint16Y" fmla="*/ 0 h 1268009"/>
                <a:gd name="GluePoint17X" fmla="*/ 659295 w 1833677"/>
                <a:gd name="GluePoint17Y" fmla="*/ 327168 h 1268009"/>
                <a:gd name="GluePoint18X" fmla="*/ 1173912 w 1833677"/>
                <a:gd name="GluePoint18Y" fmla="*/ 327168 h 1268009"/>
                <a:gd name="GluePoint19X" fmla="*/ 1173912 w 1833677"/>
                <a:gd name="GluePoint19Y" fmla="*/ 0 h 1268009"/>
                <a:gd name="GluePoint20X" fmla="*/ 655524 w 1833677"/>
                <a:gd name="GluePoint20Y" fmla="*/ 0 h 1268009"/>
                <a:gd name="GluePoint21X" fmla="*/ 1885 w 1833677"/>
                <a:gd name="GluePoint21Y" fmla="*/ 469720 h 1268009"/>
                <a:gd name="GluePoint22X" fmla="*/ 1885 w 1833677"/>
                <a:gd name="GluePoint22Y" fmla="*/ 469720 h 1268009"/>
                <a:gd name="GluePoint23X" fmla="*/ 1885 w 1833677"/>
                <a:gd name="GluePoint23Y" fmla="*/ 796888 h 1268009"/>
                <a:gd name="GluePoint24X" fmla="*/ 517916 w 1833677"/>
                <a:gd name="GluePoint24Y" fmla="*/ 796888 h 1268009"/>
                <a:gd name="GluePoint25X" fmla="*/ 517916 w 1833677"/>
                <a:gd name="GluePoint25Y" fmla="*/ 469720 h 1268009"/>
                <a:gd name="GluePoint26X" fmla="*/ 1315290 w 1833677"/>
                <a:gd name="GluePoint26Y" fmla="*/ 1268009 h 1268009"/>
                <a:gd name="GluePoint27X" fmla="*/ 1553277 w 1833677"/>
                <a:gd name="GluePoint27Y" fmla="*/ 1268009 h 1268009"/>
                <a:gd name="GluePoint28X" fmla="*/ 1831321 w 1833677"/>
                <a:gd name="GluePoint28Y" fmla="*/ 992254 h 1268009"/>
                <a:gd name="GluePoint29X" fmla="*/ 1831321 w 1833677"/>
                <a:gd name="GluePoint29Y" fmla="*/ 938972 h 1268009"/>
                <a:gd name="GluePoint30X" fmla="*/ 1315290 w 1833677"/>
                <a:gd name="GluePoint30Y" fmla="*/ 938972 h 1268009"/>
                <a:gd name="GluePoint31X" fmla="*/ 0 w 1833677"/>
                <a:gd name="GluePoint31Y" fmla="*/ 992254 h 1268009"/>
                <a:gd name="GluePoint32X" fmla="*/ 278044 w 1833677"/>
                <a:gd name="GluePoint32Y" fmla="*/ 1268009 h 1268009"/>
                <a:gd name="GluePoint33X" fmla="*/ 513675 w 1833677"/>
                <a:gd name="GluePoint33Y" fmla="*/ 1268009 h 1268009"/>
                <a:gd name="GluePoint34X" fmla="*/ 513675 w 1833677"/>
                <a:gd name="GluePoint34Y" fmla="*/ 940842 h 1268009"/>
                <a:gd name="GluePoint35X" fmla="*/ 1885 w 1833677"/>
                <a:gd name="GluePoint35Y" fmla="*/ 940842 h 1268009"/>
                <a:gd name="GluePoint36X" fmla="*/ 0 w 1833677"/>
                <a:gd name="GluePoint36Y" fmla="*/ 275756 h 1268009"/>
                <a:gd name="GluePoint37X" fmla="*/ 0 w 1833677"/>
                <a:gd name="GluePoint37Y" fmla="*/ 327168 h 1268009"/>
                <a:gd name="GluePoint38X" fmla="*/ 517916 w 1833677"/>
                <a:gd name="GluePoint38Y" fmla="*/ 327168 h 1268009"/>
                <a:gd name="GluePoint39X" fmla="*/ 517916 w 1833677"/>
                <a:gd name="GluePoint39Y" fmla="*/ 0 h 1268009"/>
                <a:gd name="GluePoint40X" fmla="*/ 278515 w 1833677"/>
                <a:gd name="GluePoint40Y" fmla="*/ 0 h 1268009"/>
                <a:gd name="GluePoint41X" fmla="*/ 471 w 1833677"/>
                <a:gd name="GluePoint41Y" fmla="*/ 275756 h 126800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Lst>
              <a:rect l="textAreaLeft" t="textAreaTop" r="textAreaRight" b="textAreaBottom"/>
              <a:pathLst>
                <a:path w="1833677" h="1268009">
                  <a:moveTo>
                    <a:pt x="1833678" y="469720"/>
                  </a:moveTo>
                  <a:lnTo>
                    <a:pt x="1833678" y="796888"/>
                  </a:lnTo>
                  <a:lnTo>
                    <a:pt x="1315290" y="796888"/>
                  </a:lnTo>
                  <a:lnTo>
                    <a:pt x="1315290" y="469720"/>
                  </a:lnTo>
                  <a:lnTo>
                    <a:pt x="1833678" y="469720"/>
                  </a:lnTo>
                  <a:close/>
                  <a:moveTo>
                    <a:pt x="659295" y="1268009"/>
                  </a:moveTo>
                  <a:lnTo>
                    <a:pt x="1173912" y="1268009"/>
                  </a:lnTo>
                  <a:lnTo>
                    <a:pt x="1173912" y="940842"/>
                  </a:lnTo>
                  <a:lnTo>
                    <a:pt x="655524" y="940842"/>
                  </a:lnTo>
                  <a:close/>
                  <a:moveTo>
                    <a:pt x="1833678" y="275756"/>
                  </a:moveTo>
                  <a:cubicBezTo>
                    <a:pt x="1833678" y="123460"/>
                    <a:pt x="1709194" y="0"/>
                    <a:pt x="1555633" y="0"/>
                  </a:cubicBezTo>
                  <a:cubicBezTo>
                    <a:pt x="1555478" y="0"/>
                    <a:pt x="1555318" y="0"/>
                    <a:pt x="1555162" y="0"/>
                  </a:cubicBezTo>
                  <a:lnTo>
                    <a:pt x="1315290" y="0"/>
                  </a:lnTo>
                  <a:lnTo>
                    <a:pt x="1315290" y="327168"/>
                  </a:lnTo>
                  <a:lnTo>
                    <a:pt x="1833678" y="327168"/>
                  </a:lnTo>
                  <a:close/>
                  <a:moveTo>
                    <a:pt x="659295" y="0"/>
                  </a:moveTo>
                  <a:lnTo>
                    <a:pt x="659295" y="327168"/>
                  </a:lnTo>
                  <a:lnTo>
                    <a:pt x="1173912" y="327168"/>
                  </a:lnTo>
                  <a:lnTo>
                    <a:pt x="1173912" y="0"/>
                  </a:lnTo>
                  <a:lnTo>
                    <a:pt x="655524" y="0"/>
                  </a:lnTo>
                  <a:close/>
                  <a:moveTo>
                    <a:pt x="1885" y="469720"/>
                  </a:moveTo>
                  <a:lnTo>
                    <a:pt x="1885" y="469720"/>
                  </a:lnTo>
                  <a:lnTo>
                    <a:pt x="1885" y="796888"/>
                  </a:lnTo>
                  <a:lnTo>
                    <a:pt x="517916" y="796888"/>
                  </a:lnTo>
                  <a:lnTo>
                    <a:pt x="517916" y="469720"/>
                  </a:lnTo>
                  <a:close/>
                  <a:moveTo>
                    <a:pt x="1315290" y="1268009"/>
                  </a:moveTo>
                  <a:lnTo>
                    <a:pt x="1553277" y="1268009"/>
                  </a:lnTo>
                  <a:cubicBezTo>
                    <a:pt x="1706838" y="1268009"/>
                    <a:pt x="1831321" y="1144550"/>
                    <a:pt x="1831321" y="992254"/>
                  </a:cubicBezTo>
                  <a:lnTo>
                    <a:pt x="1831321" y="938972"/>
                  </a:lnTo>
                  <a:lnTo>
                    <a:pt x="1315290" y="938972"/>
                  </a:lnTo>
                  <a:close/>
                  <a:moveTo>
                    <a:pt x="0" y="992254"/>
                  </a:moveTo>
                  <a:cubicBezTo>
                    <a:pt x="0" y="1144550"/>
                    <a:pt x="124484" y="1268009"/>
                    <a:pt x="278044" y="1268009"/>
                  </a:cubicBezTo>
                  <a:lnTo>
                    <a:pt x="513675" y="1268009"/>
                  </a:lnTo>
                  <a:lnTo>
                    <a:pt x="513675" y="940842"/>
                  </a:lnTo>
                  <a:lnTo>
                    <a:pt x="1885" y="940842"/>
                  </a:lnTo>
                  <a:close/>
                  <a:moveTo>
                    <a:pt x="0" y="275756"/>
                  </a:moveTo>
                  <a:lnTo>
                    <a:pt x="0" y="327168"/>
                  </a:lnTo>
                  <a:lnTo>
                    <a:pt x="517916" y="327168"/>
                  </a:lnTo>
                  <a:lnTo>
                    <a:pt x="517916" y="0"/>
                  </a:lnTo>
                  <a:lnTo>
                    <a:pt x="278515" y="0"/>
                  </a:lnTo>
                  <a:cubicBezTo>
                    <a:pt x="124955" y="0"/>
                    <a:pt x="471" y="123460"/>
                    <a:pt x="471" y="275756"/>
                  </a:cubicBezTo>
                </a:path>
              </a:pathLst>
            </a:custGeom>
            <a:solidFill>
              <a:srgbClr val="D9291C"/>
            </a:solidFill>
            <a:ln w="47111">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grpSp>
      <p:pic>
        <p:nvPicPr>
          <p:cNvPr id="1276" name="Picture 2" descr="Microsoft Logo Png - Free Transparent PNG Logos"/>
          <p:cNvPicPr/>
          <p:nvPr/>
        </p:nvPicPr>
        <p:blipFill>
          <a:blip r:embed="rId1"/>
          <a:srcRect l="13958" t="29593" r="14311" b="31667"/>
          <a:stretch/>
        </p:blipFill>
        <p:spPr>
          <a:xfrm>
            <a:off x="3922200" y="1747800"/>
            <a:ext cx="1904400" cy="460800"/>
          </a:xfrm>
          <a:prstGeom prst="rect">
            <a:avLst/>
          </a:prstGeom>
          <a:noFill/>
          <a:ln w="0">
            <a:noFill/>
          </a:ln>
        </p:spPr>
      </p:pic>
      <p:pic>
        <p:nvPicPr>
          <p:cNvPr id="1277" name="Picture 4" descr="Veeam Software – Logos Download"/>
          <p:cNvPicPr/>
          <p:nvPr/>
        </p:nvPicPr>
        <p:blipFill>
          <a:blip r:embed="rId2"/>
          <a:stretch/>
        </p:blipFill>
        <p:spPr>
          <a:xfrm>
            <a:off x="4052880" y="2488320"/>
            <a:ext cx="1370160" cy="421920"/>
          </a:xfrm>
          <a:prstGeom prst="rect">
            <a:avLst/>
          </a:prstGeom>
          <a:noFill/>
          <a:ln w="0">
            <a:noFill/>
          </a:ln>
        </p:spPr>
      </p:pic>
      <p:pic>
        <p:nvPicPr>
          <p:cNvPr id="1278" name="Picture 6" descr="Cisco Logo PNG Transparent &amp; SVG Vector - Freebie Supply"/>
          <p:cNvPicPr/>
          <p:nvPr/>
        </p:nvPicPr>
        <p:blipFill>
          <a:blip r:embed="rId3"/>
          <a:stretch/>
        </p:blipFill>
        <p:spPr>
          <a:xfrm>
            <a:off x="1197360" y="2543400"/>
            <a:ext cx="1681200" cy="957600"/>
          </a:xfrm>
          <a:prstGeom prst="rect">
            <a:avLst/>
          </a:prstGeom>
          <a:noFill/>
          <a:ln w="0">
            <a:noFill/>
          </a:ln>
        </p:spPr>
      </p:pic>
      <p:pic>
        <p:nvPicPr>
          <p:cNvPr id="1279" name="Picture 8" descr="WALLIX - Pôle Images &amp; Réseaux"/>
          <p:cNvPicPr/>
          <p:nvPr/>
        </p:nvPicPr>
        <p:blipFill>
          <a:blip r:embed="rId4"/>
          <a:srcRect l="0" t="0" r="0" b="17802"/>
          <a:stretch/>
        </p:blipFill>
        <p:spPr>
          <a:xfrm>
            <a:off x="1247760" y="3889800"/>
            <a:ext cx="1580400" cy="367200"/>
          </a:xfrm>
          <a:prstGeom prst="rect">
            <a:avLst/>
          </a:prstGeom>
          <a:noFill/>
          <a:ln w="0">
            <a:noFill/>
          </a:ln>
        </p:spPr>
      </p:pic>
      <p:pic>
        <p:nvPicPr>
          <p:cNvPr id="1280" name="Picture 10" descr="Vmware Logo Png"/>
          <p:cNvPicPr/>
          <p:nvPr/>
        </p:nvPicPr>
        <p:blipFill>
          <a:blip r:embed="rId5"/>
          <a:stretch/>
        </p:blipFill>
        <p:spPr>
          <a:xfrm>
            <a:off x="3864600" y="3242520"/>
            <a:ext cx="1962360" cy="298800"/>
          </a:xfrm>
          <a:prstGeom prst="rect">
            <a:avLst/>
          </a:prstGeom>
          <a:noFill/>
          <a:ln w="0">
            <a:noFill/>
          </a:ln>
        </p:spPr>
      </p:pic>
      <p:pic>
        <p:nvPicPr>
          <p:cNvPr id="1281" name="Picture 12" descr="Download Hewlett Packard Enterprise (HPE) Logo in SVG Vector or PNG ..."/>
          <p:cNvPicPr/>
          <p:nvPr/>
        </p:nvPicPr>
        <p:blipFill>
          <a:blip r:embed="rId6"/>
          <a:srcRect l="10438" t="24903" r="0" b="24988"/>
          <a:stretch/>
        </p:blipFill>
        <p:spPr>
          <a:xfrm>
            <a:off x="6603840" y="2566800"/>
            <a:ext cx="2183400" cy="813960"/>
          </a:xfrm>
          <a:prstGeom prst="rect">
            <a:avLst/>
          </a:prstGeom>
          <a:noFill/>
          <a:ln w="0">
            <a:noFill/>
          </a:ln>
        </p:spPr>
      </p:pic>
      <p:pic>
        <p:nvPicPr>
          <p:cNvPr id="1282" name="Picture 18" descr="Oracle Logo and symbol, meaning, history, PNG, brand"/>
          <p:cNvPicPr/>
          <p:nvPr/>
        </p:nvPicPr>
        <p:blipFill>
          <a:blip r:embed="rId7"/>
          <a:srcRect l="2895" t="30613" r="3147" b="31131"/>
          <a:stretch/>
        </p:blipFill>
        <p:spPr>
          <a:xfrm>
            <a:off x="3921840" y="3820680"/>
            <a:ext cx="1746360" cy="399600"/>
          </a:xfrm>
          <a:prstGeom prst="rect">
            <a:avLst/>
          </a:prstGeom>
          <a:noFill/>
          <a:ln w="0">
            <a:noFill/>
          </a:ln>
        </p:spPr>
      </p:pic>
      <p:pic>
        <p:nvPicPr>
          <p:cNvPr id="1283" name="Picture 20" descr="Nutanix Logo - PNG Logo Vector Brand Downloads (SVG, EPS)"/>
          <p:cNvPicPr/>
          <p:nvPr/>
        </p:nvPicPr>
        <p:blipFill>
          <a:blip r:embed="rId8"/>
          <a:stretch/>
        </p:blipFill>
        <p:spPr>
          <a:xfrm>
            <a:off x="6405480" y="1845360"/>
            <a:ext cx="2057400" cy="262080"/>
          </a:xfrm>
          <a:prstGeom prst="rect">
            <a:avLst/>
          </a:prstGeom>
          <a:noFill/>
          <a:ln w="0">
            <a:noFill/>
          </a:ln>
        </p:spPr>
      </p:pic>
      <p:pic>
        <p:nvPicPr>
          <p:cNvPr id="1284" name="Picture 22" descr="Kaspersky logo and symbol, meaning, history, PNG"/>
          <p:cNvPicPr/>
          <p:nvPr/>
        </p:nvPicPr>
        <p:blipFill>
          <a:blip r:embed="rId9"/>
          <a:srcRect l="765" t="35286" r="526" b="31899"/>
          <a:stretch/>
        </p:blipFill>
        <p:spPr>
          <a:xfrm>
            <a:off x="9202320" y="1802160"/>
            <a:ext cx="2017800" cy="419040"/>
          </a:xfrm>
          <a:prstGeom prst="rect">
            <a:avLst/>
          </a:prstGeom>
          <a:noFill/>
          <a:ln w="0">
            <a:noFill/>
          </a:ln>
        </p:spPr>
      </p:pic>
      <p:pic>
        <p:nvPicPr>
          <p:cNvPr id="1285" name="Picture 24" descr="Top 10 Best Consumer Electronic Companies In India 2024 - Inventiva"/>
          <p:cNvPicPr/>
          <p:nvPr/>
        </p:nvPicPr>
        <p:blipFill>
          <a:blip r:embed="rId10"/>
          <a:stretch/>
        </p:blipFill>
        <p:spPr>
          <a:xfrm>
            <a:off x="9254880" y="2468880"/>
            <a:ext cx="1744200" cy="359640"/>
          </a:xfrm>
          <a:prstGeom prst="rect">
            <a:avLst/>
          </a:prstGeom>
          <a:noFill/>
          <a:ln w="0">
            <a:noFill/>
          </a:ln>
        </p:spPr>
      </p:pic>
      <p:pic>
        <p:nvPicPr>
          <p:cNvPr id="1286" name="Picture 26" descr="Logo Guidelines - ManageEngine"/>
          <p:cNvPicPr/>
          <p:nvPr/>
        </p:nvPicPr>
        <p:blipFill>
          <a:blip r:embed="rId11"/>
          <a:srcRect l="2659" t="34988" r="2659" b="34944"/>
          <a:stretch/>
        </p:blipFill>
        <p:spPr>
          <a:xfrm>
            <a:off x="6490080" y="3792960"/>
            <a:ext cx="2107800" cy="417960"/>
          </a:xfrm>
          <a:prstGeom prst="rect">
            <a:avLst/>
          </a:prstGeom>
          <a:noFill/>
          <a:ln w="0">
            <a:noFill/>
          </a:ln>
        </p:spPr>
      </p:pic>
      <p:pic>
        <p:nvPicPr>
          <p:cNvPr id="1287" name="Picture 32" descr="Palo Alto Networks"/>
          <p:cNvPicPr/>
          <p:nvPr/>
        </p:nvPicPr>
        <p:blipFill>
          <a:blip r:embed="rId12"/>
          <a:srcRect l="3607" t="28949" r="7738" b="28651"/>
          <a:stretch/>
        </p:blipFill>
        <p:spPr>
          <a:xfrm>
            <a:off x="9155160" y="3103560"/>
            <a:ext cx="1930680" cy="567000"/>
          </a:xfrm>
          <a:prstGeom prst="rect">
            <a:avLst/>
          </a:prstGeom>
          <a:noFill/>
          <a:ln w="0">
            <a:noFill/>
          </a:ln>
        </p:spPr>
      </p:pic>
      <p:pic>
        <p:nvPicPr>
          <p:cNvPr id="1288" name="Picture 34" descr="Exclusive Networks Logo im transparenten PNG- und vektorisierten SVG-Format"/>
          <p:cNvPicPr/>
          <p:nvPr/>
        </p:nvPicPr>
        <p:blipFill>
          <a:blip r:embed="rId13"/>
          <a:stretch/>
        </p:blipFill>
        <p:spPr>
          <a:xfrm>
            <a:off x="9158760" y="4628880"/>
            <a:ext cx="1985760" cy="685080"/>
          </a:xfrm>
          <a:prstGeom prst="rect">
            <a:avLst/>
          </a:prstGeom>
          <a:noFill/>
          <a:ln w="0">
            <a:noFill/>
          </a:ln>
        </p:spPr>
      </p:pic>
      <p:pic>
        <p:nvPicPr>
          <p:cNvPr id="1289" name="Picture 36" descr="Contact – Aitek"/>
          <p:cNvPicPr/>
          <p:nvPr/>
        </p:nvPicPr>
        <p:blipFill>
          <a:blip r:embed="rId14"/>
          <a:stretch/>
        </p:blipFill>
        <p:spPr>
          <a:xfrm>
            <a:off x="3720960" y="4793760"/>
            <a:ext cx="2165040" cy="551880"/>
          </a:xfrm>
          <a:prstGeom prst="rect">
            <a:avLst/>
          </a:prstGeom>
          <a:noFill/>
          <a:ln w="0">
            <a:noFill/>
          </a:ln>
        </p:spPr>
      </p:pic>
      <p:pic>
        <p:nvPicPr>
          <p:cNvPr id="1290" name="Picture 38" descr="Authorized Vertiv Distributor - Hiperdist UAE"/>
          <p:cNvPicPr/>
          <p:nvPr/>
        </p:nvPicPr>
        <p:blipFill>
          <a:blip r:embed="rId15"/>
          <a:stretch/>
        </p:blipFill>
        <p:spPr>
          <a:xfrm>
            <a:off x="6320520" y="4822200"/>
            <a:ext cx="2255400" cy="454320"/>
          </a:xfrm>
          <a:prstGeom prst="rect">
            <a:avLst/>
          </a:prstGeom>
          <a:noFill/>
          <a:ln w="0">
            <a:noFill/>
          </a:ln>
        </p:spPr>
      </p:pic>
      <p:pic>
        <p:nvPicPr>
          <p:cNvPr id="1291" name="Picture 42" descr="New Reseller Portal - cloudmania"/>
          <p:cNvPicPr/>
          <p:nvPr/>
        </p:nvPicPr>
        <p:blipFill>
          <a:blip r:embed="rId16"/>
          <a:stretch/>
        </p:blipFill>
        <p:spPr>
          <a:xfrm>
            <a:off x="1253880" y="4650480"/>
            <a:ext cx="1481400" cy="735120"/>
          </a:xfrm>
          <a:prstGeom prst="rect">
            <a:avLst/>
          </a:prstGeom>
          <a:noFill/>
          <a:ln w="0">
            <a:noFill/>
          </a:ln>
        </p:spPr>
      </p:pic>
      <p:pic>
        <p:nvPicPr>
          <p:cNvPr id="1292" name="Graphic 46"/>
          <p:cNvPicPr/>
          <p:nvPr/>
        </p:nvPicPr>
        <p:blipFill>
          <a:blip r:embed="rId17">
            <a:extLst>
              <a:ext uri="{96DAC541-7B7A-43D3-8B79-37D633B846F1}">
                <asvg:svgBlip xmlns:asvg="http://schemas.microsoft.com/office/drawing/2016/SVG/main" r:embed="rId18"/>
              </a:ext>
            </a:extLst>
          </a:blip>
          <a:stretch/>
        </p:blipFill>
        <p:spPr>
          <a:xfrm rot="5400000">
            <a:off x="149400" y="747720"/>
            <a:ext cx="1210320" cy="116280"/>
          </a:xfrm>
          <a:prstGeom prst="rect">
            <a:avLst/>
          </a:prstGeom>
          <a:noFill/>
          <a:ln w="0">
            <a:noFill/>
          </a:ln>
        </p:spPr>
      </p:pic>
      <p:pic>
        <p:nvPicPr>
          <p:cNvPr id="1293" name="Picture 4" descr="AWS Logo PNG Transparent &amp; SVG Vector - Freebie Supply"/>
          <p:cNvPicPr/>
          <p:nvPr/>
        </p:nvPicPr>
        <p:blipFill>
          <a:blip r:embed="rId19"/>
          <a:srcRect l="7776" t="15666" r="8542" b="17008"/>
          <a:stretch/>
        </p:blipFill>
        <p:spPr>
          <a:xfrm>
            <a:off x="9760320" y="3819240"/>
            <a:ext cx="720000" cy="434520"/>
          </a:xfrm>
          <a:prstGeom prst="rect">
            <a:avLst/>
          </a:prstGeom>
          <a:noFill/>
          <a:ln w="0">
            <a:noFill/>
          </a:ln>
        </p:spPr>
      </p:pic>
    </p:spTree>
  </p:cSld>
  <p:transition spd="slow">
    <p:fad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4" name="Rectangle 7"/>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endParaRPr lang="fr-FR" sz="1400" b="0" u="none" strike="noStrike">
              <a:solidFill>
                <a:srgbClr val="FFFFFF"/>
              </a:solidFill>
              <a:effectLst/>
              <a:uFillTx/>
              <a:latin typeface="Calibri"/>
            </a:endParaRPr>
          </a:p>
        </p:txBody>
      </p:sp>
      <p:sp>
        <p:nvSpPr>
          <p:cNvPr id="1295" name="Google Shape;332;p41"/>
          <p:cNvSpPr/>
          <p:nvPr/>
        </p:nvSpPr>
        <p:spPr>
          <a:xfrm>
            <a:off x="522720" y="6191640"/>
            <a:ext cx="3374280" cy="420840"/>
          </a:xfrm>
          <a:prstGeom prst="roundRect">
            <a:avLst>
              <a:gd name="adj" fmla="val 50000"/>
            </a:avLst>
          </a:prstGeom>
          <a:solidFill>
            <a:schemeClr val="bg1">
              <a:lumMod val="95000"/>
            </a:schemeClr>
          </a:solidFill>
          <a:ln w="9525">
            <a:noFill/>
          </a:ln>
        </p:spPr>
        <p:style>
          <a:lnRef idx="0"/>
          <a:fillRef idx="0"/>
          <a:effectRef idx="0"/>
          <a:fontRef idx="minor"/>
        </p:style>
        <p:txBody>
          <a:bodyPr tIns="91440" bIns="91440" anchor="ctr">
            <a:noAutofit/>
          </a:bodyPr>
          <a:p>
            <a:pPr algn="r" defTabSz="914400">
              <a:lnSpc>
                <a:spcPct val="100000"/>
              </a:lnSpc>
            </a:pPr>
            <a:r>
              <a:rPr lang="fr-FR" sz="1400" b="1" u="none" strike="noStrike">
                <a:solidFill>
                  <a:srgbClr val="000000"/>
                </a:solidFill>
                <a:effectLst/>
                <a:uFillTx/>
                <a:latin typeface="Calibri"/>
                <a:ea typeface="Calibri"/>
              </a:rPr>
              <a:t>Abidjan-Cocody Angré 9eme tranche</a:t>
            </a:r>
            <a:endParaRPr lang="en-US" sz="1400" b="0" u="none" strike="noStrike">
              <a:solidFill>
                <a:srgbClr val="000000"/>
              </a:solidFill>
              <a:effectLst/>
              <a:uFillTx/>
              <a:latin typeface="Arial"/>
            </a:endParaRPr>
          </a:p>
        </p:txBody>
      </p:sp>
      <p:sp>
        <p:nvSpPr>
          <p:cNvPr id="1296" name="Google Shape;333;p41">
            <a:hlinkClick r:id="rId1"/>
          </p:cNvPr>
          <p:cNvSpPr/>
          <p:nvPr/>
        </p:nvSpPr>
        <p:spPr>
          <a:xfrm>
            <a:off x="6655680" y="6167520"/>
            <a:ext cx="2422800" cy="425880"/>
          </a:xfrm>
          <a:prstGeom prst="roundRect">
            <a:avLst>
              <a:gd name="adj" fmla="val 50000"/>
            </a:avLst>
          </a:prstGeom>
          <a:solidFill>
            <a:schemeClr val="bg1">
              <a:lumMod val="95000"/>
            </a:schemeClr>
          </a:solidFill>
          <a:ln w="9525">
            <a:noFill/>
          </a:ln>
        </p:spPr>
        <p:style>
          <a:lnRef idx="0"/>
          <a:fillRef idx="0"/>
          <a:effectRef idx="0"/>
          <a:fontRef idx="minor"/>
        </p:style>
        <p:txBody>
          <a:bodyPr tIns="91440" bIns="91440" anchor="ctr">
            <a:noAutofit/>
          </a:bodyPr>
          <a:p>
            <a:pPr algn="r" defTabSz="914400">
              <a:lnSpc>
                <a:spcPct val="100000"/>
              </a:lnSpc>
            </a:pPr>
            <a:r>
              <a:rPr lang="fr-CI" sz="1400" b="1" u="none" strike="noStrike">
                <a:solidFill>
                  <a:schemeClr val="dk1"/>
                </a:solidFill>
                <a:effectLst/>
                <a:uFillTx/>
                <a:latin typeface="Calibri"/>
                <a:ea typeface="Calibri"/>
              </a:rPr>
              <a:t>contact@inox-group.net</a:t>
            </a:r>
            <a:endParaRPr lang="en-US" sz="1400" b="0" u="none" strike="noStrike">
              <a:solidFill>
                <a:srgbClr val="000000"/>
              </a:solidFill>
              <a:effectLst/>
              <a:uFillTx/>
              <a:latin typeface="Arial"/>
            </a:endParaRPr>
          </a:p>
        </p:txBody>
      </p:sp>
      <p:sp>
        <p:nvSpPr>
          <p:cNvPr id="1297" name="Google Shape;334;p41">
            <a:hlinkClick r:id="rId2"/>
          </p:cNvPr>
          <p:cNvSpPr/>
          <p:nvPr/>
        </p:nvSpPr>
        <p:spPr>
          <a:xfrm>
            <a:off x="4064760" y="6191640"/>
            <a:ext cx="2422800" cy="420840"/>
          </a:xfrm>
          <a:prstGeom prst="roundRect">
            <a:avLst>
              <a:gd name="adj" fmla="val 50000"/>
            </a:avLst>
          </a:prstGeom>
          <a:solidFill>
            <a:schemeClr val="bg1">
              <a:lumMod val="95000"/>
            </a:schemeClr>
          </a:solidFill>
          <a:ln w="9525">
            <a:noFill/>
          </a:ln>
        </p:spPr>
        <p:style>
          <a:lnRef idx="0"/>
          <a:fillRef idx="0"/>
          <a:effectRef idx="0"/>
          <a:fontRef idx="minor"/>
        </p:style>
        <p:txBody>
          <a:bodyPr tIns="91440" bIns="91440" anchor="ctr">
            <a:noAutofit/>
          </a:bodyPr>
          <a:p>
            <a:pPr algn="r" defTabSz="914400">
              <a:lnSpc>
                <a:spcPct val="100000"/>
              </a:lnSpc>
            </a:pPr>
            <a:r>
              <a:rPr lang="fr-FR" sz="1400" b="1" u="none" strike="noStrike">
                <a:solidFill>
                  <a:srgbClr val="000000"/>
                </a:solidFill>
                <a:effectLst/>
                <a:uFillTx/>
                <a:latin typeface="Calibri"/>
                <a:ea typeface="Calibri"/>
              </a:rPr>
              <a:t>(+225) 27 22 40 24 51</a:t>
            </a:r>
            <a:endParaRPr lang="en-US" sz="1400" b="0" u="none" strike="noStrike">
              <a:solidFill>
                <a:srgbClr val="000000"/>
              </a:solidFill>
              <a:effectLst/>
              <a:uFillTx/>
              <a:latin typeface="Arial"/>
            </a:endParaRPr>
          </a:p>
        </p:txBody>
      </p:sp>
      <p:sp>
        <p:nvSpPr>
          <p:cNvPr id="1298" name="Google Shape;335;p41">
            <a:hlinkClick r:id="rId3"/>
          </p:cNvPr>
          <p:cNvSpPr/>
          <p:nvPr/>
        </p:nvSpPr>
        <p:spPr>
          <a:xfrm>
            <a:off x="9246240" y="6145560"/>
            <a:ext cx="2422800" cy="448200"/>
          </a:xfrm>
          <a:prstGeom prst="roundRect">
            <a:avLst>
              <a:gd name="adj" fmla="val 50000"/>
            </a:avLst>
          </a:prstGeom>
          <a:solidFill>
            <a:schemeClr val="bg1">
              <a:lumMod val="95000"/>
            </a:schemeClr>
          </a:solidFill>
          <a:ln w="9525">
            <a:noFill/>
          </a:ln>
        </p:spPr>
        <p:style>
          <a:lnRef idx="0"/>
          <a:fillRef idx="0"/>
          <a:effectRef idx="0"/>
          <a:fontRef idx="minor"/>
        </p:style>
        <p:txBody>
          <a:bodyPr tIns="91440" bIns="91440" anchor="ctr">
            <a:noAutofit/>
          </a:bodyPr>
          <a:p>
            <a:pPr algn="r" defTabSz="914400">
              <a:lnSpc>
                <a:spcPct val="100000"/>
              </a:lnSpc>
            </a:pPr>
            <a:r>
              <a:rPr lang="fr-FR" sz="1400" b="1" u="none" strike="noStrike">
                <a:solidFill>
                  <a:schemeClr val="dk1"/>
                </a:solidFill>
                <a:effectLst/>
                <a:uFillTx/>
                <a:latin typeface="Calibri"/>
                <a:ea typeface="Calibri"/>
              </a:rPr>
              <a:t>www.inox-group.net</a:t>
            </a:r>
            <a:endParaRPr lang="en-US" sz="1400" b="0" u="none" strike="noStrike">
              <a:solidFill>
                <a:srgbClr val="000000"/>
              </a:solidFill>
              <a:effectLst/>
              <a:uFillTx/>
              <a:latin typeface="Arial"/>
            </a:endParaRPr>
          </a:p>
        </p:txBody>
      </p:sp>
      <p:pic>
        <p:nvPicPr>
          <p:cNvPr id="1299" name="Graphique 9" descr="Courrier"/>
          <p:cNvPicPr/>
          <p:nvPr/>
        </p:nvPicPr>
        <p:blipFill>
          <a:blip r:embed="rId4">
            <a:extLst>
              <a:ext uri="{96DAC541-7B7A-43D3-8B79-37D633B846F1}">
                <asvg:svgBlip xmlns:asvg="http://schemas.microsoft.com/office/drawing/2016/SVG/main" r:embed="rId5"/>
              </a:ext>
            </a:extLst>
          </a:blip>
          <a:stretch/>
        </p:blipFill>
        <p:spPr>
          <a:xfrm>
            <a:off x="6734160" y="6183000"/>
            <a:ext cx="354600" cy="354600"/>
          </a:xfrm>
          <a:prstGeom prst="rect">
            <a:avLst/>
          </a:prstGeom>
          <a:noFill/>
          <a:ln w="0">
            <a:noFill/>
          </a:ln>
        </p:spPr>
      </p:pic>
      <p:pic>
        <p:nvPicPr>
          <p:cNvPr id="1300" name="Graphique 11" descr="Téléphone"/>
          <p:cNvPicPr/>
          <p:nvPr/>
        </p:nvPicPr>
        <p:blipFill>
          <a:blip r:embed="rId6">
            <a:extLst>
              <a:ext uri="{96DAC541-7B7A-43D3-8B79-37D633B846F1}">
                <asvg:svgBlip xmlns:asvg="http://schemas.microsoft.com/office/drawing/2016/SVG/main" r:embed="rId7"/>
              </a:ext>
            </a:extLst>
          </a:blip>
          <a:stretch/>
        </p:blipFill>
        <p:spPr>
          <a:xfrm>
            <a:off x="4110480" y="6177960"/>
            <a:ext cx="448200" cy="448200"/>
          </a:xfrm>
          <a:prstGeom prst="rect">
            <a:avLst/>
          </a:prstGeom>
          <a:noFill/>
          <a:ln w="0">
            <a:noFill/>
          </a:ln>
        </p:spPr>
      </p:pic>
      <p:pic>
        <p:nvPicPr>
          <p:cNvPr id="1301" name="Graphique 13" descr="Marqueur"/>
          <p:cNvPicPr/>
          <p:nvPr/>
        </p:nvPicPr>
        <p:blipFill>
          <a:blip r:embed="rId8">
            <a:extLst>
              <a:ext uri="{96DAC541-7B7A-43D3-8B79-37D633B846F1}">
                <asvg:svgBlip xmlns:asvg="http://schemas.microsoft.com/office/drawing/2016/SVG/main" r:embed="rId9"/>
              </a:ext>
            </a:extLst>
          </a:blip>
          <a:stretch/>
        </p:blipFill>
        <p:spPr>
          <a:xfrm>
            <a:off x="550800" y="6177960"/>
            <a:ext cx="448200" cy="448200"/>
          </a:xfrm>
          <a:prstGeom prst="rect">
            <a:avLst/>
          </a:prstGeom>
          <a:noFill/>
          <a:ln w="0">
            <a:noFill/>
          </a:ln>
        </p:spPr>
      </p:pic>
      <p:pic>
        <p:nvPicPr>
          <p:cNvPr id="1302" name="Graphique 15" descr="Monde"/>
          <p:cNvPicPr/>
          <p:nvPr/>
        </p:nvPicPr>
        <p:blipFill>
          <a:blip r:embed="rId10">
            <a:extLst>
              <a:ext uri="{96DAC541-7B7A-43D3-8B79-37D633B846F1}">
                <asvg:svgBlip xmlns:asvg="http://schemas.microsoft.com/office/drawing/2016/SVG/main" r:embed="rId11"/>
              </a:ext>
            </a:extLst>
          </a:blip>
          <a:stretch/>
        </p:blipFill>
        <p:spPr>
          <a:xfrm>
            <a:off x="9304200" y="6148080"/>
            <a:ext cx="448200" cy="448200"/>
          </a:xfrm>
          <a:prstGeom prst="rect">
            <a:avLst/>
          </a:prstGeom>
          <a:noFill/>
          <a:ln w="0">
            <a:noFill/>
          </a:ln>
        </p:spPr>
      </p:pic>
      <p:sp>
        <p:nvSpPr>
          <p:cNvPr id="1303" name="ZoneTexte 12"/>
          <p:cNvSpPr/>
          <p:nvPr/>
        </p:nvSpPr>
        <p:spPr>
          <a:xfrm>
            <a:off x="3461760" y="2718000"/>
            <a:ext cx="5267880" cy="7074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4000" b="1" u="none" spc="-300" strike="noStrike">
                <a:solidFill>
                  <a:schemeClr val="lt1"/>
                </a:solidFill>
                <a:effectLst/>
                <a:uFillTx/>
                <a:latin typeface="Arial"/>
              </a:rPr>
              <a:t>INOX TECHNOLOGIES</a:t>
            </a:r>
            <a:endParaRPr lang="en-US" sz="4000" b="0" u="none" strike="noStrike">
              <a:solidFill>
                <a:srgbClr val="000000"/>
              </a:solidFill>
              <a:effectLst/>
              <a:uFillTx/>
              <a:latin typeface="Arial"/>
            </a:endParaRPr>
          </a:p>
        </p:txBody>
      </p:sp>
    </p:spTree>
  </p:cSld>
  <p:transition spd="slow">
    <p:fade/>
  </p:transition>
</p:sld>
</file>

<file path=ppt/theme/theme1.xml><?xml version="1.0" encoding="utf-8"?>
<a:theme xmlns:a="http://schemas.openxmlformats.org/drawingml/2006/main" xmlns:r="http://schemas.openxmlformats.org/officeDocument/2006/relationships" name="Fortinet Master Template">
  <a:themeElements>
    <a:clrScheme name="Fortinet Colors 2021">
      <a:dk1>
        <a:srgbClr val="000000"/>
      </a:dk1>
      <a:lt1>
        <a:srgbClr val="FFFFFF"/>
      </a:lt1>
      <a:dk2>
        <a:srgbClr val="B3B3B3"/>
      </a:dk2>
      <a:lt2>
        <a:srgbClr val="F0F0F0"/>
      </a:lt2>
      <a:accent1>
        <a:srgbClr val="48D597"/>
      </a:accent1>
      <a:accent2>
        <a:srgbClr val="2CCCD3"/>
      </a:accent2>
      <a:accent3>
        <a:srgbClr val="307FE2"/>
      </a:accent3>
      <a:accent4>
        <a:srgbClr val="9063CD"/>
      </a:accent4>
      <a:accent5>
        <a:srgbClr val="A2B2C8"/>
      </a:accent5>
      <a:accent6>
        <a:srgbClr val="DA291C"/>
      </a:accent6>
      <a:hlink>
        <a:srgbClr val="0081E9"/>
      </a:hlink>
      <a:folHlink>
        <a:srgbClr val="307FE2"/>
      </a:folHlink>
    </a:clrScheme>
    <a:fontScheme name="Arial">
      <a:majorFont>
        <a:latin typeface="Arial" panose="020B0604020202020204" pitchFamily="0" charset="1"/>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pitchFamily="0" charset="1"/>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2022FTNT">
  <a:themeElements>
    <a:clrScheme name="Fortinet 1">
      <a:dk1>
        <a:srgbClr val="000000"/>
      </a:dk1>
      <a:lt1>
        <a:srgbClr val="FFFFFF"/>
      </a:lt1>
      <a:dk2>
        <a:srgbClr val="B3B3B3"/>
      </a:dk2>
      <a:lt2>
        <a:srgbClr val="F0F0F0"/>
      </a:lt2>
      <a:accent1>
        <a:srgbClr val="3BB17E"/>
      </a:accent1>
      <a:accent2>
        <a:srgbClr val="2CCCD3"/>
      </a:accent2>
      <a:accent3>
        <a:srgbClr val="307FE2"/>
      </a:accent3>
      <a:accent4>
        <a:srgbClr val="9063CD"/>
      </a:accent4>
      <a:accent5>
        <a:srgbClr val="A2B2C8"/>
      </a:accent5>
      <a:accent6>
        <a:srgbClr val="DA291C"/>
      </a:accent6>
      <a:hlink>
        <a:srgbClr val="0081E9"/>
      </a:hlink>
      <a:folHlink>
        <a:srgbClr val="307FE2"/>
      </a:folHlink>
    </a:clrScheme>
    <a:fontScheme name="Arial">
      <a:majorFont>
        <a:latin typeface="Arial" panose="020B0604020202020204" pitchFamily="0" charset="1"/>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pitchFamily="0" charset="1"/>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Fortinet Colors 2021">
      <a:dk1>
        <a:srgbClr val="000000"/>
      </a:dk1>
      <a:lt1>
        <a:srgbClr val="FFFFFF"/>
      </a:lt1>
      <a:dk2>
        <a:srgbClr val="B3B3B3"/>
      </a:dk2>
      <a:lt2>
        <a:srgbClr val="F0F0F0"/>
      </a:lt2>
      <a:accent1>
        <a:srgbClr val="48D597"/>
      </a:accent1>
      <a:accent2>
        <a:srgbClr val="2CCCD3"/>
      </a:accent2>
      <a:accent3>
        <a:srgbClr val="307FE2"/>
      </a:accent3>
      <a:accent4>
        <a:srgbClr val="9063CD"/>
      </a:accent4>
      <a:accent5>
        <a:srgbClr val="A2B2C8"/>
      </a:accent5>
      <a:accent6>
        <a:srgbClr val="DA291C"/>
      </a:accent6>
      <a:hlink>
        <a:srgbClr val="0081E9"/>
      </a:hlink>
      <a:folHlink>
        <a:srgbClr val="307FE2"/>
      </a:folHlink>
    </a:clrScheme>
    <a:fontScheme name="Arial">
      <a:majorFont>
        <a:latin typeface="Arial" panose="020B0604020202020204" pitchFamily="0" charset="1"/>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pitchFamily="0" charset="1"/>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1_Fortinet Master Template">
  <a:themeElements>
    <a:clrScheme name="Fortinet Colors 2021">
      <a:dk1>
        <a:srgbClr val="000000"/>
      </a:dk1>
      <a:lt1>
        <a:srgbClr val="FFFFFF"/>
      </a:lt1>
      <a:dk2>
        <a:srgbClr val="B3B3B3"/>
      </a:dk2>
      <a:lt2>
        <a:srgbClr val="F0F0F0"/>
      </a:lt2>
      <a:accent1>
        <a:srgbClr val="48D597"/>
      </a:accent1>
      <a:accent2>
        <a:srgbClr val="2CCCD3"/>
      </a:accent2>
      <a:accent3>
        <a:srgbClr val="307FE2"/>
      </a:accent3>
      <a:accent4>
        <a:srgbClr val="9063CD"/>
      </a:accent4>
      <a:accent5>
        <a:srgbClr val="A2B2C8"/>
      </a:accent5>
      <a:accent6>
        <a:srgbClr val="DA291C"/>
      </a:accent6>
      <a:hlink>
        <a:srgbClr val="0081E9"/>
      </a:hlink>
      <a:folHlink>
        <a:srgbClr val="307FE2"/>
      </a:folHlink>
    </a:clrScheme>
    <a:fontScheme name="Arial">
      <a:majorFont>
        <a:latin typeface="Arial" panose="020B0604020202020204" pitchFamily="0" charset="1"/>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pitchFamily="0" charset="1"/>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2_Fortinet Master Template">
  <a:themeElements>
    <a:clrScheme name="Fortinet 1">
      <a:dk1>
        <a:srgbClr val="000000"/>
      </a:dk1>
      <a:lt1>
        <a:srgbClr val="FFFFFF"/>
      </a:lt1>
      <a:dk2>
        <a:srgbClr val="B3B3B3"/>
      </a:dk2>
      <a:lt2>
        <a:srgbClr val="F0F0F0"/>
      </a:lt2>
      <a:accent1>
        <a:srgbClr val="3BB17E"/>
      </a:accent1>
      <a:accent2>
        <a:srgbClr val="2CCCD3"/>
      </a:accent2>
      <a:accent3>
        <a:srgbClr val="307FE2"/>
      </a:accent3>
      <a:accent4>
        <a:srgbClr val="9063CD"/>
      </a:accent4>
      <a:accent5>
        <a:srgbClr val="A2B2C8"/>
      </a:accent5>
      <a:accent6>
        <a:srgbClr val="DA291C"/>
      </a:accent6>
      <a:hlink>
        <a:srgbClr val="0081E9"/>
      </a:hlink>
      <a:folHlink>
        <a:srgbClr val="307FE2"/>
      </a:folHlink>
    </a:clrScheme>
    <a:fontScheme name="Arial">
      <a:majorFont>
        <a:latin typeface="Arial" panose="020B0604020202020204" pitchFamily="0" charset="1"/>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pitchFamily="0" charset="1"/>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3359</TotalTime>
  <Application>LibreOffice/26.8.0.3$Linux_X86_64 LibreOffice_project/680$Build-3</Application>
  <AppVersion>15.0000</AppVersion>
  <Words>1998</Words>
  <Paragraphs>251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2025-04-17T17:02:44Z</dcterms:created>
  <dc:creator>Yaya Kone</dc:creator>
  <dc:description/>
  <dc:language>en-US</dc:language>
  <cp:lastModifiedBy/>
  <dcterms:modified xsi:type="dcterms:W3CDTF">2026-09-24T11:21:35Z</dcterms:modified>
  <cp:revision>10</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3</vt:i4>
  </property>
  <property fmtid="{D5CDD505-2E9C-101B-9397-08002B2CF9AE}" pid="3" name="Notes">
    <vt:i4>16</vt:i4>
  </property>
  <property fmtid="{D5CDD505-2E9C-101B-9397-08002B2CF9AE}" pid="4" name="PresentationFormat">
    <vt:lpwstr>Grand écran</vt:lpwstr>
  </property>
  <property fmtid="{D5CDD505-2E9C-101B-9397-08002B2CF9AE}" pid="5" name="Slides">
    <vt:i4>16</vt:i4>
  </property>
</Properties>
</file>